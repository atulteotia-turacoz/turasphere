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4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4" r:id="rId5"/>
    <p:sldMasterId id="2147483786" r:id="rId6"/>
    <p:sldMasterId id="2147483956" r:id="rId7"/>
  </p:sldMasterIdLst>
  <p:notesMasterIdLst>
    <p:notesMasterId r:id="rId66"/>
  </p:notesMasterIdLst>
  <p:handoutMasterIdLst>
    <p:handoutMasterId r:id="rId67"/>
  </p:handoutMasterIdLst>
  <p:sldIdLst>
    <p:sldId id="2147481070" r:id="rId8"/>
    <p:sldId id="2147481095" r:id="rId9"/>
    <p:sldId id="2147475138" r:id="rId10"/>
    <p:sldId id="2147481096" r:id="rId11"/>
    <p:sldId id="2147481199" r:id="rId12"/>
    <p:sldId id="2147475137" r:id="rId13"/>
    <p:sldId id="2147480975" r:id="rId14"/>
    <p:sldId id="2147481066" r:id="rId15"/>
    <p:sldId id="2147480978" r:id="rId16"/>
    <p:sldId id="2147481105" r:id="rId17"/>
    <p:sldId id="2147481182" r:id="rId18"/>
    <p:sldId id="2147481186" r:id="rId19"/>
    <p:sldId id="2147481106" r:id="rId20"/>
    <p:sldId id="2147481185" r:id="rId21"/>
    <p:sldId id="2147481107" r:id="rId22"/>
    <p:sldId id="2147481183" r:id="rId23"/>
    <p:sldId id="2147481104" r:id="rId24"/>
    <p:sldId id="2147481109" r:id="rId25"/>
    <p:sldId id="2147481112" r:id="rId26"/>
    <p:sldId id="2147481108" r:id="rId27"/>
    <p:sldId id="2147481113" r:id="rId28"/>
    <p:sldId id="2147481188" r:id="rId29"/>
    <p:sldId id="2147481191" r:id="rId30"/>
    <p:sldId id="2147481190" r:id="rId31"/>
    <p:sldId id="2147481130" r:id="rId32"/>
    <p:sldId id="2147481132" r:id="rId33"/>
    <p:sldId id="2147481192" r:id="rId34"/>
    <p:sldId id="2147481193" r:id="rId35"/>
    <p:sldId id="2147481144" r:id="rId36"/>
    <p:sldId id="2147481142" r:id="rId37"/>
    <p:sldId id="2147481143" r:id="rId38"/>
    <p:sldId id="2147481184" r:id="rId39"/>
    <p:sldId id="2147481145" r:id="rId40"/>
    <p:sldId id="2147481146" r:id="rId41"/>
    <p:sldId id="2147481200" r:id="rId42"/>
    <p:sldId id="2147481147" r:id="rId43"/>
    <p:sldId id="2147481148" r:id="rId44"/>
    <p:sldId id="2147481149" r:id="rId45"/>
    <p:sldId id="2147481150" r:id="rId46"/>
    <p:sldId id="2147481151" r:id="rId47"/>
    <p:sldId id="2147481152" r:id="rId48"/>
    <p:sldId id="2147481204" r:id="rId49"/>
    <p:sldId id="2147481154" r:id="rId50"/>
    <p:sldId id="2147481155" r:id="rId51"/>
    <p:sldId id="2147481156" r:id="rId52"/>
    <p:sldId id="2147481157" r:id="rId53"/>
    <p:sldId id="2147479782" r:id="rId54"/>
    <p:sldId id="2147481201" r:id="rId55"/>
    <p:sldId id="2147481158" r:id="rId56"/>
    <p:sldId id="2147481159" r:id="rId57"/>
    <p:sldId id="2147481160" r:id="rId58"/>
    <p:sldId id="2147481202" r:id="rId59"/>
    <p:sldId id="2147481162" r:id="rId60"/>
    <p:sldId id="2147481203" r:id="rId61"/>
    <p:sldId id="2147481164" r:id="rId62"/>
    <p:sldId id="2147481197" r:id="rId63"/>
    <p:sldId id="2147481198" r:id="rId64"/>
    <p:sldId id="2147481033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04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4176" userDrawn="1">
          <p15:clr>
            <a:srgbClr val="A4A3A4"/>
          </p15:clr>
        </p15:guide>
        <p15:guide id="4" pos="39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B85504-0061-96B4-39EF-493A3EBA2EC0}" name="Jimenez Exposito, Maria Jesus" initials="JEMJ" userId="S::mariajesus.jimenezexposito@bms.com::68725d35-08e6-4dfc-b975-0eb640280b16" providerId="AD"/>
  <p188:author id="{419D3106-0DCE-06F7-1926-6BBE6924B81A}" name="Nitesh Sule" initials="NVS" userId="Nitesh Sule" providerId="None"/>
  <p188:author id="{FEC6C50B-60EA-FA44-BAF2-743EA34F1415}" name="Nazim Sayed" initials="" userId="S::Nazim.Sayed@Turacoz.com::0e231c4a-678a-41aa-942e-29516de0ba88" providerId="AD"/>
  <p188:author id="{97F6E814-DA94-D932-5405-B5F8A3917399}" name="Zubairi, Omama" initials="ZO" userId="S::omama.zubairi@bms.com::a810e59a-97d3-4568-adf5-9cdc31ca777a" providerId="AD"/>
  <p188:author id="{C4C5A918-5553-20C7-A537-BC0C06CBE1D2}" name="Wang, Qi" initials="WQ" userId="S::qiqi.wang@bms.com::76bcddcb-d76f-453e-8847-99dac261f837" providerId="AD"/>
  <p188:author id="{803F121E-5ECC-4DDB-3E82-8F19F9906411}" name="Craig, Christine" initials="CC" userId="S::Christine.Craig@parexel.com::0a06b3a6-ee75-4095-b516-fb2746a099d3" providerId="AD"/>
  <p188:author id="{BEF57928-0875-32B7-7388-4677303E960C}" name="Matteotti, Ronald" initials="MR" userId="S::ronald.matteotti@bms.com::af6a87e5-2972-41c4-8e52-def9b6b1cd84" providerId="AD"/>
  <p188:author id="{E1EC0336-D1BD-0F2F-C787-2CC08ADF2910}" name="Chen, Gong" initials="CG" userId="S::Gong.Chen@bms.com::4b8e02cc-ca4b-491a-923f-3e20cfc03e4d" providerId="AD"/>
  <p188:author id="{2F4EB437-5B66-71AF-9C27-B04B23D53C79}" name="Daniel, Richard" initials="RD" userId="S::Richard.Daniel@parexel.com::b9cfca05-147e-45a8-820b-0146cd0f49ed" providerId="AD"/>
  <p188:author id="{A53EAA41-4C6D-57FF-F29D-A310FF4A6EBC}" name="Dresch, Chris" initials="DC" userId="S::Chris.Dresch@parexel.com::cf798605-57e5-4252-99d4-4b4c45bda790" providerId="AD"/>
  <p188:author id="{957C7350-4539-B8FE-DF51-C37AA14242AF}" name="Singh, Prianka" initials="SP" userId="S::prianka.singh@bms.com::47172b9a-d47f-47f9-bfe8-4f10fbc9fb45" providerId="AD"/>
  <p188:author id="{202D9A62-F8AF-3040-B0E7-40929A521D36}" name="Shruti Banerjee Shah" initials="SS" userId="S::Shruti.Shah@Turacoz.com::84938d9b-a8b7-4ffb-8f9c-6f908f67c6bf" providerId="AD"/>
  <p188:author id="{C1954B6C-DA96-AA00-39C1-63440C097444}" name="THS " initials="DAC" userId="THS " providerId="None"/>
  <p188:author id="{A50CA973-2243-48E8-55A2-C3077D9C3709}" name="Turacoz Healthcare Solutions" initials="THS" userId="Turacoz Healthcare Solutions" providerId="None"/>
  <p188:author id="{7191FB75-BF67-7D8F-33B5-EA2C50BF9438}" name="Dhivya Ramalingam" initials="DR" userId="Dhivya Ramalingam" providerId="None"/>
  <p188:author id="{E406D17F-DA47-F406-4DDF-4C8B44B3FED4}" name="Christine Craig" initials="CC" userId="S::Christine.Craig@PAREXEL.com::0a06b3a6-ee75-4095-b516-fb2746a099d3" providerId="AD"/>
  <p188:author id="{474E5E8F-1A9D-5CA8-0D12-63F4F67DCFE2}" name="Guest User" initials="GU" userId="S::urn:spo:anon#0242c6e9ef254e205caaf1c8383d45130ff1c510ce23a4638ee8814bf6fe5bb5::" providerId="AD"/>
  <p188:author id="{E7B3629B-5AE3-1446-AAEB-1AA099F55714}" name="Wang, Qi" initials="" userId="S::QiQi.Wang@bms.com::76bcddcb-d76f-453e-8847-99dac261f837" providerId="AD"/>
  <p188:author id="{393801A2-00AE-13AF-BD36-4D9CB1AC4CB6}" name="Turacoz Scientific writer" initials="THS" userId="Turacoz Scientific writer" providerId="None"/>
  <p188:author id="{11F168D7-05D1-8293-120C-2B73187018DE}" name="Soushko, Maria" initials="MS" userId="S::Maria.Soushko@parexel.com::66ff7cab-3bc1-445c-968d-972b607bd05b" providerId="AD"/>
  <p188:author id="{B2CA1BE0-AC5A-1CF6-3BDD-910C3E43709D}" name="Slattery, Cara" initials="SC" userId="S::cara.slattery@bms.com::fbaedf11-e7f7-4b60-afb5-448042340d6e" providerId="AD"/>
  <p188:author id="{CDC32AE3-459A-F7B8-826F-9D7AB72BC319}" name="Dr Edwina Thomas" initials="ET" userId="S::Edwina.Thomas@Turacoz.com::dc6729dc-516e-4c5b-8e2c-aef7ab04baae" providerId="AD"/>
  <p188:author id="{CC62BDF0-31E3-0BBB-6905-1FB72378CC53}" name="Slattery, Cara" initials="SC" userId="S::Cara.Slattery@bms.com::fbaedf11-e7f7-4b60-afb5-448042340d6e" providerId="AD"/>
  <p188:author id="{F690F8FA-295B-DB45-1D51-C7FA2B3D1F2B}" name="Scientific Writer" initials="SW" userId="Scientific Writer" providerId="None"/>
  <p188:author id="{60D25CFE-BB32-C0DF-63B8-6214D3E471DB}" name="Scott, Andrew" initials="AS" userId="S::Andrew.Scott@parexel.com::5584522f-310c-4de6-b7a5-b3884a7e17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8FB"/>
    <a:srgbClr val="F5D2F4"/>
    <a:srgbClr val="BB13B8"/>
    <a:srgbClr val="BE2BBB"/>
    <a:srgbClr val="929292"/>
    <a:srgbClr val="A360A3"/>
    <a:srgbClr val="595454"/>
    <a:srgbClr val="DEDCDC"/>
    <a:srgbClr val="FFFFFF"/>
    <a:srgbClr val="BA44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22476D-252A-4E48-8325-C9DA960A8236}" v="2134" dt="2026-08-04T08:07:24.851"/>
    <p1510:client id="{25330DED-8148-458A-8E13-8C036247EEAE}" v="1385" dt="2026-08-04T07:36:42.794"/>
    <p1510:client id="{3EEB2347-EA62-4C6E-AF3C-32F8E1DA8965}" v="1946" dt="2026-08-04T13:58:42.982"/>
    <p1510:client id="{9255372B-DB36-4609-9DF3-5D3E6605A754}" v="1637" dt="2026-08-04T13:57:08.502"/>
    <p1510:client id="{D557C7CD-1B76-4824-BBFF-3BB613B5F8E3}" v="3" dt="2026-08-04T06:37:41.258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904"/>
        <p:guide pos="312"/>
        <p:guide orient="horz" pos="4176"/>
        <p:guide pos="39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notesMaster" Target="notesMasters/notesMaster1.xml"/><Relationship Id="rId74" Type="http://schemas.microsoft.com/office/2018/10/relationships/authors" Target="author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4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viewProps" Target="view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" Type="http://schemas.openxmlformats.org/officeDocument/2006/relationships/slideMaster" Target="slideMasters/slideMaster4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nuradha Chatterjee" userId="8e885c21-2c28-4ccc-8b23-e3c974e04e62" providerId="ADAL" clId="{2955D850-219D-422B-B079-564DB8DA8646}"/>
    <pc:docChg chg="modSld">
      <pc:chgData name="Dr. Anuradha Chatterjee" userId="8e885c21-2c28-4ccc-8b23-e3c974e04e62" providerId="ADAL" clId="{2955D850-219D-422B-B079-564DB8DA8646}" dt="2026-08-04T06:37:41.242" v="2" actId="14100"/>
      <pc:docMkLst>
        <pc:docMk/>
      </pc:docMkLst>
      <pc:sldChg chg="modSp mod">
        <pc:chgData name="Dr. Anuradha Chatterjee" userId="8e885c21-2c28-4ccc-8b23-e3c974e04e62" providerId="ADAL" clId="{2955D850-219D-422B-B079-564DB8DA8646}" dt="2026-08-04T06:37:41.242" v="2" actId="14100"/>
        <pc:sldMkLst>
          <pc:docMk/>
          <pc:sldMk cId="3884273770" sldId="2147481112"/>
        </pc:sldMkLst>
        <pc:spChg chg="mod">
          <ac:chgData name="Dr. Anuradha Chatterjee" userId="8e885c21-2c28-4ccc-8b23-e3c974e04e62" providerId="ADAL" clId="{2955D850-219D-422B-B079-564DB8DA8646}" dt="2026-08-04T06:37:41.242" v="2" actId="14100"/>
          <ac:spMkLst>
            <pc:docMk/>
            <pc:sldMk cId="3884273770" sldId="2147481112"/>
            <ac:spMk id="2" creationId="{4150C7B1-D494-30E7-74D9-52146308B271}"/>
          </ac:spMkLst>
        </pc:spChg>
      </pc:sldChg>
    </pc:docChg>
  </pc:docChgLst>
  <pc:docChgLst>
    <pc:chgData name="Anju Dhiman" userId="f40a4a77-6bd7-4dbc-98f0-ec74719fbf24" providerId="ADAL" clId="{6021AB6E-E3D4-49DA-8949-CAAFD1F045A6}"/>
    <pc:docChg chg="undo custSel addSld delSld modSld sldOrd modMainMaster delSection">
      <pc:chgData name="Anju Dhiman" userId="f40a4a77-6bd7-4dbc-98f0-ec74719fbf24" providerId="ADAL" clId="{6021AB6E-E3D4-49DA-8949-CAAFD1F045A6}" dt="2026-08-04T13:57:08.502" v="8405" actId="20577"/>
      <pc:docMkLst>
        <pc:docMk/>
      </pc:docMkLst>
      <pc:sldChg chg="modSp mod">
        <pc:chgData name="Anju Dhiman" userId="f40a4a77-6bd7-4dbc-98f0-ec74719fbf24" providerId="ADAL" clId="{6021AB6E-E3D4-49DA-8949-CAAFD1F045A6}" dt="2026-08-04T08:22:26.737" v="5914" actId="20577"/>
        <pc:sldMkLst>
          <pc:docMk/>
          <pc:sldMk cId="1509269459" sldId="2147475138"/>
        </pc:sldMkLst>
        <pc:graphicFrameChg chg="mod modGraphic">
          <ac:chgData name="Anju Dhiman" userId="f40a4a77-6bd7-4dbc-98f0-ec74719fbf24" providerId="ADAL" clId="{6021AB6E-E3D4-49DA-8949-CAAFD1F045A6}" dt="2026-08-04T08:22:26.737" v="5914" actId="20577"/>
          <ac:graphicFrameMkLst>
            <pc:docMk/>
            <pc:sldMk cId="1509269459" sldId="2147475138"/>
            <ac:graphicFrameMk id="7" creationId="{1E6A86D1-770E-AFC8-0386-496AD60FE7A1}"/>
          </ac:graphicFrameMkLst>
        </pc:graphicFrameChg>
      </pc:sldChg>
      <pc:sldChg chg="addSp delSp modSp add mod ord modTransition">
        <pc:chgData name="Anju Dhiman" userId="f40a4a77-6bd7-4dbc-98f0-ec74719fbf24" providerId="ADAL" clId="{6021AB6E-E3D4-49DA-8949-CAAFD1F045A6}" dt="2026-08-04T13:52:30.063" v="8356" actId="20577"/>
        <pc:sldMkLst>
          <pc:docMk/>
          <pc:sldMk cId="110082143" sldId="2147479782"/>
        </pc:sldMkLst>
        <pc:spChg chg="mod">
          <ac:chgData name="Anju Dhiman" userId="f40a4a77-6bd7-4dbc-98f0-ec74719fbf24" providerId="ADAL" clId="{6021AB6E-E3D4-49DA-8949-CAAFD1F045A6}" dt="2026-08-04T05:25:14.960" v="3968" actId="1076"/>
          <ac:spMkLst>
            <pc:docMk/>
            <pc:sldMk cId="110082143" sldId="2147479782"/>
            <ac:spMk id="3" creationId="{4133A0F7-2D53-3006-F98F-252075B13BB6}"/>
          </ac:spMkLst>
        </pc:spChg>
        <pc:spChg chg="del">
          <ac:chgData name="Anju Dhiman" userId="f40a4a77-6bd7-4dbc-98f0-ec74719fbf24" providerId="ADAL" clId="{6021AB6E-E3D4-49DA-8949-CAAFD1F045A6}" dt="2026-08-03T13:58:21.606" v="2892" actId="21"/>
          <ac:spMkLst>
            <pc:docMk/>
            <pc:sldMk cId="110082143" sldId="2147479782"/>
            <ac:spMk id="4" creationId="{65C040D0-4E98-A525-38A0-E65228E1D773}"/>
          </ac:spMkLst>
        </pc:spChg>
        <pc:spChg chg="mod">
          <ac:chgData name="Anju Dhiman" userId="f40a4a77-6bd7-4dbc-98f0-ec74719fbf24" providerId="ADAL" clId="{6021AB6E-E3D4-49DA-8949-CAAFD1F045A6}" dt="2026-08-04T11:16:36.728" v="7258" actId="1076"/>
          <ac:spMkLst>
            <pc:docMk/>
            <pc:sldMk cId="110082143" sldId="2147479782"/>
            <ac:spMk id="5" creationId="{8889DC7A-84D6-6257-CFF2-FAC7F7371876}"/>
          </ac:spMkLst>
        </pc:spChg>
        <pc:spChg chg="del mod">
          <ac:chgData name="Anju Dhiman" userId="f40a4a77-6bd7-4dbc-98f0-ec74719fbf24" providerId="ADAL" clId="{6021AB6E-E3D4-49DA-8949-CAAFD1F045A6}" dt="2026-08-04T10:55:11.775" v="6716"/>
          <ac:spMkLst>
            <pc:docMk/>
            <pc:sldMk cId="110082143" sldId="2147479782"/>
            <ac:spMk id="7" creationId="{2AD99D83-5E3A-7628-EF1C-E7E58C3D6C19}"/>
          </ac:spMkLst>
        </pc:spChg>
        <pc:spChg chg="add del">
          <ac:chgData name="Anju Dhiman" userId="f40a4a77-6bd7-4dbc-98f0-ec74719fbf24" providerId="ADAL" clId="{6021AB6E-E3D4-49DA-8949-CAAFD1F045A6}" dt="2026-08-03T14:03:21.718" v="3066" actId="22"/>
          <ac:spMkLst>
            <pc:docMk/>
            <pc:sldMk cId="110082143" sldId="2147479782"/>
            <ac:spMk id="8" creationId="{37A0D3B8-E8CD-065B-D271-D40A0D3A72EA}"/>
          </ac:spMkLst>
        </pc:spChg>
        <pc:spChg chg="mod">
          <ac:chgData name="Anju Dhiman" userId="f40a4a77-6bd7-4dbc-98f0-ec74719fbf24" providerId="ADAL" clId="{6021AB6E-E3D4-49DA-8949-CAAFD1F045A6}" dt="2026-08-04T13:52:30.063" v="8356" actId="20577"/>
          <ac:spMkLst>
            <pc:docMk/>
            <pc:sldMk cId="110082143" sldId="2147479782"/>
            <ac:spMk id="9" creationId="{502A7902-6D07-CA00-8BA9-C1702791EBE3}"/>
          </ac:spMkLst>
        </pc:spChg>
        <pc:spChg chg="mod">
          <ac:chgData name="Anju Dhiman" userId="f40a4a77-6bd7-4dbc-98f0-ec74719fbf24" providerId="ADAL" clId="{6021AB6E-E3D4-49DA-8949-CAAFD1F045A6}" dt="2026-08-04T11:15:30.810" v="7243" actId="1076"/>
          <ac:spMkLst>
            <pc:docMk/>
            <pc:sldMk cId="110082143" sldId="2147479782"/>
            <ac:spMk id="10" creationId="{BEE7986F-34F8-ABA1-ED7B-E5E95A9D4AD8}"/>
          </ac:spMkLst>
        </pc:spChg>
        <pc:spChg chg="mod">
          <ac:chgData name="Anju Dhiman" userId="f40a4a77-6bd7-4dbc-98f0-ec74719fbf24" providerId="ADAL" clId="{6021AB6E-E3D4-49DA-8949-CAAFD1F045A6}" dt="2026-08-04T11:14:04.905" v="7213" actId="20577"/>
          <ac:spMkLst>
            <pc:docMk/>
            <pc:sldMk cId="110082143" sldId="2147479782"/>
            <ac:spMk id="11" creationId="{D10866B8-EC98-374D-22E7-A78F8FA6BBF5}"/>
          </ac:spMkLst>
        </pc:spChg>
        <pc:spChg chg="add del">
          <ac:chgData name="Anju Dhiman" userId="f40a4a77-6bd7-4dbc-98f0-ec74719fbf24" providerId="ADAL" clId="{6021AB6E-E3D4-49DA-8949-CAAFD1F045A6}" dt="2026-08-03T14:03:21.070" v="3065" actId="22"/>
          <ac:spMkLst>
            <pc:docMk/>
            <pc:sldMk cId="110082143" sldId="2147479782"/>
            <ac:spMk id="13" creationId="{3982B279-6761-50B3-0A73-41C95A6B5A9D}"/>
          </ac:spMkLst>
        </pc:spChg>
        <pc:spChg chg="del">
          <ac:chgData name="Anju Dhiman" userId="f40a4a77-6bd7-4dbc-98f0-ec74719fbf24" providerId="ADAL" clId="{6021AB6E-E3D4-49DA-8949-CAAFD1F045A6}" dt="2026-08-04T11:15:48.118" v="7246" actId="21"/>
          <ac:spMkLst>
            <pc:docMk/>
            <pc:sldMk cId="110082143" sldId="2147479782"/>
            <ac:spMk id="14" creationId="{A8532999-894C-EBA1-31FB-308EAD248E26}"/>
          </ac:spMkLst>
        </pc:spChg>
        <pc:spChg chg="add mod">
          <ac:chgData name="Anju Dhiman" userId="f40a4a77-6bd7-4dbc-98f0-ec74719fbf24" providerId="ADAL" clId="{6021AB6E-E3D4-49DA-8949-CAAFD1F045A6}" dt="2026-08-04T05:23:14.059" v="3954" actId="207"/>
          <ac:spMkLst>
            <pc:docMk/>
            <pc:sldMk cId="110082143" sldId="2147479782"/>
            <ac:spMk id="15" creationId="{1F220CEC-813D-4CB9-3CD5-FB2465AA1631}"/>
          </ac:spMkLst>
        </pc:spChg>
        <pc:spChg chg="del">
          <ac:chgData name="Anju Dhiman" userId="f40a4a77-6bd7-4dbc-98f0-ec74719fbf24" providerId="ADAL" clId="{6021AB6E-E3D4-49DA-8949-CAAFD1F045A6}" dt="2026-08-03T13:58:25.831" v="2893" actId="21"/>
          <ac:spMkLst>
            <pc:docMk/>
            <pc:sldMk cId="110082143" sldId="2147479782"/>
            <ac:spMk id="16" creationId="{71D9CB0A-5914-8174-B5B0-AC3067572458}"/>
          </ac:spMkLst>
        </pc:spChg>
        <pc:spChg chg="add mod">
          <ac:chgData name="Anju Dhiman" userId="f40a4a77-6bd7-4dbc-98f0-ec74719fbf24" providerId="ADAL" clId="{6021AB6E-E3D4-49DA-8949-CAAFD1F045A6}" dt="2026-08-04T11:16:12.653" v="7252" actId="1076"/>
          <ac:spMkLst>
            <pc:docMk/>
            <pc:sldMk cId="110082143" sldId="2147479782"/>
            <ac:spMk id="16" creationId="{8FEE7C62-21AB-6011-CFEC-26549A5AC5F8}"/>
          </ac:spMkLst>
        </pc:spChg>
        <pc:spChg chg="add mod">
          <ac:chgData name="Anju Dhiman" userId="f40a4a77-6bd7-4dbc-98f0-ec74719fbf24" providerId="ADAL" clId="{6021AB6E-E3D4-49DA-8949-CAAFD1F045A6}" dt="2026-08-04T11:17:45.326" v="7280" actId="1076"/>
          <ac:spMkLst>
            <pc:docMk/>
            <pc:sldMk cId="110082143" sldId="2147479782"/>
            <ac:spMk id="28" creationId="{3DE39C82-2D6B-70D0-9DB8-C7B3B2A83D45}"/>
          </ac:spMkLst>
        </pc:spChg>
        <pc:spChg chg="add del mod">
          <ac:chgData name="Anju Dhiman" userId="f40a4a77-6bd7-4dbc-98f0-ec74719fbf24" providerId="ADAL" clId="{6021AB6E-E3D4-49DA-8949-CAAFD1F045A6}" dt="2026-08-03T14:03:09.377" v="3062" actId="21"/>
          <ac:spMkLst>
            <pc:docMk/>
            <pc:sldMk cId="110082143" sldId="2147479782"/>
            <ac:spMk id="32" creationId="{79A74BA7-1D16-4625-8283-45321F365022}"/>
          </ac:spMkLst>
        </pc:spChg>
        <pc:spChg chg="add del mod">
          <ac:chgData name="Anju Dhiman" userId="f40a4a77-6bd7-4dbc-98f0-ec74719fbf24" providerId="ADAL" clId="{6021AB6E-E3D4-49DA-8949-CAAFD1F045A6}" dt="2026-08-03T14:03:05.753" v="3061" actId="21"/>
          <ac:spMkLst>
            <pc:docMk/>
            <pc:sldMk cId="110082143" sldId="2147479782"/>
            <ac:spMk id="33" creationId="{84A5FC87-2DE1-09E9-1B1B-C430F885AE62}"/>
          </ac:spMkLst>
        </pc:spChg>
        <pc:spChg chg="add del mod">
          <ac:chgData name="Anju Dhiman" userId="f40a4a77-6bd7-4dbc-98f0-ec74719fbf24" providerId="ADAL" clId="{6021AB6E-E3D4-49DA-8949-CAAFD1F045A6}" dt="2026-08-04T11:17:52.600" v="7282" actId="1076"/>
          <ac:spMkLst>
            <pc:docMk/>
            <pc:sldMk cId="110082143" sldId="2147479782"/>
            <ac:spMk id="34" creationId="{C38CE9A9-8ABC-589A-96E5-0D3A54538F45}"/>
          </ac:spMkLst>
        </pc:spChg>
        <pc:spChg chg="add del mod">
          <ac:chgData name="Anju Dhiman" userId="f40a4a77-6bd7-4dbc-98f0-ec74719fbf24" providerId="ADAL" clId="{6021AB6E-E3D4-49DA-8949-CAAFD1F045A6}" dt="2026-08-04T11:17:49.738" v="7281" actId="1076"/>
          <ac:spMkLst>
            <pc:docMk/>
            <pc:sldMk cId="110082143" sldId="2147479782"/>
            <ac:spMk id="35" creationId="{02703B8B-46E1-F935-495E-BE95794E0043}"/>
          </ac:spMkLst>
        </pc:spChg>
        <pc:spChg chg="mod">
          <ac:chgData name="Anju Dhiman" userId="f40a4a77-6bd7-4dbc-98f0-ec74719fbf24" providerId="ADAL" clId="{6021AB6E-E3D4-49DA-8949-CAAFD1F045A6}" dt="2026-08-04T05:22:56.977" v="3951" actId="207"/>
          <ac:spMkLst>
            <pc:docMk/>
            <pc:sldMk cId="110082143" sldId="2147479782"/>
            <ac:spMk id="36" creationId="{B78CB76D-D6C6-A40B-08D1-7C49989E8D2D}"/>
          </ac:spMkLst>
        </pc:spChg>
        <pc:spChg chg="mod">
          <ac:chgData name="Anju Dhiman" userId="f40a4a77-6bd7-4dbc-98f0-ec74719fbf24" providerId="ADAL" clId="{6021AB6E-E3D4-49DA-8949-CAAFD1F045A6}" dt="2026-08-04T05:22:59.509" v="3952" actId="207"/>
          <ac:spMkLst>
            <pc:docMk/>
            <pc:sldMk cId="110082143" sldId="2147479782"/>
            <ac:spMk id="37" creationId="{9682CBB7-A0DB-EB65-9D1A-746B2F6323DD}"/>
          </ac:spMkLst>
        </pc:spChg>
        <pc:spChg chg="mod">
          <ac:chgData name="Anju Dhiman" userId="f40a4a77-6bd7-4dbc-98f0-ec74719fbf24" providerId="ADAL" clId="{6021AB6E-E3D4-49DA-8949-CAAFD1F045A6}" dt="2026-08-04T05:22:51.163" v="3949" actId="207"/>
          <ac:spMkLst>
            <pc:docMk/>
            <pc:sldMk cId="110082143" sldId="2147479782"/>
            <ac:spMk id="38" creationId="{AB5FA0EF-C5C6-DBD5-EDF0-278E74B40204}"/>
          </ac:spMkLst>
        </pc:spChg>
        <pc:spChg chg="mod">
          <ac:chgData name="Anju Dhiman" userId="f40a4a77-6bd7-4dbc-98f0-ec74719fbf24" providerId="ADAL" clId="{6021AB6E-E3D4-49DA-8949-CAAFD1F045A6}" dt="2026-08-04T05:22:54.653" v="3950" actId="207"/>
          <ac:spMkLst>
            <pc:docMk/>
            <pc:sldMk cId="110082143" sldId="2147479782"/>
            <ac:spMk id="39" creationId="{EF61C8FA-F5A1-86AB-9181-9ECFE35BF920}"/>
          </ac:spMkLst>
        </pc:spChg>
        <pc:picChg chg="add del mod">
          <ac:chgData name="Anju Dhiman" userId="f40a4a77-6bd7-4dbc-98f0-ec74719fbf24" providerId="ADAL" clId="{6021AB6E-E3D4-49DA-8949-CAAFD1F045A6}" dt="2026-08-04T11:17:19.979" v="7275" actId="21"/>
          <ac:picMkLst>
            <pc:docMk/>
            <pc:sldMk cId="110082143" sldId="2147479782"/>
            <ac:picMk id="2" creationId="{CED69F74-BB7F-9093-4151-AA6DD96F020B}"/>
          </ac:picMkLst>
        </pc:picChg>
        <pc:picChg chg="add del mod">
          <ac:chgData name="Anju Dhiman" userId="f40a4a77-6bd7-4dbc-98f0-ec74719fbf24" providerId="ADAL" clId="{6021AB6E-E3D4-49DA-8949-CAAFD1F045A6}" dt="2026-08-04T11:17:25.162" v="7276" actId="21"/>
          <ac:picMkLst>
            <pc:docMk/>
            <pc:sldMk cId="110082143" sldId="2147479782"/>
            <ac:picMk id="4" creationId="{AEB4996B-31C1-8325-6C93-2AEB02256CFB}"/>
          </ac:picMkLst>
        </pc:picChg>
        <pc:picChg chg="add del mod">
          <ac:chgData name="Anju Dhiman" userId="f40a4a77-6bd7-4dbc-98f0-ec74719fbf24" providerId="ADAL" clId="{6021AB6E-E3D4-49DA-8949-CAAFD1F045A6}" dt="2026-08-04T11:17:34.130" v="7278" actId="21"/>
          <ac:picMkLst>
            <pc:docMk/>
            <pc:sldMk cId="110082143" sldId="2147479782"/>
            <ac:picMk id="8" creationId="{C4F96E29-9B01-34BE-0CA8-B12E1E791945}"/>
          </ac:picMkLst>
        </pc:picChg>
        <pc:picChg chg="add del mod">
          <ac:chgData name="Anju Dhiman" userId="f40a4a77-6bd7-4dbc-98f0-ec74719fbf24" providerId="ADAL" clId="{6021AB6E-E3D4-49DA-8949-CAAFD1F045A6}" dt="2026-08-04T11:17:38.365" v="7279" actId="21"/>
          <ac:picMkLst>
            <pc:docMk/>
            <pc:sldMk cId="110082143" sldId="2147479782"/>
            <ac:picMk id="12" creationId="{2C984547-0AA5-F630-34E0-E8B3BBB951E0}"/>
          </ac:picMkLst>
        </pc:picChg>
        <pc:picChg chg="del">
          <ac:chgData name="Anju Dhiman" userId="f40a4a77-6bd7-4dbc-98f0-ec74719fbf24" providerId="ADAL" clId="{6021AB6E-E3D4-49DA-8949-CAAFD1F045A6}" dt="2026-08-03T13:57:57.222" v="2885" actId="21"/>
          <ac:picMkLst>
            <pc:docMk/>
            <pc:sldMk cId="110082143" sldId="2147479782"/>
            <ac:picMk id="40" creationId="{9962BD97-0673-B9A5-143A-FF57F3F850CC}"/>
          </ac:picMkLst>
        </pc:picChg>
        <pc:picChg chg="del">
          <ac:chgData name="Anju Dhiman" userId="f40a4a77-6bd7-4dbc-98f0-ec74719fbf24" providerId="ADAL" clId="{6021AB6E-E3D4-49DA-8949-CAAFD1F045A6}" dt="2026-08-03T13:57:59.501" v="2886" actId="21"/>
          <ac:picMkLst>
            <pc:docMk/>
            <pc:sldMk cId="110082143" sldId="2147479782"/>
            <ac:picMk id="41" creationId="{23226CAD-743C-49A3-B481-A666B2520D5E}"/>
          </ac:picMkLst>
        </pc:picChg>
        <pc:picChg chg="del">
          <ac:chgData name="Anju Dhiman" userId="f40a4a77-6bd7-4dbc-98f0-ec74719fbf24" providerId="ADAL" clId="{6021AB6E-E3D4-49DA-8949-CAAFD1F045A6}" dt="2026-08-03T13:58:01.714" v="2887" actId="21"/>
          <ac:picMkLst>
            <pc:docMk/>
            <pc:sldMk cId="110082143" sldId="2147479782"/>
            <ac:picMk id="42" creationId="{2FCC1F0F-1920-A8D1-05AE-F9A6388A840D}"/>
          </ac:picMkLst>
        </pc:picChg>
        <pc:picChg chg="del">
          <ac:chgData name="Anju Dhiman" userId="f40a4a77-6bd7-4dbc-98f0-ec74719fbf24" providerId="ADAL" clId="{6021AB6E-E3D4-49DA-8949-CAAFD1F045A6}" dt="2026-08-03T13:58:09.608" v="2890" actId="21"/>
          <ac:picMkLst>
            <pc:docMk/>
            <pc:sldMk cId="110082143" sldId="2147479782"/>
            <ac:picMk id="56" creationId="{B5BA53DA-455A-F4B3-2708-32E1947CF952}"/>
          </ac:picMkLst>
        </pc:picChg>
      </pc:sldChg>
      <pc:sldChg chg="delSp mod">
        <pc:chgData name="Anju Dhiman" userId="f40a4a77-6bd7-4dbc-98f0-ec74719fbf24" providerId="ADAL" clId="{6021AB6E-E3D4-49DA-8949-CAAFD1F045A6}" dt="2026-08-03T08:56:58.715" v="3" actId="21"/>
        <pc:sldMkLst>
          <pc:docMk/>
          <pc:sldMk cId="1279894256" sldId="2147480975"/>
        </pc:sldMkLst>
        <pc:spChg chg="del">
          <ac:chgData name="Anju Dhiman" userId="f40a4a77-6bd7-4dbc-98f0-ec74719fbf24" providerId="ADAL" clId="{6021AB6E-E3D4-49DA-8949-CAAFD1F045A6}" dt="2026-08-03T08:56:58.715" v="3" actId="21"/>
          <ac:spMkLst>
            <pc:docMk/>
            <pc:sldMk cId="1279894256" sldId="2147480975"/>
            <ac:spMk id="41" creationId="{6858871A-05F3-3E84-7B14-640EF0712F0C}"/>
          </ac:spMkLst>
        </pc:spChg>
      </pc:sldChg>
      <pc:sldChg chg="modSp mod">
        <pc:chgData name="Anju Dhiman" userId="f40a4a77-6bd7-4dbc-98f0-ec74719fbf24" providerId="ADAL" clId="{6021AB6E-E3D4-49DA-8949-CAAFD1F045A6}" dt="2026-08-04T04:51:11.487" v="3931" actId="20577"/>
        <pc:sldMkLst>
          <pc:docMk/>
          <pc:sldMk cId="541425185" sldId="2147480978"/>
        </pc:sldMkLst>
        <pc:spChg chg="mod">
          <ac:chgData name="Anju Dhiman" userId="f40a4a77-6bd7-4dbc-98f0-ec74719fbf24" providerId="ADAL" clId="{6021AB6E-E3D4-49DA-8949-CAAFD1F045A6}" dt="2026-08-03T09:05:44.397" v="21" actId="113"/>
          <ac:spMkLst>
            <pc:docMk/>
            <pc:sldMk cId="541425185" sldId="2147480978"/>
            <ac:spMk id="3" creationId="{6CB21FA0-E448-7BE5-97FC-21F2F3CD00CE}"/>
          </ac:spMkLst>
        </pc:spChg>
        <pc:spChg chg="mod">
          <ac:chgData name="Anju Dhiman" userId="f40a4a77-6bd7-4dbc-98f0-ec74719fbf24" providerId="ADAL" clId="{6021AB6E-E3D4-49DA-8949-CAAFD1F045A6}" dt="2026-08-03T09:11:38.108" v="53" actId="1076"/>
          <ac:spMkLst>
            <pc:docMk/>
            <pc:sldMk cId="541425185" sldId="2147480978"/>
            <ac:spMk id="8" creationId="{B48FCE01-DCE7-BB59-E5A2-F9550DE7093C}"/>
          </ac:spMkLst>
        </pc:spChg>
        <pc:spChg chg="mod">
          <ac:chgData name="Anju Dhiman" userId="f40a4a77-6bd7-4dbc-98f0-ec74719fbf24" providerId="ADAL" clId="{6021AB6E-E3D4-49DA-8949-CAAFD1F045A6}" dt="2026-08-04T04:51:11.487" v="3931" actId="20577"/>
          <ac:spMkLst>
            <pc:docMk/>
            <pc:sldMk cId="541425185" sldId="2147480978"/>
            <ac:spMk id="9" creationId="{3049732C-884C-3CF0-9EEC-DEE0FBD13994}"/>
          </ac:spMkLst>
        </pc:spChg>
        <pc:picChg chg="mod">
          <ac:chgData name="Anju Dhiman" userId="f40a4a77-6bd7-4dbc-98f0-ec74719fbf24" providerId="ADAL" clId="{6021AB6E-E3D4-49DA-8949-CAAFD1F045A6}" dt="2026-08-03T09:11:00.562" v="27" actId="14100"/>
          <ac:picMkLst>
            <pc:docMk/>
            <pc:sldMk cId="541425185" sldId="2147480978"/>
            <ac:picMk id="5" creationId="{4BC57675-64B1-0361-4853-412EF5724DB3}"/>
          </ac:picMkLst>
        </pc:picChg>
      </pc:sldChg>
      <pc:sldChg chg="modSp mod">
        <pc:chgData name="Anju Dhiman" userId="f40a4a77-6bd7-4dbc-98f0-ec74719fbf24" providerId="ADAL" clId="{6021AB6E-E3D4-49DA-8949-CAAFD1F045A6}" dt="2026-08-03T08:58:44.518" v="10" actId="113"/>
        <pc:sldMkLst>
          <pc:docMk/>
          <pc:sldMk cId="1879107522" sldId="2147481066"/>
        </pc:sldMkLst>
        <pc:spChg chg="mod">
          <ac:chgData name="Anju Dhiman" userId="f40a4a77-6bd7-4dbc-98f0-ec74719fbf24" providerId="ADAL" clId="{6021AB6E-E3D4-49DA-8949-CAAFD1F045A6}" dt="2026-08-03T08:58:44.518" v="10" actId="113"/>
          <ac:spMkLst>
            <pc:docMk/>
            <pc:sldMk cId="1879107522" sldId="2147481066"/>
            <ac:spMk id="2" creationId="{6E887F61-A3EA-03B9-17F1-18AF6354A1AC}"/>
          </ac:spMkLst>
        </pc:spChg>
      </pc:sldChg>
      <pc:sldChg chg="modSp mod">
        <pc:chgData name="Anju Dhiman" userId="f40a4a77-6bd7-4dbc-98f0-ec74719fbf24" providerId="ADAL" clId="{6021AB6E-E3D4-49DA-8949-CAAFD1F045A6}" dt="2026-08-04T08:13:33.748" v="5336" actId="20577"/>
        <pc:sldMkLst>
          <pc:docMk/>
          <pc:sldMk cId="3080582204" sldId="2147481070"/>
        </pc:sldMkLst>
        <pc:spChg chg="mod">
          <ac:chgData name="Anju Dhiman" userId="f40a4a77-6bd7-4dbc-98f0-ec74719fbf24" providerId="ADAL" clId="{6021AB6E-E3D4-49DA-8949-CAAFD1F045A6}" dt="2026-08-04T08:13:28.755" v="5334" actId="20577"/>
          <ac:spMkLst>
            <pc:docMk/>
            <pc:sldMk cId="3080582204" sldId="2147481070"/>
            <ac:spMk id="6" creationId="{9E09B8E7-3259-C40E-738E-D431B6BC1ECD}"/>
          </ac:spMkLst>
        </pc:spChg>
        <pc:spChg chg="mod">
          <ac:chgData name="Anju Dhiman" userId="f40a4a77-6bd7-4dbc-98f0-ec74719fbf24" providerId="ADAL" clId="{6021AB6E-E3D4-49DA-8949-CAAFD1F045A6}" dt="2026-08-04T08:13:33.748" v="5336" actId="20577"/>
          <ac:spMkLst>
            <pc:docMk/>
            <pc:sldMk cId="3080582204" sldId="2147481070"/>
            <ac:spMk id="19" creationId="{8D2A6CE9-9425-2101-C7F8-C9CB1A8F3505}"/>
          </ac:spMkLst>
        </pc:spChg>
      </pc:sldChg>
      <pc:sldChg chg="addSp modSp mod">
        <pc:chgData name="Anju Dhiman" userId="f40a4a77-6bd7-4dbc-98f0-ec74719fbf24" providerId="ADAL" clId="{6021AB6E-E3D4-49DA-8949-CAAFD1F045A6}" dt="2026-08-04T08:14:56.584" v="5380" actId="20577"/>
        <pc:sldMkLst>
          <pc:docMk/>
          <pc:sldMk cId="3570032804" sldId="2147481095"/>
        </pc:sldMkLst>
        <pc:spChg chg="add mod">
          <ac:chgData name="Anju Dhiman" userId="f40a4a77-6bd7-4dbc-98f0-ec74719fbf24" providerId="ADAL" clId="{6021AB6E-E3D4-49DA-8949-CAAFD1F045A6}" dt="2026-08-03T07:37:13.705" v="0" actId="767"/>
          <ac:spMkLst>
            <pc:docMk/>
            <pc:sldMk cId="3570032804" sldId="2147481095"/>
            <ac:spMk id="4" creationId="{CF2C7993-A0E2-6F99-BAE5-E650CFE69A2A}"/>
          </ac:spMkLst>
        </pc:spChg>
        <pc:spChg chg="add mod">
          <ac:chgData name="Anju Dhiman" userId="f40a4a77-6bd7-4dbc-98f0-ec74719fbf24" providerId="ADAL" clId="{6021AB6E-E3D4-49DA-8949-CAAFD1F045A6}" dt="2026-08-03T07:37:20.593" v="1" actId="767"/>
          <ac:spMkLst>
            <pc:docMk/>
            <pc:sldMk cId="3570032804" sldId="2147481095"/>
            <ac:spMk id="6" creationId="{F8B4BB9D-D7AC-C05C-C105-3FA21EF7A830}"/>
          </ac:spMkLst>
        </pc:spChg>
        <pc:spChg chg="add mod">
          <ac:chgData name="Anju Dhiman" userId="f40a4a77-6bd7-4dbc-98f0-ec74719fbf24" providerId="ADAL" clId="{6021AB6E-E3D4-49DA-8949-CAAFD1F045A6}" dt="2026-08-03T07:37:29.674" v="2" actId="767"/>
          <ac:spMkLst>
            <pc:docMk/>
            <pc:sldMk cId="3570032804" sldId="2147481095"/>
            <ac:spMk id="11" creationId="{360E848D-D002-E554-CA59-59CDD2BD2493}"/>
          </ac:spMkLst>
        </pc:spChg>
        <pc:spChg chg="mod">
          <ac:chgData name="Anju Dhiman" userId="f40a4a77-6bd7-4dbc-98f0-ec74719fbf24" providerId="ADAL" clId="{6021AB6E-E3D4-49DA-8949-CAAFD1F045A6}" dt="2026-08-04T05:34:40.954" v="4174" actId="20577"/>
          <ac:spMkLst>
            <pc:docMk/>
            <pc:sldMk cId="3570032804" sldId="2147481095"/>
            <ac:spMk id="33" creationId="{711815CB-352F-9730-97D7-08966B30D77A}"/>
          </ac:spMkLst>
        </pc:spChg>
        <pc:spChg chg="mod">
          <ac:chgData name="Anju Dhiman" userId="f40a4a77-6bd7-4dbc-98f0-ec74719fbf24" providerId="ADAL" clId="{6021AB6E-E3D4-49DA-8949-CAAFD1F045A6}" dt="2026-08-04T08:14:56.584" v="5380" actId="20577"/>
          <ac:spMkLst>
            <pc:docMk/>
            <pc:sldMk cId="3570032804" sldId="2147481095"/>
            <ac:spMk id="55" creationId="{A8F48FC8-CE9B-F216-43F3-15B64FF38B12}"/>
          </ac:spMkLst>
        </pc:spChg>
      </pc:sldChg>
      <pc:sldChg chg="modSp mod ord">
        <pc:chgData name="Anju Dhiman" userId="f40a4a77-6bd7-4dbc-98f0-ec74719fbf24" providerId="ADAL" clId="{6021AB6E-E3D4-49DA-8949-CAAFD1F045A6}" dt="2026-08-04T13:43:27.278" v="8260" actId="20577"/>
        <pc:sldMkLst>
          <pc:docMk/>
          <pc:sldMk cId="3443356339" sldId="2147481104"/>
        </pc:sldMkLst>
        <pc:spChg chg="mod">
          <ac:chgData name="Anju Dhiman" userId="f40a4a77-6bd7-4dbc-98f0-ec74719fbf24" providerId="ADAL" clId="{6021AB6E-E3D4-49DA-8949-CAAFD1F045A6}" dt="2026-08-04T13:43:27.278" v="8260" actId="20577"/>
          <ac:spMkLst>
            <pc:docMk/>
            <pc:sldMk cId="3443356339" sldId="2147481104"/>
            <ac:spMk id="2" creationId="{F0608CE0-EA3B-AF08-4C25-13472AACB49E}"/>
          </ac:spMkLst>
        </pc:spChg>
      </pc:sldChg>
      <pc:sldChg chg="addSp delSp modSp mod ord">
        <pc:chgData name="Anju Dhiman" userId="f40a4a77-6bd7-4dbc-98f0-ec74719fbf24" providerId="ADAL" clId="{6021AB6E-E3D4-49DA-8949-CAAFD1F045A6}" dt="2026-08-04T07:25:22.794" v="4952" actId="14100"/>
        <pc:sldMkLst>
          <pc:docMk/>
          <pc:sldMk cId="840490811" sldId="2147481105"/>
        </pc:sldMkLst>
        <pc:spChg chg="mod">
          <ac:chgData name="Anju Dhiman" userId="f40a4a77-6bd7-4dbc-98f0-ec74719fbf24" providerId="ADAL" clId="{6021AB6E-E3D4-49DA-8949-CAAFD1F045A6}" dt="2026-08-03T11:10:02.252" v="1299" actId="20577"/>
          <ac:spMkLst>
            <pc:docMk/>
            <pc:sldMk cId="840490811" sldId="2147481105"/>
            <ac:spMk id="2" creationId="{5DC9CA99-DD46-CEBE-44A6-05470856B59B}"/>
          </ac:spMkLst>
        </pc:spChg>
        <pc:spChg chg="mod">
          <ac:chgData name="Anju Dhiman" userId="f40a4a77-6bd7-4dbc-98f0-ec74719fbf24" providerId="ADAL" clId="{6021AB6E-E3D4-49DA-8949-CAAFD1F045A6}" dt="2026-08-04T07:25:22.794" v="4952" actId="14100"/>
          <ac:spMkLst>
            <pc:docMk/>
            <pc:sldMk cId="840490811" sldId="2147481105"/>
            <ac:spMk id="5" creationId="{8555BCEC-CA1A-8F0F-BEDB-E2430A26F510}"/>
          </ac:spMkLst>
        </pc:spChg>
        <pc:spChg chg="del">
          <ac:chgData name="Anju Dhiman" userId="f40a4a77-6bd7-4dbc-98f0-ec74719fbf24" providerId="ADAL" clId="{6021AB6E-E3D4-49DA-8949-CAAFD1F045A6}" dt="2026-08-03T10:24:18.927" v="1261" actId="21"/>
          <ac:spMkLst>
            <pc:docMk/>
            <pc:sldMk cId="840490811" sldId="2147481105"/>
            <ac:spMk id="5" creationId="{AEDA56E2-70FE-0C4C-D8CF-AC00C320A136}"/>
          </ac:spMkLst>
        </pc:spChg>
        <pc:spChg chg="del mod">
          <ac:chgData name="Anju Dhiman" userId="f40a4a77-6bd7-4dbc-98f0-ec74719fbf24" providerId="ADAL" clId="{6021AB6E-E3D4-49DA-8949-CAAFD1F045A6}" dt="2026-08-03T11:14:39.270" v="1318" actId="21"/>
          <ac:spMkLst>
            <pc:docMk/>
            <pc:sldMk cId="840490811" sldId="2147481105"/>
            <ac:spMk id="6" creationId="{76B079E7-3940-EB10-564C-7BACF4C3CFA2}"/>
          </ac:spMkLst>
        </pc:spChg>
        <pc:spChg chg="add mod">
          <ac:chgData name="Anju Dhiman" userId="f40a4a77-6bd7-4dbc-98f0-ec74719fbf24" providerId="ADAL" clId="{6021AB6E-E3D4-49DA-8949-CAAFD1F045A6}" dt="2026-08-03T11:19:33.577" v="1329" actId="1076"/>
          <ac:spMkLst>
            <pc:docMk/>
            <pc:sldMk cId="840490811" sldId="2147481105"/>
            <ac:spMk id="9" creationId="{544A18EB-BB19-A5E6-F06D-461AF9850D6B}"/>
          </ac:spMkLst>
        </pc:spChg>
        <pc:spChg chg="mod">
          <ac:chgData name="Anju Dhiman" userId="f40a4a77-6bd7-4dbc-98f0-ec74719fbf24" providerId="ADAL" clId="{6021AB6E-E3D4-49DA-8949-CAAFD1F045A6}" dt="2026-08-04T04:55:05.117" v="3932" actId="2711"/>
          <ac:spMkLst>
            <pc:docMk/>
            <pc:sldMk cId="840490811" sldId="2147481105"/>
            <ac:spMk id="12" creationId="{6FB79D0E-4F09-37B9-7CED-9675852F3922}"/>
          </ac:spMkLst>
        </pc:spChg>
        <pc:spChg chg="mod">
          <ac:chgData name="Anju Dhiman" userId="f40a4a77-6bd7-4dbc-98f0-ec74719fbf24" providerId="ADAL" clId="{6021AB6E-E3D4-49DA-8949-CAAFD1F045A6}" dt="2026-08-04T04:55:12.147" v="3933" actId="2711"/>
          <ac:spMkLst>
            <pc:docMk/>
            <pc:sldMk cId="840490811" sldId="2147481105"/>
            <ac:spMk id="22" creationId="{ABA63983-FDBC-6F9A-555A-200BA6CD1C88}"/>
          </ac:spMkLst>
        </pc:spChg>
        <pc:spChg chg="mod">
          <ac:chgData name="Anju Dhiman" userId="f40a4a77-6bd7-4dbc-98f0-ec74719fbf24" providerId="ADAL" clId="{6021AB6E-E3D4-49DA-8949-CAAFD1F045A6}" dt="2026-08-04T04:55:25.649" v="3935" actId="2711"/>
          <ac:spMkLst>
            <pc:docMk/>
            <pc:sldMk cId="840490811" sldId="2147481105"/>
            <ac:spMk id="29" creationId="{03758196-F6BC-31EC-0C15-DA190EA9567F}"/>
          </ac:spMkLst>
        </pc:spChg>
      </pc:sldChg>
      <pc:sldChg chg="addSp delSp modSp mod">
        <pc:chgData name="Anju Dhiman" userId="f40a4a77-6bd7-4dbc-98f0-ec74719fbf24" providerId="ADAL" clId="{6021AB6E-E3D4-49DA-8949-CAAFD1F045A6}" dt="2026-08-03T10:09:42.733" v="1023" actId="20577"/>
        <pc:sldMkLst>
          <pc:docMk/>
          <pc:sldMk cId="639745441" sldId="2147481106"/>
        </pc:sldMkLst>
        <pc:spChg chg="mod">
          <ac:chgData name="Anju Dhiman" userId="f40a4a77-6bd7-4dbc-98f0-ec74719fbf24" providerId="ADAL" clId="{6021AB6E-E3D4-49DA-8949-CAAFD1F045A6}" dt="2026-08-03T09:37:49.991" v="424" actId="20577"/>
          <ac:spMkLst>
            <pc:docMk/>
            <pc:sldMk cId="639745441" sldId="2147481106"/>
            <ac:spMk id="2" creationId="{A46C8899-817A-A578-D9EC-DBCC1C368254}"/>
          </ac:spMkLst>
        </pc:spChg>
        <pc:spChg chg="mod">
          <ac:chgData name="Anju Dhiman" userId="f40a4a77-6bd7-4dbc-98f0-ec74719fbf24" providerId="ADAL" clId="{6021AB6E-E3D4-49DA-8949-CAAFD1F045A6}" dt="2026-08-03T10:09:42.733" v="1023" actId="20577"/>
          <ac:spMkLst>
            <pc:docMk/>
            <pc:sldMk cId="639745441" sldId="2147481106"/>
            <ac:spMk id="4" creationId="{161ED91A-8149-7EB3-7518-3CDE2455F701}"/>
          </ac:spMkLst>
        </pc:spChg>
        <pc:spChg chg="del">
          <ac:chgData name="Anju Dhiman" userId="f40a4a77-6bd7-4dbc-98f0-ec74719fbf24" providerId="ADAL" clId="{6021AB6E-E3D4-49DA-8949-CAAFD1F045A6}" dt="2026-08-03T09:38:08.120" v="426" actId="21"/>
          <ac:spMkLst>
            <pc:docMk/>
            <pc:sldMk cId="639745441" sldId="2147481106"/>
            <ac:spMk id="7" creationId="{4282A048-4E3B-CE92-4D5A-F6C1CFA4C5F5}"/>
          </ac:spMkLst>
        </pc:spChg>
        <pc:spChg chg="del mod">
          <ac:chgData name="Anju Dhiman" userId="f40a4a77-6bd7-4dbc-98f0-ec74719fbf24" providerId="ADAL" clId="{6021AB6E-E3D4-49DA-8949-CAAFD1F045A6}" dt="2026-08-03T09:40:53.568" v="479"/>
          <ac:spMkLst>
            <pc:docMk/>
            <pc:sldMk cId="639745441" sldId="2147481106"/>
            <ac:spMk id="9" creationId="{A52844F5-48C9-18B9-A014-806009617554}"/>
          </ac:spMkLst>
        </pc:spChg>
        <pc:spChg chg="add mod">
          <ac:chgData name="Anju Dhiman" userId="f40a4a77-6bd7-4dbc-98f0-ec74719fbf24" providerId="ADAL" clId="{6021AB6E-E3D4-49DA-8949-CAAFD1F045A6}" dt="2026-08-03T09:42:57.408" v="810" actId="20577"/>
          <ac:spMkLst>
            <pc:docMk/>
            <pc:sldMk cId="639745441" sldId="2147481106"/>
            <ac:spMk id="11" creationId="{755D1E80-AD50-F4C0-2120-CB8B984EBEAA}"/>
          </ac:spMkLst>
        </pc:spChg>
        <pc:picChg chg="del">
          <ac:chgData name="Anju Dhiman" userId="f40a4a77-6bd7-4dbc-98f0-ec74719fbf24" providerId="ADAL" clId="{6021AB6E-E3D4-49DA-8949-CAAFD1F045A6}" dt="2026-08-03T09:35:40.366" v="363" actId="21"/>
          <ac:picMkLst>
            <pc:docMk/>
            <pc:sldMk cId="639745441" sldId="2147481106"/>
            <ac:picMk id="6" creationId="{B7BAD2D9-216B-E6A6-1A05-514A8A32E812}"/>
          </ac:picMkLst>
        </pc:picChg>
        <pc:picChg chg="add mod">
          <ac:chgData name="Anju Dhiman" userId="f40a4a77-6bd7-4dbc-98f0-ec74719fbf24" providerId="ADAL" clId="{6021AB6E-E3D4-49DA-8949-CAAFD1F045A6}" dt="2026-08-03T09:53:32.322" v="913" actId="1076"/>
          <ac:picMkLst>
            <pc:docMk/>
            <pc:sldMk cId="639745441" sldId="2147481106"/>
            <ac:picMk id="8" creationId="{71200185-6125-72C2-AEB3-D3015C2B53F2}"/>
          </ac:picMkLst>
        </pc:picChg>
      </pc:sldChg>
      <pc:sldChg chg="addSp delSp modSp mod ord modNotesTx">
        <pc:chgData name="Anju Dhiman" userId="f40a4a77-6bd7-4dbc-98f0-ec74719fbf24" providerId="ADAL" clId="{6021AB6E-E3D4-49DA-8949-CAAFD1F045A6}" dt="2026-08-03T10:24:04.417" v="1260" actId="21"/>
        <pc:sldMkLst>
          <pc:docMk/>
          <pc:sldMk cId="3116953454" sldId="2147481107"/>
        </pc:sldMkLst>
        <pc:spChg chg="mod">
          <ac:chgData name="Anju Dhiman" userId="f40a4a77-6bd7-4dbc-98f0-ec74719fbf24" providerId="ADAL" clId="{6021AB6E-E3D4-49DA-8949-CAAFD1F045A6}" dt="2026-08-03T10:15:19.428" v="1203" actId="21"/>
          <ac:spMkLst>
            <pc:docMk/>
            <pc:sldMk cId="3116953454" sldId="2147481107"/>
            <ac:spMk id="2" creationId="{8081CE15-D3BD-5E55-82C4-828E2C035228}"/>
          </ac:spMkLst>
        </pc:spChg>
        <pc:spChg chg="del">
          <ac:chgData name="Anju Dhiman" userId="f40a4a77-6bd7-4dbc-98f0-ec74719fbf24" providerId="ADAL" clId="{6021AB6E-E3D4-49DA-8949-CAAFD1F045A6}" dt="2026-08-03T10:24:04.417" v="1260" actId="21"/>
          <ac:spMkLst>
            <pc:docMk/>
            <pc:sldMk cId="3116953454" sldId="2147481107"/>
            <ac:spMk id="5" creationId="{4DD56A6F-8E55-95C0-E547-659B6D74E314}"/>
          </ac:spMkLst>
        </pc:spChg>
        <pc:spChg chg="add mod">
          <ac:chgData name="Anju Dhiman" userId="f40a4a77-6bd7-4dbc-98f0-ec74719fbf24" providerId="ADAL" clId="{6021AB6E-E3D4-49DA-8949-CAAFD1F045A6}" dt="2026-08-03T10:19:26.678" v="1214" actId="33524"/>
          <ac:spMkLst>
            <pc:docMk/>
            <pc:sldMk cId="3116953454" sldId="2147481107"/>
            <ac:spMk id="6" creationId="{0611BFFF-534F-8B78-FCF1-51759C0EEAD5}"/>
          </ac:spMkLst>
        </pc:spChg>
        <pc:spChg chg="mod">
          <ac:chgData name="Anju Dhiman" userId="f40a4a77-6bd7-4dbc-98f0-ec74719fbf24" providerId="ADAL" clId="{6021AB6E-E3D4-49DA-8949-CAAFD1F045A6}" dt="2026-08-03T10:11:39.969" v="1074" actId="1076"/>
          <ac:spMkLst>
            <pc:docMk/>
            <pc:sldMk cId="3116953454" sldId="2147481107"/>
            <ac:spMk id="14" creationId="{3316E441-6328-D525-6273-05C95EBDD1F6}"/>
          </ac:spMkLst>
        </pc:spChg>
        <pc:spChg chg="mod">
          <ac:chgData name="Anju Dhiman" userId="f40a4a77-6bd7-4dbc-98f0-ec74719fbf24" providerId="ADAL" clId="{6021AB6E-E3D4-49DA-8949-CAAFD1F045A6}" dt="2026-08-03T10:23:50.826" v="1259" actId="1076"/>
          <ac:spMkLst>
            <pc:docMk/>
            <pc:sldMk cId="3116953454" sldId="2147481107"/>
            <ac:spMk id="31" creationId="{783F583E-DB81-28C1-75FD-058FD61714E3}"/>
          </ac:spMkLst>
        </pc:spChg>
      </pc:sldChg>
      <pc:sldChg chg="addSp delSp modSp mod">
        <pc:chgData name="Anju Dhiman" userId="f40a4a77-6bd7-4dbc-98f0-ec74719fbf24" providerId="ADAL" clId="{6021AB6E-E3D4-49DA-8949-CAAFD1F045A6}" dt="2026-08-04T13:44:12.824" v="8272" actId="113"/>
        <pc:sldMkLst>
          <pc:docMk/>
          <pc:sldMk cId="2936163207" sldId="2147481108"/>
        </pc:sldMkLst>
        <pc:spChg chg="mod">
          <ac:chgData name="Anju Dhiman" userId="f40a4a77-6bd7-4dbc-98f0-ec74719fbf24" providerId="ADAL" clId="{6021AB6E-E3D4-49DA-8949-CAAFD1F045A6}" dt="2026-08-03T12:31:27.541" v="2094" actId="20577"/>
          <ac:spMkLst>
            <pc:docMk/>
            <pc:sldMk cId="2936163207" sldId="2147481108"/>
            <ac:spMk id="2" creationId="{0CBB9C51-3C13-0CDF-F4EB-C4C703B30EFB}"/>
          </ac:spMkLst>
        </pc:spChg>
        <pc:spChg chg="del mod">
          <ac:chgData name="Anju Dhiman" userId="f40a4a77-6bd7-4dbc-98f0-ec74719fbf24" providerId="ADAL" clId="{6021AB6E-E3D4-49DA-8949-CAAFD1F045A6}" dt="2026-08-04T09:05:26.690" v="6258" actId="21"/>
          <ac:spMkLst>
            <pc:docMk/>
            <pc:sldMk cId="2936163207" sldId="2147481108"/>
            <ac:spMk id="4" creationId="{08AD91FD-9038-56E8-302A-92318B1FDAC4}"/>
          </ac:spMkLst>
        </pc:spChg>
        <pc:spChg chg="mod">
          <ac:chgData name="Anju Dhiman" userId="f40a4a77-6bd7-4dbc-98f0-ec74719fbf24" providerId="ADAL" clId="{6021AB6E-E3D4-49DA-8949-CAAFD1F045A6}" dt="2026-08-04T13:44:12.824" v="8272" actId="113"/>
          <ac:spMkLst>
            <pc:docMk/>
            <pc:sldMk cId="2936163207" sldId="2147481108"/>
            <ac:spMk id="4" creationId="{F0E8B0BA-95AD-8001-E835-6E20CF5D9158}"/>
          </ac:spMkLst>
        </pc:spChg>
        <pc:spChg chg="add del mod">
          <ac:chgData name="Anju Dhiman" userId="f40a4a77-6bd7-4dbc-98f0-ec74719fbf24" providerId="ADAL" clId="{6021AB6E-E3D4-49DA-8949-CAAFD1F045A6}" dt="2026-08-04T09:05:18.395" v="6256" actId="21"/>
          <ac:spMkLst>
            <pc:docMk/>
            <pc:sldMk cId="2936163207" sldId="2147481108"/>
            <ac:spMk id="6" creationId="{53D27837-DC88-FA27-8847-69E511E13B15}"/>
          </ac:spMkLst>
        </pc:spChg>
        <pc:spChg chg="add del mod ord">
          <ac:chgData name="Anju Dhiman" userId="f40a4a77-6bd7-4dbc-98f0-ec74719fbf24" providerId="ADAL" clId="{6021AB6E-E3D4-49DA-8949-CAAFD1F045A6}" dt="2026-08-04T09:05:20.766" v="6257" actId="21"/>
          <ac:spMkLst>
            <pc:docMk/>
            <pc:sldMk cId="2936163207" sldId="2147481108"/>
            <ac:spMk id="7" creationId="{FF780E11-5A41-9E2F-E523-590A11E8F2BE}"/>
          </ac:spMkLst>
        </pc:spChg>
        <pc:spChg chg="add mod">
          <ac:chgData name="Anju Dhiman" userId="f40a4a77-6bd7-4dbc-98f0-ec74719fbf24" providerId="ADAL" clId="{6021AB6E-E3D4-49DA-8949-CAAFD1F045A6}" dt="2026-08-04T10:09:19.095" v="6477" actId="20577"/>
          <ac:spMkLst>
            <pc:docMk/>
            <pc:sldMk cId="2936163207" sldId="2147481108"/>
            <ac:spMk id="8" creationId="{9E917A3A-5790-1F02-0608-5B3E46FD0BC0}"/>
          </ac:spMkLst>
        </pc:spChg>
        <pc:spChg chg="del mod">
          <ac:chgData name="Anju Dhiman" userId="f40a4a77-6bd7-4dbc-98f0-ec74719fbf24" providerId="ADAL" clId="{6021AB6E-E3D4-49DA-8949-CAAFD1F045A6}" dt="2026-08-04T09:04:29.172" v="6249" actId="21"/>
          <ac:spMkLst>
            <pc:docMk/>
            <pc:sldMk cId="2936163207" sldId="2147481108"/>
            <ac:spMk id="40" creationId="{8473391B-ED73-AEF5-864A-171A379FBF30}"/>
          </ac:spMkLst>
        </pc:spChg>
        <pc:spChg chg="mod">
          <ac:chgData name="Anju Dhiman" userId="f40a4a77-6bd7-4dbc-98f0-ec74719fbf24" providerId="ADAL" clId="{6021AB6E-E3D4-49DA-8949-CAAFD1F045A6}" dt="2026-08-03T12:38:06.165" v="2108"/>
          <ac:spMkLst>
            <pc:docMk/>
            <pc:sldMk cId="2936163207" sldId="2147481108"/>
            <ac:spMk id="44" creationId="{560615DD-D55B-C32A-B972-F56CBA031096}"/>
          </ac:spMkLst>
        </pc:spChg>
        <pc:spChg chg="del mod">
          <ac:chgData name="Anju Dhiman" userId="f40a4a77-6bd7-4dbc-98f0-ec74719fbf24" providerId="ADAL" clId="{6021AB6E-E3D4-49DA-8949-CAAFD1F045A6}" dt="2026-08-04T09:04:54.383" v="6254" actId="21"/>
          <ac:spMkLst>
            <pc:docMk/>
            <pc:sldMk cId="2936163207" sldId="2147481108"/>
            <ac:spMk id="50" creationId="{49621182-7068-1AFA-1A14-A4557AE27EC8}"/>
          </ac:spMkLst>
        </pc:spChg>
        <pc:spChg chg="del mod">
          <ac:chgData name="Anju Dhiman" userId="f40a4a77-6bd7-4dbc-98f0-ec74719fbf24" providerId="ADAL" clId="{6021AB6E-E3D4-49DA-8949-CAAFD1F045A6}" dt="2026-08-04T09:04:57.874" v="6255" actId="21"/>
          <ac:spMkLst>
            <pc:docMk/>
            <pc:sldMk cId="2936163207" sldId="2147481108"/>
            <ac:spMk id="52" creationId="{25858362-13ED-D0A6-23F6-F6EB8BF4FCEC}"/>
          </ac:spMkLst>
        </pc:spChg>
        <pc:spChg chg="del mod">
          <ac:chgData name="Anju Dhiman" userId="f40a4a77-6bd7-4dbc-98f0-ec74719fbf24" providerId="ADAL" clId="{6021AB6E-E3D4-49DA-8949-CAAFD1F045A6}" dt="2026-08-04T09:04:25.660" v="6248" actId="21"/>
          <ac:spMkLst>
            <pc:docMk/>
            <pc:sldMk cId="2936163207" sldId="2147481108"/>
            <ac:spMk id="56" creationId="{FB69F912-EF38-A95C-86CC-3113CD02DAC4}"/>
          </ac:spMkLst>
        </pc:spChg>
        <pc:spChg chg="del">
          <ac:chgData name="Anju Dhiman" userId="f40a4a77-6bd7-4dbc-98f0-ec74719fbf24" providerId="ADAL" clId="{6021AB6E-E3D4-49DA-8949-CAAFD1F045A6}" dt="2026-08-04T09:04:34.586" v="6250" actId="21"/>
          <ac:spMkLst>
            <pc:docMk/>
            <pc:sldMk cId="2936163207" sldId="2147481108"/>
            <ac:spMk id="62" creationId="{7504605D-DD21-9A0B-1BCB-C7F9000178E2}"/>
          </ac:spMkLst>
        </pc:spChg>
        <pc:spChg chg="del">
          <ac:chgData name="Anju Dhiman" userId="f40a4a77-6bd7-4dbc-98f0-ec74719fbf24" providerId="ADAL" clId="{6021AB6E-E3D4-49DA-8949-CAAFD1F045A6}" dt="2026-08-04T09:04:41.241" v="6252" actId="21"/>
          <ac:spMkLst>
            <pc:docMk/>
            <pc:sldMk cId="2936163207" sldId="2147481108"/>
            <ac:spMk id="69" creationId="{302EFDEE-8288-FBF5-A824-D3AFB5515BF8}"/>
          </ac:spMkLst>
        </pc:spChg>
        <pc:spChg chg="del mod">
          <ac:chgData name="Anju Dhiman" userId="f40a4a77-6bd7-4dbc-98f0-ec74719fbf24" providerId="ADAL" clId="{6021AB6E-E3D4-49DA-8949-CAAFD1F045A6}" dt="2026-08-04T09:04:45.849" v="6253" actId="21"/>
          <ac:spMkLst>
            <pc:docMk/>
            <pc:sldMk cId="2936163207" sldId="2147481108"/>
            <ac:spMk id="71" creationId="{6D3B9BC9-1118-9D76-F957-C643A3DAA50A}"/>
          </ac:spMkLst>
        </pc:spChg>
        <pc:spChg chg="del">
          <ac:chgData name="Anju Dhiman" userId="f40a4a77-6bd7-4dbc-98f0-ec74719fbf24" providerId="ADAL" clId="{6021AB6E-E3D4-49DA-8949-CAAFD1F045A6}" dt="2026-08-04T09:04:21.161" v="6247" actId="21"/>
          <ac:spMkLst>
            <pc:docMk/>
            <pc:sldMk cId="2936163207" sldId="2147481108"/>
            <ac:spMk id="73" creationId="{7A0FFDFC-9C61-55E3-EF94-CEAE3C7DE73B}"/>
          </ac:spMkLst>
        </pc:spChg>
        <pc:spChg chg="del mod">
          <ac:chgData name="Anju Dhiman" userId="f40a4a77-6bd7-4dbc-98f0-ec74719fbf24" providerId="ADAL" clId="{6021AB6E-E3D4-49DA-8949-CAAFD1F045A6}" dt="2026-08-04T09:04:19.041" v="6246" actId="21"/>
          <ac:spMkLst>
            <pc:docMk/>
            <pc:sldMk cId="2936163207" sldId="2147481108"/>
            <ac:spMk id="75" creationId="{F7B6E471-61DF-3526-D89A-51141A1BECF6}"/>
          </ac:spMkLst>
        </pc:spChg>
        <pc:spChg chg="mod">
          <ac:chgData name="Anju Dhiman" userId="f40a4a77-6bd7-4dbc-98f0-ec74719fbf24" providerId="ADAL" clId="{6021AB6E-E3D4-49DA-8949-CAAFD1F045A6}" dt="2026-08-04T09:07:13.196" v="6396" actId="1076"/>
          <ac:spMkLst>
            <pc:docMk/>
            <pc:sldMk cId="2936163207" sldId="2147481108"/>
            <ac:spMk id="79" creationId="{6940EF5D-C8AB-F8B1-E39E-F63351C87004}"/>
          </ac:spMkLst>
        </pc:spChg>
        <pc:spChg chg="mod">
          <ac:chgData name="Anju Dhiman" userId="f40a4a77-6bd7-4dbc-98f0-ec74719fbf24" providerId="ADAL" clId="{6021AB6E-E3D4-49DA-8949-CAAFD1F045A6}" dt="2026-08-04T10:09:37.381" v="6479" actId="20577"/>
          <ac:spMkLst>
            <pc:docMk/>
            <pc:sldMk cId="2936163207" sldId="2147481108"/>
            <ac:spMk id="81" creationId="{A0FB692A-E2FD-9265-CB16-76C6E09AC718}"/>
          </ac:spMkLst>
        </pc:spChg>
        <pc:spChg chg="del mod">
          <ac:chgData name="Anju Dhiman" userId="f40a4a77-6bd7-4dbc-98f0-ec74719fbf24" providerId="ADAL" clId="{6021AB6E-E3D4-49DA-8949-CAAFD1F045A6}" dt="2026-08-03T12:43:13.086" v="2276" actId="21"/>
          <ac:spMkLst>
            <pc:docMk/>
            <pc:sldMk cId="2936163207" sldId="2147481108"/>
            <ac:spMk id="84" creationId="{0561F2E5-021F-2EEC-14F3-673055D4C5DE}"/>
          </ac:spMkLst>
        </pc:spChg>
        <pc:spChg chg="del">
          <ac:chgData name="Anju Dhiman" userId="f40a4a77-6bd7-4dbc-98f0-ec74719fbf24" providerId="ADAL" clId="{6021AB6E-E3D4-49DA-8949-CAAFD1F045A6}" dt="2026-08-03T12:35:36.399" v="2105" actId="21"/>
          <ac:spMkLst>
            <pc:docMk/>
            <pc:sldMk cId="2936163207" sldId="2147481108"/>
            <ac:spMk id="85" creationId="{E77B0F6D-FA73-4091-FBE2-C30A17747960}"/>
          </ac:spMkLst>
        </pc:spChg>
        <pc:spChg chg="mod">
          <ac:chgData name="Anju Dhiman" userId="f40a4a77-6bd7-4dbc-98f0-ec74719fbf24" providerId="ADAL" clId="{6021AB6E-E3D4-49DA-8949-CAAFD1F045A6}" dt="2026-08-04T10:09:23.550" v="6478" actId="14100"/>
          <ac:spMkLst>
            <pc:docMk/>
            <pc:sldMk cId="2936163207" sldId="2147481108"/>
            <ac:spMk id="86" creationId="{3B806C62-3A4E-FFCF-82A7-AF96751C7593}"/>
          </ac:spMkLst>
        </pc:spChg>
        <pc:grpChg chg="mod">
          <ac:chgData name="Anju Dhiman" userId="f40a4a77-6bd7-4dbc-98f0-ec74719fbf24" providerId="ADAL" clId="{6021AB6E-E3D4-49DA-8949-CAAFD1F045A6}" dt="2026-08-03T12:38:06.165" v="2108"/>
          <ac:grpSpMkLst>
            <pc:docMk/>
            <pc:sldMk cId="2936163207" sldId="2147481108"/>
            <ac:grpSpMk id="61" creationId="{9DB7D397-987D-B0CB-DD05-1CAD6C5101EB}"/>
          </ac:grpSpMkLst>
        </pc:grpChg>
        <pc:picChg chg="mod">
          <ac:chgData name="Anju Dhiman" userId="f40a4a77-6bd7-4dbc-98f0-ec74719fbf24" providerId="ADAL" clId="{6021AB6E-E3D4-49DA-8949-CAAFD1F045A6}" dt="2026-08-03T12:38:06.165" v="2108"/>
          <ac:picMkLst>
            <pc:docMk/>
            <pc:sldMk cId="2936163207" sldId="2147481108"/>
            <ac:picMk id="38" creationId="{670FFAFA-D925-1EB3-A541-2FD2995C1E15}"/>
          </ac:picMkLst>
        </pc:picChg>
      </pc:sldChg>
      <pc:sldChg chg="modSp mod">
        <pc:chgData name="Anju Dhiman" userId="f40a4a77-6bd7-4dbc-98f0-ec74719fbf24" providerId="ADAL" clId="{6021AB6E-E3D4-49DA-8949-CAAFD1F045A6}" dt="2026-08-03T12:29:20.892" v="2052" actId="113"/>
        <pc:sldMkLst>
          <pc:docMk/>
          <pc:sldMk cId="537004941" sldId="2147481109"/>
        </pc:sldMkLst>
        <pc:spChg chg="mod">
          <ac:chgData name="Anju Dhiman" userId="f40a4a77-6bd7-4dbc-98f0-ec74719fbf24" providerId="ADAL" clId="{6021AB6E-E3D4-49DA-8949-CAAFD1F045A6}" dt="2026-08-03T12:29:20.892" v="2052" actId="113"/>
          <ac:spMkLst>
            <pc:docMk/>
            <pc:sldMk cId="537004941" sldId="2147481109"/>
            <ac:spMk id="2" creationId="{BABC5E5B-FF6D-A7B6-9F30-8D5F58CF60CB}"/>
          </ac:spMkLst>
        </pc:spChg>
      </pc:sldChg>
      <pc:sldChg chg="del">
        <pc:chgData name="Anju Dhiman" userId="f40a4a77-6bd7-4dbc-98f0-ec74719fbf24" providerId="ADAL" clId="{6021AB6E-E3D4-49DA-8949-CAAFD1F045A6}" dt="2026-08-03T15:48:34.591" v="3134" actId="2696"/>
        <pc:sldMkLst>
          <pc:docMk/>
          <pc:sldMk cId="3498942331" sldId="2147481110"/>
        </pc:sldMkLst>
      </pc:sldChg>
      <pc:sldChg chg="del">
        <pc:chgData name="Anju Dhiman" userId="f40a4a77-6bd7-4dbc-98f0-ec74719fbf24" providerId="ADAL" clId="{6021AB6E-E3D4-49DA-8949-CAAFD1F045A6}" dt="2026-08-03T15:48:37.422" v="3136" actId="2696"/>
        <pc:sldMkLst>
          <pc:docMk/>
          <pc:sldMk cId="4121720227" sldId="2147481111"/>
        </pc:sldMkLst>
      </pc:sldChg>
      <pc:sldChg chg="modSp mod">
        <pc:chgData name="Anju Dhiman" userId="f40a4a77-6bd7-4dbc-98f0-ec74719fbf24" providerId="ADAL" clId="{6021AB6E-E3D4-49DA-8949-CAAFD1F045A6}" dt="2026-08-04T13:43:38.688" v="8267" actId="20577"/>
        <pc:sldMkLst>
          <pc:docMk/>
          <pc:sldMk cId="3884273770" sldId="2147481112"/>
        </pc:sldMkLst>
        <pc:spChg chg="mod">
          <ac:chgData name="Anju Dhiman" userId="f40a4a77-6bd7-4dbc-98f0-ec74719fbf24" providerId="ADAL" clId="{6021AB6E-E3D4-49DA-8949-CAAFD1F045A6}" dt="2026-08-04T13:43:38.688" v="8267" actId="20577"/>
          <ac:spMkLst>
            <pc:docMk/>
            <pc:sldMk cId="3884273770" sldId="2147481112"/>
            <ac:spMk id="2" creationId="{4150C7B1-D494-30E7-74D9-52146308B271}"/>
          </ac:spMkLst>
        </pc:spChg>
      </pc:sldChg>
      <pc:sldChg chg="modSp mod">
        <pc:chgData name="Anju Dhiman" userId="f40a4a77-6bd7-4dbc-98f0-ec74719fbf24" providerId="ADAL" clId="{6021AB6E-E3D4-49DA-8949-CAAFD1F045A6}" dt="2026-08-03T13:06:23.687" v="2421" actId="108"/>
        <pc:sldMkLst>
          <pc:docMk/>
          <pc:sldMk cId="2495152564" sldId="2147481113"/>
        </pc:sldMkLst>
        <pc:spChg chg="mod">
          <ac:chgData name="Anju Dhiman" userId="f40a4a77-6bd7-4dbc-98f0-ec74719fbf24" providerId="ADAL" clId="{6021AB6E-E3D4-49DA-8949-CAAFD1F045A6}" dt="2026-08-03T13:06:23.687" v="2421" actId="108"/>
          <ac:spMkLst>
            <pc:docMk/>
            <pc:sldMk cId="2495152564" sldId="2147481113"/>
            <ac:spMk id="2" creationId="{5BCCF969-2A85-55A2-B077-A5778D1C53D4}"/>
          </ac:spMkLst>
        </pc:spChg>
      </pc:sldChg>
      <pc:sldChg chg="del">
        <pc:chgData name="Anju Dhiman" userId="f40a4a77-6bd7-4dbc-98f0-ec74719fbf24" providerId="ADAL" clId="{6021AB6E-E3D4-49DA-8949-CAAFD1F045A6}" dt="2026-08-03T15:48:36.425" v="3135" actId="2696"/>
        <pc:sldMkLst>
          <pc:docMk/>
          <pc:sldMk cId="346420515" sldId="2147481114"/>
        </pc:sldMkLst>
      </pc:sldChg>
      <pc:sldChg chg="del">
        <pc:chgData name="Anju Dhiman" userId="f40a4a77-6bd7-4dbc-98f0-ec74719fbf24" providerId="ADAL" clId="{6021AB6E-E3D4-49DA-8949-CAAFD1F045A6}" dt="2026-08-03T15:48:42.860" v="3137" actId="2696"/>
        <pc:sldMkLst>
          <pc:docMk/>
          <pc:sldMk cId="153023156" sldId="2147481115"/>
        </pc:sldMkLst>
      </pc:sldChg>
      <pc:sldChg chg="del">
        <pc:chgData name="Anju Dhiman" userId="f40a4a77-6bd7-4dbc-98f0-ec74719fbf24" providerId="ADAL" clId="{6021AB6E-E3D4-49DA-8949-CAAFD1F045A6}" dt="2026-08-03T15:48:43.609" v="3138" actId="2696"/>
        <pc:sldMkLst>
          <pc:docMk/>
          <pc:sldMk cId="2951625145" sldId="2147481116"/>
        </pc:sldMkLst>
      </pc:sldChg>
      <pc:sldChg chg="del">
        <pc:chgData name="Anju Dhiman" userId="f40a4a77-6bd7-4dbc-98f0-ec74719fbf24" providerId="ADAL" clId="{6021AB6E-E3D4-49DA-8949-CAAFD1F045A6}" dt="2026-08-03T15:48:44.873" v="3139" actId="2696"/>
        <pc:sldMkLst>
          <pc:docMk/>
          <pc:sldMk cId="2515231609" sldId="2147481117"/>
        </pc:sldMkLst>
      </pc:sldChg>
      <pc:sldChg chg="del">
        <pc:chgData name="Anju Dhiman" userId="f40a4a77-6bd7-4dbc-98f0-ec74719fbf24" providerId="ADAL" clId="{6021AB6E-E3D4-49DA-8949-CAAFD1F045A6}" dt="2026-08-03T15:48:45.871" v="3140" actId="2696"/>
        <pc:sldMkLst>
          <pc:docMk/>
          <pc:sldMk cId="699028618" sldId="2147481118"/>
        </pc:sldMkLst>
      </pc:sldChg>
      <pc:sldChg chg="del">
        <pc:chgData name="Anju Dhiman" userId="f40a4a77-6bd7-4dbc-98f0-ec74719fbf24" providerId="ADAL" clId="{6021AB6E-E3D4-49DA-8949-CAAFD1F045A6}" dt="2026-08-03T15:48:47.043" v="3141" actId="2696"/>
        <pc:sldMkLst>
          <pc:docMk/>
          <pc:sldMk cId="2347281694" sldId="2147481119"/>
        </pc:sldMkLst>
      </pc:sldChg>
      <pc:sldChg chg="del">
        <pc:chgData name="Anju Dhiman" userId="f40a4a77-6bd7-4dbc-98f0-ec74719fbf24" providerId="ADAL" clId="{6021AB6E-E3D4-49DA-8949-CAAFD1F045A6}" dt="2026-08-03T15:48:48.006" v="3142" actId="2696"/>
        <pc:sldMkLst>
          <pc:docMk/>
          <pc:sldMk cId="2137989871" sldId="2147481120"/>
        </pc:sldMkLst>
      </pc:sldChg>
      <pc:sldChg chg="del">
        <pc:chgData name="Anju Dhiman" userId="f40a4a77-6bd7-4dbc-98f0-ec74719fbf24" providerId="ADAL" clId="{6021AB6E-E3D4-49DA-8949-CAAFD1F045A6}" dt="2026-08-03T15:48:49.880" v="3143" actId="2696"/>
        <pc:sldMkLst>
          <pc:docMk/>
          <pc:sldMk cId="1236298684" sldId="2147481121"/>
        </pc:sldMkLst>
      </pc:sldChg>
      <pc:sldChg chg="del">
        <pc:chgData name="Anju Dhiman" userId="f40a4a77-6bd7-4dbc-98f0-ec74719fbf24" providerId="ADAL" clId="{6021AB6E-E3D4-49DA-8949-CAAFD1F045A6}" dt="2026-08-03T15:48:52.238" v="3144" actId="2696"/>
        <pc:sldMkLst>
          <pc:docMk/>
          <pc:sldMk cId="997529631" sldId="2147481122"/>
        </pc:sldMkLst>
      </pc:sldChg>
      <pc:sldChg chg="del">
        <pc:chgData name="Anju Dhiman" userId="f40a4a77-6bd7-4dbc-98f0-ec74719fbf24" providerId="ADAL" clId="{6021AB6E-E3D4-49DA-8949-CAAFD1F045A6}" dt="2026-08-03T15:48:54.126" v="3145" actId="2696"/>
        <pc:sldMkLst>
          <pc:docMk/>
          <pc:sldMk cId="2008225731" sldId="2147481123"/>
        </pc:sldMkLst>
      </pc:sldChg>
      <pc:sldChg chg="del">
        <pc:chgData name="Anju Dhiman" userId="f40a4a77-6bd7-4dbc-98f0-ec74719fbf24" providerId="ADAL" clId="{6021AB6E-E3D4-49DA-8949-CAAFD1F045A6}" dt="2026-08-03T15:48:55.355" v="3146" actId="2696"/>
        <pc:sldMkLst>
          <pc:docMk/>
          <pc:sldMk cId="856417573" sldId="2147481124"/>
        </pc:sldMkLst>
      </pc:sldChg>
      <pc:sldChg chg="del">
        <pc:chgData name="Anju Dhiman" userId="f40a4a77-6bd7-4dbc-98f0-ec74719fbf24" providerId="ADAL" clId="{6021AB6E-E3D4-49DA-8949-CAAFD1F045A6}" dt="2026-08-03T15:48:56.548" v="3147" actId="2696"/>
        <pc:sldMkLst>
          <pc:docMk/>
          <pc:sldMk cId="294954295" sldId="2147481125"/>
        </pc:sldMkLst>
      </pc:sldChg>
      <pc:sldChg chg="del">
        <pc:chgData name="Anju Dhiman" userId="f40a4a77-6bd7-4dbc-98f0-ec74719fbf24" providerId="ADAL" clId="{6021AB6E-E3D4-49DA-8949-CAAFD1F045A6}" dt="2026-08-03T15:48:58.129" v="3148" actId="2696"/>
        <pc:sldMkLst>
          <pc:docMk/>
          <pc:sldMk cId="1083035564" sldId="2147481126"/>
        </pc:sldMkLst>
      </pc:sldChg>
      <pc:sldChg chg="del">
        <pc:chgData name="Anju Dhiman" userId="f40a4a77-6bd7-4dbc-98f0-ec74719fbf24" providerId="ADAL" clId="{6021AB6E-E3D4-49DA-8949-CAAFD1F045A6}" dt="2026-08-03T15:48:59.315" v="3149" actId="2696"/>
        <pc:sldMkLst>
          <pc:docMk/>
          <pc:sldMk cId="3344072115" sldId="2147481127"/>
        </pc:sldMkLst>
      </pc:sldChg>
      <pc:sldChg chg="del">
        <pc:chgData name="Anju Dhiman" userId="f40a4a77-6bd7-4dbc-98f0-ec74719fbf24" providerId="ADAL" clId="{6021AB6E-E3D4-49DA-8949-CAAFD1F045A6}" dt="2026-08-03T15:49:00.736" v="3150" actId="2696"/>
        <pc:sldMkLst>
          <pc:docMk/>
          <pc:sldMk cId="4271018082" sldId="2147481128"/>
        </pc:sldMkLst>
      </pc:sldChg>
      <pc:sldChg chg="del">
        <pc:chgData name="Anju Dhiman" userId="f40a4a77-6bd7-4dbc-98f0-ec74719fbf24" providerId="ADAL" clId="{6021AB6E-E3D4-49DA-8949-CAAFD1F045A6}" dt="2026-08-03T15:49:08.187" v="3151" actId="2696"/>
        <pc:sldMkLst>
          <pc:docMk/>
          <pc:sldMk cId="2500664344" sldId="2147481129"/>
        </pc:sldMkLst>
      </pc:sldChg>
      <pc:sldChg chg="delSp modSp mod ord">
        <pc:chgData name="Anju Dhiman" userId="f40a4a77-6bd7-4dbc-98f0-ec74719fbf24" providerId="ADAL" clId="{6021AB6E-E3D4-49DA-8949-CAAFD1F045A6}" dt="2026-08-04T13:45:22.724" v="8306" actId="20577"/>
        <pc:sldMkLst>
          <pc:docMk/>
          <pc:sldMk cId="1138818699" sldId="2147481130"/>
        </pc:sldMkLst>
        <pc:spChg chg="mod">
          <ac:chgData name="Anju Dhiman" userId="f40a4a77-6bd7-4dbc-98f0-ec74719fbf24" providerId="ADAL" clId="{6021AB6E-E3D4-49DA-8949-CAAFD1F045A6}" dt="2026-08-04T10:53:58.682" v="6648" actId="20577"/>
          <ac:spMkLst>
            <pc:docMk/>
            <pc:sldMk cId="1138818699" sldId="2147481130"/>
            <ac:spMk id="2" creationId="{AF511D0D-544D-665D-F6E0-4E32AC072358}"/>
          </ac:spMkLst>
        </pc:spChg>
        <pc:spChg chg="mod">
          <ac:chgData name="Anju Dhiman" userId="f40a4a77-6bd7-4dbc-98f0-ec74719fbf24" providerId="ADAL" clId="{6021AB6E-E3D4-49DA-8949-CAAFD1F045A6}" dt="2026-08-04T10:54:53.956" v="6712" actId="1076"/>
          <ac:spMkLst>
            <pc:docMk/>
            <pc:sldMk cId="1138818699" sldId="2147481130"/>
            <ac:spMk id="4" creationId="{F67E37CD-4CBF-F6F5-9A71-E1A48ACEB16A}"/>
          </ac:spMkLst>
        </pc:spChg>
        <pc:spChg chg="del mod">
          <ac:chgData name="Anju Dhiman" userId="f40a4a77-6bd7-4dbc-98f0-ec74719fbf24" providerId="ADAL" clId="{6021AB6E-E3D4-49DA-8949-CAAFD1F045A6}" dt="2026-08-04T10:55:00.056" v="6713" actId="21"/>
          <ac:spMkLst>
            <pc:docMk/>
            <pc:sldMk cId="1138818699" sldId="2147481130"/>
            <ac:spMk id="6" creationId="{4950B737-D4CA-AC36-93C7-5019873743B7}"/>
          </ac:spMkLst>
        </pc:spChg>
        <pc:spChg chg="mod">
          <ac:chgData name="Anju Dhiman" userId="f40a4a77-6bd7-4dbc-98f0-ec74719fbf24" providerId="ADAL" clId="{6021AB6E-E3D4-49DA-8949-CAAFD1F045A6}" dt="2026-08-04T13:45:22.724" v="8306" actId="20577"/>
          <ac:spMkLst>
            <pc:docMk/>
            <pc:sldMk cId="1138818699" sldId="2147481130"/>
            <ac:spMk id="7" creationId="{6F7D609C-ADD9-9C61-AD6F-3A2150E869ED}"/>
          </ac:spMkLst>
        </pc:spChg>
      </pc:sldChg>
      <pc:sldChg chg="del">
        <pc:chgData name="Anju Dhiman" userId="f40a4a77-6bd7-4dbc-98f0-ec74719fbf24" providerId="ADAL" clId="{6021AB6E-E3D4-49DA-8949-CAAFD1F045A6}" dt="2026-08-03T15:49:54.818" v="3249" actId="2696"/>
        <pc:sldMkLst>
          <pc:docMk/>
          <pc:sldMk cId="3716981635" sldId="2147481131"/>
        </pc:sldMkLst>
      </pc:sldChg>
      <pc:sldChg chg="delSp modSp mod">
        <pc:chgData name="Anju Dhiman" userId="f40a4a77-6bd7-4dbc-98f0-ec74719fbf24" providerId="ADAL" clId="{6021AB6E-E3D4-49DA-8949-CAAFD1F045A6}" dt="2026-08-04T13:45:36.459" v="8309" actId="20577"/>
        <pc:sldMkLst>
          <pc:docMk/>
          <pc:sldMk cId="73922036" sldId="2147481132"/>
        </pc:sldMkLst>
        <pc:spChg chg="mod">
          <ac:chgData name="Anju Dhiman" userId="f40a4a77-6bd7-4dbc-98f0-ec74719fbf24" providerId="ADAL" clId="{6021AB6E-E3D4-49DA-8949-CAAFD1F045A6}" dt="2026-08-04T10:57:55.882" v="6774" actId="20577"/>
          <ac:spMkLst>
            <pc:docMk/>
            <pc:sldMk cId="73922036" sldId="2147481132"/>
            <ac:spMk id="2" creationId="{9D4845A6-F930-8E3B-BEE2-8338260E3414}"/>
          </ac:spMkLst>
        </pc:spChg>
        <pc:spChg chg="mod">
          <ac:chgData name="Anju Dhiman" userId="f40a4a77-6bd7-4dbc-98f0-ec74719fbf24" providerId="ADAL" clId="{6021AB6E-E3D4-49DA-8949-CAAFD1F045A6}" dt="2026-08-04T13:45:36.459" v="8309" actId="20577"/>
          <ac:spMkLst>
            <pc:docMk/>
            <pc:sldMk cId="73922036" sldId="2147481132"/>
            <ac:spMk id="4" creationId="{50DB8D2A-E022-E03E-3CDA-CC0BDEF7E068}"/>
          </ac:spMkLst>
        </pc:spChg>
        <pc:spChg chg="del mod">
          <ac:chgData name="Anju Dhiman" userId="f40a4a77-6bd7-4dbc-98f0-ec74719fbf24" providerId="ADAL" clId="{6021AB6E-E3D4-49DA-8949-CAAFD1F045A6}" dt="2026-08-04T10:59:07.550" v="6791" actId="21"/>
          <ac:spMkLst>
            <pc:docMk/>
            <pc:sldMk cId="73922036" sldId="2147481132"/>
            <ac:spMk id="6" creationId="{05A4074B-E27D-DB24-A706-C20AE664AE2A}"/>
          </ac:spMkLst>
        </pc:spChg>
      </pc:sldChg>
      <pc:sldChg chg="del">
        <pc:chgData name="Anju Dhiman" userId="f40a4a77-6bd7-4dbc-98f0-ec74719fbf24" providerId="ADAL" clId="{6021AB6E-E3D4-49DA-8949-CAAFD1F045A6}" dt="2026-08-03T15:50:35.800" v="3251" actId="2696"/>
        <pc:sldMkLst>
          <pc:docMk/>
          <pc:sldMk cId="2827560982" sldId="2147481133"/>
        </pc:sldMkLst>
      </pc:sldChg>
      <pc:sldChg chg="modSp del mod">
        <pc:chgData name="Anju Dhiman" userId="f40a4a77-6bd7-4dbc-98f0-ec74719fbf24" providerId="ADAL" clId="{6021AB6E-E3D4-49DA-8949-CAAFD1F045A6}" dt="2026-08-04T11:00:34.763" v="6796" actId="2696"/>
        <pc:sldMkLst>
          <pc:docMk/>
          <pc:sldMk cId="350169085" sldId="2147481134"/>
        </pc:sldMkLst>
        <pc:spChg chg="mod">
          <ac:chgData name="Anju Dhiman" userId="f40a4a77-6bd7-4dbc-98f0-ec74719fbf24" providerId="ADAL" clId="{6021AB6E-E3D4-49DA-8949-CAAFD1F045A6}" dt="2026-08-04T05:31:49.488" v="4129" actId="20577"/>
          <ac:spMkLst>
            <pc:docMk/>
            <pc:sldMk cId="350169085" sldId="2147481134"/>
            <ac:spMk id="4" creationId="{696B1858-D6DA-2FED-3020-B0E646A87602}"/>
          </ac:spMkLst>
        </pc:spChg>
      </pc:sldChg>
      <pc:sldChg chg="del">
        <pc:chgData name="Anju Dhiman" userId="f40a4a77-6bd7-4dbc-98f0-ec74719fbf24" providerId="ADAL" clId="{6021AB6E-E3D4-49DA-8949-CAAFD1F045A6}" dt="2026-08-03T15:51:04.063" v="3253" actId="2696"/>
        <pc:sldMkLst>
          <pc:docMk/>
          <pc:sldMk cId="206566483" sldId="2147481135"/>
        </pc:sldMkLst>
      </pc:sldChg>
      <pc:sldChg chg="modSp del mod">
        <pc:chgData name="Anju Dhiman" userId="f40a4a77-6bd7-4dbc-98f0-ec74719fbf24" providerId="ADAL" clId="{6021AB6E-E3D4-49DA-8949-CAAFD1F045A6}" dt="2026-08-04T11:00:38.784" v="6797" actId="2696"/>
        <pc:sldMkLst>
          <pc:docMk/>
          <pc:sldMk cId="187281468" sldId="2147481136"/>
        </pc:sldMkLst>
        <pc:spChg chg="mod">
          <ac:chgData name="Anju Dhiman" userId="f40a4a77-6bd7-4dbc-98f0-ec74719fbf24" providerId="ADAL" clId="{6021AB6E-E3D4-49DA-8949-CAAFD1F045A6}" dt="2026-08-03T15:51:09.799" v="3255" actId="20577"/>
          <ac:spMkLst>
            <pc:docMk/>
            <pc:sldMk cId="187281468" sldId="2147481136"/>
            <ac:spMk id="2" creationId="{4871C22E-6A73-B8C9-C1A9-7CF23BD482A7}"/>
          </ac:spMkLst>
        </pc:spChg>
        <pc:spChg chg="mod">
          <ac:chgData name="Anju Dhiman" userId="f40a4a77-6bd7-4dbc-98f0-ec74719fbf24" providerId="ADAL" clId="{6021AB6E-E3D4-49DA-8949-CAAFD1F045A6}" dt="2026-08-03T16:21:58.834" v="3598" actId="20577"/>
          <ac:spMkLst>
            <pc:docMk/>
            <pc:sldMk cId="187281468" sldId="2147481136"/>
            <ac:spMk id="4" creationId="{EE0EC384-CA89-1279-062E-2DABD7BDBF5F}"/>
          </ac:spMkLst>
        </pc:spChg>
        <pc:spChg chg="mod">
          <ac:chgData name="Anju Dhiman" userId="f40a4a77-6bd7-4dbc-98f0-ec74719fbf24" providerId="ADAL" clId="{6021AB6E-E3D4-49DA-8949-CAAFD1F045A6}" dt="2026-08-04T05:33:24.492" v="4164" actId="20577"/>
          <ac:spMkLst>
            <pc:docMk/>
            <pc:sldMk cId="187281468" sldId="2147481136"/>
            <ac:spMk id="6" creationId="{57E7837B-C1C7-6C8E-59F2-BBB88B4F16D8}"/>
          </ac:spMkLst>
        </pc:spChg>
      </pc:sldChg>
      <pc:sldChg chg="modSp del mod">
        <pc:chgData name="Anju Dhiman" userId="f40a4a77-6bd7-4dbc-98f0-ec74719fbf24" providerId="ADAL" clId="{6021AB6E-E3D4-49DA-8949-CAAFD1F045A6}" dt="2026-08-04T11:00:43.125" v="6798" actId="2696"/>
        <pc:sldMkLst>
          <pc:docMk/>
          <pc:sldMk cId="553676281" sldId="2147481137"/>
        </pc:sldMkLst>
        <pc:spChg chg="mod">
          <ac:chgData name="Anju Dhiman" userId="f40a4a77-6bd7-4dbc-98f0-ec74719fbf24" providerId="ADAL" clId="{6021AB6E-E3D4-49DA-8949-CAAFD1F045A6}" dt="2026-08-03T15:52:40.236" v="3307" actId="20577"/>
          <ac:spMkLst>
            <pc:docMk/>
            <pc:sldMk cId="553676281" sldId="2147481137"/>
            <ac:spMk id="2" creationId="{5032C3A6-DC58-67C7-5C21-8D96524039BC}"/>
          </ac:spMkLst>
        </pc:spChg>
      </pc:sldChg>
      <pc:sldChg chg="addSp delSp modSp del mod">
        <pc:chgData name="Anju Dhiman" userId="f40a4a77-6bd7-4dbc-98f0-ec74719fbf24" providerId="ADAL" clId="{6021AB6E-E3D4-49DA-8949-CAAFD1F045A6}" dt="2026-08-04T11:00:46.559" v="6799" actId="2696"/>
        <pc:sldMkLst>
          <pc:docMk/>
          <pc:sldMk cId="578742125" sldId="2147481138"/>
        </pc:sldMkLst>
        <pc:spChg chg="del">
          <ac:chgData name="Anju Dhiman" userId="f40a4a77-6bd7-4dbc-98f0-ec74719fbf24" providerId="ADAL" clId="{6021AB6E-E3D4-49DA-8949-CAAFD1F045A6}" dt="2026-08-03T16:07:18.352" v="3448" actId="21"/>
          <ac:spMkLst>
            <pc:docMk/>
            <pc:sldMk cId="578742125" sldId="2147481138"/>
            <ac:spMk id="2" creationId="{9CC3F095-AAC8-967F-AE78-4844BC7EC4D4}"/>
          </ac:spMkLst>
        </pc:spChg>
        <pc:spChg chg="add mod">
          <ac:chgData name="Anju Dhiman" userId="f40a4a77-6bd7-4dbc-98f0-ec74719fbf24" providerId="ADAL" clId="{6021AB6E-E3D4-49DA-8949-CAAFD1F045A6}" dt="2026-08-04T05:33:01.871" v="4161" actId="108"/>
          <ac:spMkLst>
            <pc:docMk/>
            <pc:sldMk cId="578742125" sldId="2147481138"/>
            <ac:spMk id="3" creationId="{14181C8A-A07C-D9C5-6D1C-5B44D5322EAA}"/>
          </ac:spMkLst>
        </pc:spChg>
        <pc:spChg chg="mod">
          <ac:chgData name="Anju Dhiman" userId="f40a4a77-6bd7-4dbc-98f0-ec74719fbf24" providerId="ADAL" clId="{6021AB6E-E3D4-49DA-8949-CAAFD1F045A6}" dt="2026-08-04T05:32:28.831" v="4131" actId="1076"/>
          <ac:spMkLst>
            <pc:docMk/>
            <pc:sldMk cId="578742125" sldId="2147481138"/>
            <ac:spMk id="4" creationId="{97E68C0B-8490-CFA7-3955-75D4DF885AAF}"/>
          </ac:spMkLst>
        </pc:spChg>
        <pc:spChg chg="del">
          <ac:chgData name="Anju Dhiman" userId="f40a4a77-6bd7-4dbc-98f0-ec74719fbf24" providerId="ADAL" clId="{6021AB6E-E3D4-49DA-8949-CAAFD1F045A6}" dt="2026-08-03T16:07:09.704" v="3447" actId="21"/>
          <ac:spMkLst>
            <pc:docMk/>
            <pc:sldMk cId="578742125" sldId="2147481138"/>
            <ac:spMk id="5" creationId="{F2FDA5D2-8665-D04F-4F03-69287A9FFBA3}"/>
          </ac:spMkLst>
        </pc:spChg>
        <pc:spChg chg="del mod">
          <ac:chgData name="Anju Dhiman" userId="f40a4a77-6bd7-4dbc-98f0-ec74719fbf24" providerId="ADAL" clId="{6021AB6E-E3D4-49DA-8949-CAAFD1F045A6}" dt="2026-08-04T05:33:11.972" v="4162" actId="21"/>
          <ac:spMkLst>
            <pc:docMk/>
            <pc:sldMk cId="578742125" sldId="2147481138"/>
            <ac:spMk id="6" creationId="{DB7174E1-7965-C386-E50D-3E40DECC03DA}"/>
          </ac:spMkLst>
        </pc:spChg>
      </pc:sldChg>
      <pc:sldChg chg="del">
        <pc:chgData name="Anju Dhiman" userId="f40a4a77-6bd7-4dbc-98f0-ec74719fbf24" providerId="ADAL" clId="{6021AB6E-E3D4-49DA-8949-CAAFD1F045A6}" dt="2026-08-03T15:53:37.595" v="3309" actId="2696"/>
        <pc:sldMkLst>
          <pc:docMk/>
          <pc:sldMk cId="1721241762" sldId="2147481139"/>
        </pc:sldMkLst>
      </pc:sldChg>
      <pc:sldChg chg="modSp del mod">
        <pc:chgData name="Anju Dhiman" userId="f40a4a77-6bd7-4dbc-98f0-ec74719fbf24" providerId="ADAL" clId="{6021AB6E-E3D4-49DA-8949-CAAFD1F045A6}" dt="2026-08-03T16:07:25.955" v="3449" actId="2696"/>
        <pc:sldMkLst>
          <pc:docMk/>
          <pc:sldMk cId="297908047" sldId="2147481140"/>
        </pc:sldMkLst>
        <pc:spChg chg="mod">
          <ac:chgData name="Anju Dhiman" userId="f40a4a77-6bd7-4dbc-98f0-ec74719fbf24" providerId="ADAL" clId="{6021AB6E-E3D4-49DA-8949-CAAFD1F045A6}" dt="2026-08-03T15:53:53.759" v="3311" actId="20577"/>
          <ac:spMkLst>
            <pc:docMk/>
            <pc:sldMk cId="297908047" sldId="2147481140"/>
            <ac:spMk id="4" creationId="{55EA3342-08CA-E9AA-9C23-EA13F2B8411A}"/>
          </ac:spMkLst>
        </pc:spChg>
      </pc:sldChg>
      <pc:sldChg chg="modSp mod">
        <pc:chgData name="Anju Dhiman" userId="f40a4a77-6bd7-4dbc-98f0-ec74719fbf24" providerId="ADAL" clId="{6021AB6E-E3D4-49DA-8949-CAAFD1F045A6}" dt="2026-08-04T13:29:40.892" v="8241" actId="113"/>
        <pc:sldMkLst>
          <pc:docMk/>
          <pc:sldMk cId="1779625427" sldId="2147481142"/>
        </pc:sldMkLst>
        <pc:spChg chg="mod">
          <ac:chgData name="Anju Dhiman" userId="f40a4a77-6bd7-4dbc-98f0-ec74719fbf24" providerId="ADAL" clId="{6021AB6E-E3D4-49DA-8949-CAAFD1F045A6}" dt="2026-08-04T05:35:24.440" v="4179" actId="20577"/>
          <ac:spMkLst>
            <pc:docMk/>
            <pc:sldMk cId="1779625427" sldId="2147481142"/>
            <ac:spMk id="2" creationId="{967F54A1-CE87-E661-57FD-13127D74D1DB}"/>
          </ac:spMkLst>
        </pc:spChg>
        <pc:spChg chg="mod">
          <ac:chgData name="Anju Dhiman" userId="f40a4a77-6bd7-4dbc-98f0-ec74719fbf24" providerId="ADAL" clId="{6021AB6E-E3D4-49DA-8949-CAAFD1F045A6}" dt="2026-08-04T13:29:40.892" v="8241" actId="113"/>
          <ac:spMkLst>
            <pc:docMk/>
            <pc:sldMk cId="1779625427" sldId="2147481142"/>
            <ac:spMk id="4" creationId="{5A53645D-92B4-EA10-9800-66A346F1723B}"/>
          </ac:spMkLst>
        </pc:spChg>
        <pc:spChg chg="mod">
          <ac:chgData name="Anju Dhiman" userId="f40a4a77-6bd7-4dbc-98f0-ec74719fbf24" providerId="ADAL" clId="{6021AB6E-E3D4-49DA-8949-CAAFD1F045A6}" dt="2026-08-04T07:14:52.674" v="4738" actId="14100"/>
          <ac:spMkLst>
            <pc:docMk/>
            <pc:sldMk cId="1779625427" sldId="2147481142"/>
            <ac:spMk id="5" creationId="{9F0753C6-655E-4F61-A164-62AE5D264371}"/>
          </ac:spMkLst>
        </pc:spChg>
      </pc:sldChg>
      <pc:sldChg chg="addSp delSp modSp mod">
        <pc:chgData name="Anju Dhiman" userId="f40a4a77-6bd7-4dbc-98f0-ec74719fbf24" providerId="ADAL" clId="{6021AB6E-E3D4-49DA-8949-CAAFD1F045A6}" dt="2026-08-04T07:14:42.653" v="4737" actId="14100"/>
        <pc:sldMkLst>
          <pc:docMk/>
          <pc:sldMk cId="2814994489" sldId="2147481143"/>
        </pc:sldMkLst>
        <pc:spChg chg="mod">
          <ac:chgData name="Anju Dhiman" userId="f40a4a77-6bd7-4dbc-98f0-ec74719fbf24" providerId="ADAL" clId="{6021AB6E-E3D4-49DA-8949-CAAFD1F045A6}" dt="2026-08-04T05:39:59.189" v="4196" actId="20577"/>
          <ac:spMkLst>
            <pc:docMk/>
            <pc:sldMk cId="2814994489" sldId="2147481143"/>
            <ac:spMk id="2" creationId="{9252C666-C12B-5046-8B4C-F3FFA7BFE44C}"/>
          </ac:spMkLst>
        </pc:spChg>
        <pc:spChg chg="add del mod">
          <ac:chgData name="Anju Dhiman" userId="f40a4a77-6bd7-4dbc-98f0-ec74719fbf24" providerId="ADAL" clId="{6021AB6E-E3D4-49DA-8949-CAAFD1F045A6}" dt="2026-08-04T07:14:42.653" v="4737" actId="14100"/>
          <ac:spMkLst>
            <pc:docMk/>
            <pc:sldMk cId="2814994489" sldId="2147481143"/>
            <ac:spMk id="5" creationId="{41E6F4E0-3B32-1C16-C389-BB18393330AE}"/>
          </ac:spMkLst>
        </pc:spChg>
        <pc:spChg chg="mod">
          <ac:chgData name="Anju Dhiman" userId="f40a4a77-6bd7-4dbc-98f0-ec74719fbf24" providerId="ADAL" clId="{6021AB6E-E3D4-49DA-8949-CAAFD1F045A6}" dt="2026-08-04T05:40:20.278" v="4200" actId="1076"/>
          <ac:spMkLst>
            <pc:docMk/>
            <pc:sldMk cId="2814994489" sldId="2147481143"/>
            <ac:spMk id="8" creationId="{3C318A3A-2AC5-E839-8C8A-BF347E6165A6}"/>
          </ac:spMkLst>
        </pc:spChg>
        <pc:picChg chg="mod">
          <ac:chgData name="Anju Dhiman" userId="f40a4a77-6bd7-4dbc-98f0-ec74719fbf24" providerId="ADAL" clId="{6021AB6E-E3D4-49DA-8949-CAAFD1F045A6}" dt="2026-08-04T05:35:44.413" v="4185" actId="1076"/>
          <ac:picMkLst>
            <pc:docMk/>
            <pc:sldMk cId="2814994489" sldId="2147481143"/>
            <ac:picMk id="3" creationId="{2A44E1F5-DE1F-700A-0CE0-3170097BA040}"/>
          </ac:picMkLst>
        </pc:picChg>
      </pc:sldChg>
      <pc:sldChg chg="modSp mod">
        <pc:chgData name="Anju Dhiman" userId="f40a4a77-6bd7-4dbc-98f0-ec74719fbf24" providerId="ADAL" clId="{6021AB6E-E3D4-49DA-8949-CAAFD1F045A6}" dt="2026-08-04T08:43:14.609" v="6236" actId="20577"/>
        <pc:sldMkLst>
          <pc:docMk/>
          <pc:sldMk cId="3045566441" sldId="2147481144"/>
        </pc:sldMkLst>
        <pc:spChg chg="mod">
          <ac:chgData name="Anju Dhiman" userId="f40a4a77-6bd7-4dbc-98f0-ec74719fbf24" providerId="ADAL" clId="{6021AB6E-E3D4-49DA-8949-CAAFD1F045A6}" dt="2026-08-04T08:43:14.609" v="6236" actId="20577"/>
          <ac:spMkLst>
            <pc:docMk/>
            <pc:sldMk cId="3045566441" sldId="2147481144"/>
            <ac:spMk id="2" creationId="{9CEEC75A-F99B-E126-48AE-053E41E5349D}"/>
          </ac:spMkLst>
        </pc:spChg>
      </pc:sldChg>
      <pc:sldChg chg="modSp mod">
        <pc:chgData name="Anju Dhiman" userId="f40a4a77-6bd7-4dbc-98f0-ec74719fbf24" providerId="ADAL" clId="{6021AB6E-E3D4-49DA-8949-CAAFD1F045A6}" dt="2026-08-04T13:47:26.179" v="8338" actId="20577"/>
        <pc:sldMkLst>
          <pc:docMk/>
          <pc:sldMk cId="1725606629" sldId="2147481145"/>
        </pc:sldMkLst>
        <pc:spChg chg="mod">
          <ac:chgData name="Anju Dhiman" userId="f40a4a77-6bd7-4dbc-98f0-ec74719fbf24" providerId="ADAL" clId="{6021AB6E-E3D4-49DA-8949-CAAFD1F045A6}" dt="2026-08-04T07:26:06.357" v="4954" actId="14100"/>
          <ac:spMkLst>
            <pc:docMk/>
            <pc:sldMk cId="1725606629" sldId="2147481145"/>
            <ac:spMk id="5" creationId="{ABB34DCC-1C1F-54C1-2ECA-035075F58E9A}"/>
          </ac:spMkLst>
        </pc:spChg>
        <pc:spChg chg="mod">
          <ac:chgData name="Anju Dhiman" userId="f40a4a77-6bd7-4dbc-98f0-ec74719fbf24" providerId="ADAL" clId="{6021AB6E-E3D4-49DA-8949-CAAFD1F045A6}" dt="2026-08-04T13:47:26.179" v="8338" actId="20577"/>
          <ac:spMkLst>
            <pc:docMk/>
            <pc:sldMk cId="1725606629" sldId="2147481145"/>
            <ac:spMk id="6" creationId="{D2CA1809-A70F-83EF-EF64-A7BE259F5BE1}"/>
          </ac:spMkLst>
        </pc:spChg>
        <pc:spChg chg="mod">
          <ac:chgData name="Anju Dhiman" userId="f40a4a77-6bd7-4dbc-98f0-ec74719fbf24" providerId="ADAL" clId="{6021AB6E-E3D4-49DA-8949-CAAFD1F045A6}" dt="2026-08-04T05:45:56.372" v="4337" actId="113"/>
          <ac:spMkLst>
            <pc:docMk/>
            <pc:sldMk cId="1725606629" sldId="2147481145"/>
            <ac:spMk id="8" creationId="{BCF4B6FE-E3D0-29F0-23C2-9F1BECDB94E9}"/>
          </ac:spMkLst>
        </pc:spChg>
      </pc:sldChg>
      <pc:sldChg chg="addSp modSp mod">
        <pc:chgData name="Anju Dhiman" userId="f40a4a77-6bd7-4dbc-98f0-ec74719fbf24" providerId="ADAL" clId="{6021AB6E-E3D4-49DA-8949-CAAFD1F045A6}" dt="2026-08-04T13:47:49.500" v="8342" actId="20577"/>
        <pc:sldMkLst>
          <pc:docMk/>
          <pc:sldMk cId="640455241" sldId="2147481146"/>
        </pc:sldMkLst>
        <pc:spChg chg="mod">
          <ac:chgData name="Anju Dhiman" userId="f40a4a77-6bd7-4dbc-98f0-ec74719fbf24" providerId="ADAL" clId="{6021AB6E-E3D4-49DA-8949-CAAFD1F045A6}" dt="2026-08-04T12:59:44.157" v="8178" actId="1076"/>
          <ac:spMkLst>
            <pc:docMk/>
            <pc:sldMk cId="640455241" sldId="2147481146"/>
            <ac:spMk id="4" creationId="{13AE392D-9543-86DA-702A-B76B02D1DDEB}"/>
          </ac:spMkLst>
        </pc:spChg>
        <pc:spChg chg="mod">
          <ac:chgData name="Anju Dhiman" userId="f40a4a77-6bd7-4dbc-98f0-ec74719fbf24" providerId="ADAL" clId="{6021AB6E-E3D4-49DA-8949-CAAFD1F045A6}" dt="2026-08-04T07:26:18.518" v="4957" actId="14100"/>
          <ac:spMkLst>
            <pc:docMk/>
            <pc:sldMk cId="640455241" sldId="2147481146"/>
            <ac:spMk id="5" creationId="{4A7CAF8D-B1A5-23C6-21C5-6B64931D408F}"/>
          </ac:spMkLst>
        </pc:spChg>
        <pc:spChg chg="mod">
          <ac:chgData name="Anju Dhiman" userId="f40a4a77-6bd7-4dbc-98f0-ec74719fbf24" providerId="ADAL" clId="{6021AB6E-E3D4-49DA-8949-CAAFD1F045A6}" dt="2026-08-04T05:49:40.606" v="4354" actId="1076"/>
          <ac:spMkLst>
            <pc:docMk/>
            <pc:sldMk cId="640455241" sldId="2147481146"/>
            <ac:spMk id="6" creationId="{D373A9D3-7ABA-8954-EBAC-CE0076382898}"/>
          </ac:spMkLst>
        </pc:spChg>
        <pc:spChg chg="mod">
          <ac:chgData name="Anju Dhiman" userId="f40a4a77-6bd7-4dbc-98f0-ec74719fbf24" providerId="ADAL" clId="{6021AB6E-E3D4-49DA-8949-CAAFD1F045A6}" dt="2026-08-04T13:47:49.500" v="8342" actId="20577"/>
          <ac:spMkLst>
            <pc:docMk/>
            <pc:sldMk cId="640455241" sldId="2147481146"/>
            <ac:spMk id="10" creationId="{013138BC-33B8-406F-95D9-88952CEA0738}"/>
          </ac:spMkLst>
        </pc:spChg>
        <pc:picChg chg="add mod">
          <ac:chgData name="Anju Dhiman" userId="f40a4a77-6bd7-4dbc-98f0-ec74719fbf24" providerId="ADAL" clId="{6021AB6E-E3D4-49DA-8949-CAAFD1F045A6}" dt="2026-08-04T05:49:54.671" v="4358" actId="1076"/>
          <ac:picMkLst>
            <pc:docMk/>
            <pc:sldMk cId="640455241" sldId="2147481146"/>
            <ac:picMk id="3" creationId="{0461921C-ACC1-0E0D-9081-F30495FE7BC2}"/>
          </ac:picMkLst>
        </pc:picChg>
      </pc:sldChg>
      <pc:sldChg chg="modSp mod">
        <pc:chgData name="Anju Dhiman" userId="f40a4a77-6bd7-4dbc-98f0-ec74719fbf24" providerId="ADAL" clId="{6021AB6E-E3D4-49DA-8949-CAAFD1F045A6}" dt="2026-08-04T07:26:23.003" v="4958" actId="14100"/>
        <pc:sldMkLst>
          <pc:docMk/>
          <pc:sldMk cId="2871233158" sldId="2147481147"/>
        </pc:sldMkLst>
        <pc:spChg chg="mod">
          <ac:chgData name="Anju Dhiman" userId="f40a4a77-6bd7-4dbc-98f0-ec74719fbf24" providerId="ADAL" clId="{6021AB6E-E3D4-49DA-8949-CAAFD1F045A6}" dt="2026-08-04T07:26:23.003" v="4958" actId="14100"/>
          <ac:spMkLst>
            <pc:docMk/>
            <pc:sldMk cId="2871233158" sldId="2147481147"/>
            <ac:spMk id="5" creationId="{B1AE164F-BB2C-59E3-D33E-0C145AF4F003}"/>
          </ac:spMkLst>
        </pc:spChg>
      </pc:sldChg>
      <pc:sldChg chg="modSp mod">
        <pc:chgData name="Anju Dhiman" userId="f40a4a77-6bd7-4dbc-98f0-ec74719fbf24" providerId="ADAL" clId="{6021AB6E-E3D4-49DA-8949-CAAFD1F045A6}" dt="2026-08-04T13:49:52.118" v="8349"/>
        <pc:sldMkLst>
          <pc:docMk/>
          <pc:sldMk cId="1459689092" sldId="2147481148"/>
        </pc:sldMkLst>
        <pc:spChg chg="mod">
          <ac:chgData name="Anju Dhiman" userId="f40a4a77-6bd7-4dbc-98f0-ec74719fbf24" providerId="ADAL" clId="{6021AB6E-E3D4-49DA-8949-CAAFD1F045A6}" dt="2026-08-04T13:49:52.118" v="8349"/>
          <ac:spMkLst>
            <pc:docMk/>
            <pc:sldMk cId="1459689092" sldId="2147481148"/>
            <ac:spMk id="4" creationId="{A103E6B7-C4AE-4E13-2FC4-9D78C26E964A}"/>
          </ac:spMkLst>
        </pc:spChg>
        <pc:spChg chg="mod">
          <ac:chgData name="Anju Dhiman" userId="f40a4a77-6bd7-4dbc-98f0-ec74719fbf24" providerId="ADAL" clId="{6021AB6E-E3D4-49DA-8949-CAAFD1F045A6}" dt="2026-08-04T07:26:31.096" v="4960" actId="14100"/>
          <ac:spMkLst>
            <pc:docMk/>
            <pc:sldMk cId="1459689092" sldId="2147481148"/>
            <ac:spMk id="5" creationId="{21973F1C-1382-2166-0D69-7A762E1DC36D}"/>
          </ac:spMkLst>
        </pc:spChg>
      </pc:sldChg>
      <pc:sldChg chg="modSp mod">
        <pc:chgData name="Anju Dhiman" userId="f40a4a77-6bd7-4dbc-98f0-ec74719fbf24" providerId="ADAL" clId="{6021AB6E-E3D4-49DA-8949-CAAFD1F045A6}" dt="2026-08-04T07:26:37.748" v="4961" actId="14100"/>
        <pc:sldMkLst>
          <pc:docMk/>
          <pc:sldMk cId="218703968" sldId="2147481149"/>
        </pc:sldMkLst>
        <pc:spChg chg="mod">
          <ac:chgData name="Anju Dhiman" userId="f40a4a77-6bd7-4dbc-98f0-ec74719fbf24" providerId="ADAL" clId="{6021AB6E-E3D4-49DA-8949-CAAFD1F045A6}" dt="2026-08-04T05:53:38.239" v="4361" actId="1076"/>
          <ac:spMkLst>
            <pc:docMk/>
            <pc:sldMk cId="218703968" sldId="2147481149"/>
            <ac:spMk id="4" creationId="{0F43299F-046D-7C31-484B-8E76A25CB227}"/>
          </ac:spMkLst>
        </pc:spChg>
        <pc:spChg chg="mod">
          <ac:chgData name="Anju Dhiman" userId="f40a4a77-6bd7-4dbc-98f0-ec74719fbf24" providerId="ADAL" clId="{6021AB6E-E3D4-49DA-8949-CAAFD1F045A6}" dt="2026-08-04T07:26:37.748" v="4961" actId="14100"/>
          <ac:spMkLst>
            <pc:docMk/>
            <pc:sldMk cId="218703968" sldId="2147481149"/>
            <ac:spMk id="5" creationId="{C21E2376-112D-9110-AC30-541F53E218B2}"/>
          </ac:spMkLst>
        </pc:spChg>
        <pc:spChg chg="mod">
          <ac:chgData name="Anju Dhiman" userId="f40a4a77-6bd7-4dbc-98f0-ec74719fbf24" providerId="ADAL" clId="{6021AB6E-E3D4-49DA-8949-CAAFD1F045A6}" dt="2026-08-04T05:53:41.884" v="4362" actId="1076"/>
          <ac:spMkLst>
            <pc:docMk/>
            <pc:sldMk cId="218703968" sldId="2147481149"/>
            <ac:spMk id="9" creationId="{D3357493-D777-3C86-F750-9C2786A6F49D}"/>
          </ac:spMkLst>
        </pc:spChg>
      </pc:sldChg>
      <pc:sldChg chg="addSp modSp mod">
        <pc:chgData name="Anju Dhiman" userId="f40a4a77-6bd7-4dbc-98f0-ec74719fbf24" providerId="ADAL" clId="{6021AB6E-E3D4-49DA-8949-CAAFD1F045A6}" dt="2026-08-04T13:50:28.181" v="8351" actId="20577"/>
        <pc:sldMkLst>
          <pc:docMk/>
          <pc:sldMk cId="2992355616" sldId="2147481150"/>
        </pc:sldMkLst>
        <pc:spChg chg="mod">
          <ac:chgData name="Anju Dhiman" userId="f40a4a77-6bd7-4dbc-98f0-ec74719fbf24" providerId="ADAL" clId="{6021AB6E-E3D4-49DA-8949-CAAFD1F045A6}" dt="2026-08-04T07:26:44.634" v="4962" actId="14100"/>
          <ac:spMkLst>
            <pc:docMk/>
            <pc:sldMk cId="2992355616" sldId="2147481150"/>
            <ac:spMk id="5" creationId="{EDDDA0A7-B923-368C-A6A7-3B4301ABE9E2}"/>
          </ac:spMkLst>
        </pc:spChg>
        <pc:spChg chg="add mod">
          <ac:chgData name="Anju Dhiman" userId="f40a4a77-6bd7-4dbc-98f0-ec74719fbf24" providerId="ADAL" clId="{6021AB6E-E3D4-49DA-8949-CAAFD1F045A6}" dt="2026-08-04T13:50:28.181" v="8351" actId="20577"/>
          <ac:spMkLst>
            <pc:docMk/>
            <pc:sldMk cId="2992355616" sldId="2147481150"/>
            <ac:spMk id="6" creationId="{DA2B067A-2DBF-033C-19FC-7F428562AD98}"/>
          </ac:spMkLst>
        </pc:spChg>
        <pc:spChg chg="mod">
          <ac:chgData name="Anju Dhiman" userId="f40a4a77-6bd7-4dbc-98f0-ec74719fbf24" providerId="ADAL" clId="{6021AB6E-E3D4-49DA-8949-CAAFD1F045A6}" dt="2026-08-04T13:05:46.898" v="8184" actId="1076"/>
          <ac:spMkLst>
            <pc:docMk/>
            <pc:sldMk cId="2992355616" sldId="2147481150"/>
            <ac:spMk id="7" creationId="{904DC1F1-0E10-E268-260F-8F61E04BFDB2}"/>
          </ac:spMkLst>
        </pc:spChg>
        <pc:picChg chg="mod">
          <ac:chgData name="Anju Dhiman" userId="f40a4a77-6bd7-4dbc-98f0-ec74719fbf24" providerId="ADAL" clId="{6021AB6E-E3D4-49DA-8949-CAAFD1F045A6}" dt="2026-08-04T13:05:41.968" v="8183" actId="14100"/>
          <ac:picMkLst>
            <pc:docMk/>
            <pc:sldMk cId="2992355616" sldId="2147481150"/>
            <ac:picMk id="3" creationId="{C70A57EF-056B-9EBC-58A7-7855BD5EE950}"/>
          </ac:picMkLst>
        </pc:picChg>
      </pc:sldChg>
      <pc:sldChg chg="modSp mod">
        <pc:chgData name="Anju Dhiman" userId="f40a4a77-6bd7-4dbc-98f0-ec74719fbf24" providerId="ADAL" clId="{6021AB6E-E3D4-49DA-8949-CAAFD1F045A6}" dt="2026-08-04T13:51:01.538" v="8354" actId="57"/>
        <pc:sldMkLst>
          <pc:docMk/>
          <pc:sldMk cId="2656521778" sldId="2147481151"/>
        </pc:sldMkLst>
        <pc:spChg chg="mod">
          <ac:chgData name="Anju Dhiman" userId="f40a4a77-6bd7-4dbc-98f0-ec74719fbf24" providerId="ADAL" clId="{6021AB6E-E3D4-49DA-8949-CAAFD1F045A6}" dt="2026-08-04T07:26:51.800" v="4963" actId="14100"/>
          <ac:spMkLst>
            <pc:docMk/>
            <pc:sldMk cId="2656521778" sldId="2147481151"/>
            <ac:spMk id="5" creationId="{4C4AE609-4D2F-8CD3-A046-BFAE90913DCC}"/>
          </ac:spMkLst>
        </pc:spChg>
        <pc:spChg chg="mod">
          <ac:chgData name="Anju Dhiman" userId="f40a4a77-6bd7-4dbc-98f0-ec74719fbf24" providerId="ADAL" clId="{6021AB6E-E3D4-49DA-8949-CAAFD1F045A6}" dt="2026-08-04T13:51:01.538" v="8354" actId="57"/>
          <ac:spMkLst>
            <pc:docMk/>
            <pc:sldMk cId="2656521778" sldId="2147481151"/>
            <ac:spMk id="13" creationId="{AEBC9AA2-753B-8D7C-669A-51EB82773E2D}"/>
          </ac:spMkLst>
        </pc:spChg>
      </pc:sldChg>
      <pc:sldChg chg="modSp mod">
        <pc:chgData name="Anju Dhiman" userId="f40a4a77-6bd7-4dbc-98f0-ec74719fbf24" providerId="ADAL" clId="{6021AB6E-E3D4-49DA-8949-CAAFD1F045A6}" dt="2026-08-04T07:26:58.553" v="4965" actId="14100"/>
        <pc:sldMkLst>
          <pc:docMk/>
          <pc:sldMk cId="1075783396" sldId="2147481152"/>
        </pc:sldMkLst>
        <pc:spChg chg="mod">
          <ac:chgData name="Anju Dhiman" userId="f40a4a77-6bd7-4dbc-98f0-ec74719fbf24" providerId="ADAL" clId="{6021AB6E-E3D4-49DA-8949-CAAFD1F045A6}" dt="2026-08-04T07:26:58.553" v="4965" actId="14100"/>
          <ac:spMkLst>
            <pc:docMk/>
            <pc:sldMk cId="1075783396" sldId="2147481152"/>
            <ac:spMk id="5" creationId="{E581F7F9-7805-35F2-815B-7C0D3E4817A6}"/>
          </ac:spMkLst>
        </pc:spChg>
      </pc:sldChg>
      <pc:sldChg chg="addSp modSp del mod">
        <pc:chgData name="Anju Dhiman" userId="f40a4a77-6bd7-4dbc-98f0-ec74719fbf24" providerId="ADAL" clId="{6021AB6E-E3D4-49DA-8949-CAAFD1F045A6}" dt="2026-08-04T13:12:28.886" v="8190" actId="2696"/>
        <pc:sldMkLst>
          <pc:docMk/>
          <pc:sldMk cId="3551271464" sldId="2147481153"/>
        </pc:sldMkLst>
        <pc:spChg chg="mod">
          <ac:chgData name="Anju Dhiman" userId="f40a4a77-6bd7-4dbc-98f0-ec74719fbf24" providerId="ADAL" clId="{6021AB6E-E3D4-49DA-8949-CAAFD1F045A6}" dt="2026-08-04T13:09:39.182" v="8188" actId="20577"/>
          <ac:spMkLst>
            <pc:docMk/>
            <pc:sldMk cId="3551271464" sldId="2147481153"/>
            <ac:spMk id="4" creationId="{9828B857-8B53-E32C-48E2-C5600AEE2405}"/>
          </ac:spMkLst>
        </pc:spChg>
        <pc:spChg chg="mod">
          <ac:chgData name="Anju Dhiman" userId="f40a4a77-6bd7-4dbc-98f0-ec74719fbf24" providerId="ADAL" clId="{6021AB6E-E3D4-49DA-8949-CAAFD1F045A6}" dt="2026-08-04T07:27:03.390" v="4966" actId="14100"/>
          <ac:spMkLst>
            <pc:docMk/>
            <pc:sldMk cId="3551271464" sldId="2147481153"/>
            <ac:spMk id="5" creationId="{2D45E59B-8233-E419-17A8-BF34BFEEADE7}"/>
          </ac:spMkLst>
        </pc:spChg>
        <pc:spChg chg="add mod">
          <ac:chgData name="Anju Dhiman" userId="f40a4a77-6bd7-4dbc-98f0-ec74719fbf24" providerId="ADAL" clId="{6021AB6E-E3D4-49DA-8949-CAAFD1F045A6}" dt="2026-08-04T06:07:35.100" v="4516" actId="255"/>
          <ac:spMkLst>
            <pc:docMk/>
            <pc:sldMk cId="3551271464" sldId="2147481153"/>
            <ac:spMk id="6" creationId="{35F7BE41-F2CD-D0D3-A139-96615D83DE56}"/>
          </ac:spMkLst>
        </pc:spChg>
        <pc:spChg chg="mod">
          <ac:chgData name="Anju Dhiman" userId="f40a4a77-6bd7-4dbc-98f0-ec74719fbf24" providerId="ADAL" clId="{6021AB6E-E3D4-49DA-8949-CAAFD1F045A6}" dt="2026-08-04T06:06:24.988" v="4500" actId="20577"/>
          <ac:spMkLst>
            <pc:docMk/>
            <pc:sldMk cId="3551271464" sldId="2147481153"/>
            <ac:spMk id="9" creationId="{4FFFB14B-D190-377A-9ED4-B7B708E4D8B5}"/>
          </ac:spMkLst>
        </pc:spChg>
      </pc:sldChg>
      <pc:sldChg chg="modSp mod">
        <pc:chgData name="Anju Dhiman" userId="f40a4a77-6bd7-4dbc-98f0-ec74719fbf24" providerId="ADAL" clId="{6021AB6E-E3D4-49DA-8949-CAAFD1F045A6}" dt="2026-08-04T13:34:39.492" v="8248"/>
        <pc:sldMkLst>
          <pc:docMk/>
          <pc:sldMk cId="3465881397" sldId="2147481154"/>
        </pc:sldMkLst>
        <pc:spChg chg="mod">
          <ac:chgData name="Anju Dhiman" userId="f40a4a77-6bd7-4dbc-98f0-ec74719fbf24" providerId="ADAL" clId="{6021AB6E-E3D4-49DA-8949-CAAFD1F045A6}" dt="2026-08-04T06:53:24.982" v="4520" actId="20577"/>
          <ac:spMkLst>
            <pc:docMk/>
            <pc:sldMk cId="3465881397" sldId="2147481154"/>
            <ac:spMk id="2" creationId="{5155124B-E1D0-09CE-2E5C-023F4C1581BF}"/>
          </ac:spMkLst>
        </pc:spChg>
        <pc:spChg chg="mod">
          <ac:chgData name="Anju Dhiman" userId="f40a4a77-6bd7-4dbc-98f0-ec74719fbf24" providerId="ADAL" clId="{6021AB6E-E3D4-49DA-8949-CAAFD1F045A6}" dt="2026-08-04T07:27:08.209" v="4967" actId="14100"/>
          <ac:spMkLst>
            <pc:docMk/>
            <pc:sldMk cId="3465881397" sldId="2147481154"/>
            <ac:spMk id="5" creationId="{FDF49331-57A2-5C06-98B5-E9FAA49067BC}"/>
          </ac:spMkLst>
        </pc:spChg>
        <pc:spChg chg="mod">
          <ac:chgData name="Anju Dhiman" userId="f40a4a77-6bd7-4dbc-98f0-ec74719fbf24" providerId="ADAL" clId="{6021AB6E-E3D4-49DA-8949-CAAFD1F045A6}" dt="2026-08-04T13:34:39.492" v="8248"/>
          <ac:spMkLst>
            <pc:docMk/>
            <pc:sldMk cId="3465881397" sldId="2147481154"/>
            <ac:spMk id="6" creationId="{1AC04A2E-FC8D-A2DB-530E-DBB4123B83ED}"/>
          </ac:spMkLst>
        </pc:spChg>
      </pc:sldChg>
      <pc:sldChg chg="modSp mod">
        <pc:chgData name="Anju Dhiman" userId="f40a4a77-6bd7-4dbc-98f0-ec74719fbf24" providerId="ADAL" clId="{6021AB6E-E3D4-49DA-8949-CAAFD1F045A6}" dt="2026-08-04T13:35:30.517" v="8251" actId="1076"/>
        <pc:sldMkLst>
          <pc:docMk/>
          <pc:sldMk cId="1264309939" sldId="2147481155"/>
        </pc:sldMkLst>
        <pc:spChg chg="mod">
          <ac:chgData name="Anju Dhiman" userId="f40a4a77-6bd7-4dbc-98f0-ec74719fbf24" providerId="ADAL" clId="{6021AB6E-E3D4-49DA-8949-CAAFD1F045A6}" dt="2026-08-04T13:35:30.517" v="8251" actId="1076"/>
          <ac:spMkLst>
            <pc:docMk/>
            <pc:sldMk cId="1264309939" sldId="2147481155"/>
            <ac:spMk id="4" creationId="{0082D422-9322-3C6A-C92F-9E60E5B12232}"/>
          </ac:spMkLst>
        </pc:spChg>
        <pc:spChg chg="mod">
          <ac:chgData name="Anju Dhiman" userId="f40a4a77-6bd7-4dbc-98f0-ec74719fbf24" providerId="ADAL" clId="{6021AB6E-E3D4-49DA-8949-CAAFD1F045A6}" dt="2026-08-04T07:28:08.223" v="4968" actId="14100"/>
          <ac:spMkLst>
            <pc:docMk/>
            <pc:sldMk cId="1264309939" sldId="2147481155"/>
            <ac:spMk id="5" creationId="{E24C0578-AA0E-1BFB-7C1A-AC828FCA7378}"/>
          </ac:spMkLst>
        </pc:spChg>
      </pc:sldChg>
      <pc:sldChg chg="modSp mod">
        <pc:chgData name="Anju Dhiman" userId="f40a4a77-6bd7-4dbc-98f0-ec74719fbf24" providerId="ADAL" clId="{6021AB6E-E3D4-49DA-8949-CAAFD1F045A6}" dt="2026-08-04T08:44:58.779" v="6239" actId="20577"/>
        <pc:sldMkLst>
          <pc:docMk/>
          <pc:sldMk cId="1081674649" sldId="2147481156"/>
        </pc:sldMkLst>
        <pc:spChg chg="mod">
          <ac:chgData name="Anju Dhiman" userId="f40a4a77-6bd7-4dbc-98f0-ec74719fbf24" providerId="ADAL" clId="{6021AB6E-E3D4-49DA-8949-CAAFD1F045A6}" dt="2026-08-04T08:44:58.779" v="6239" actId="20577"/>
          <ac:spMkLst>
            <pc:docMk/>
            <pc:sldMk cId="1081674649" sldId="2147481156"/>
            <ac:spMk id="2" creationId="{4D718882-2CF3-636B-E09F-1B44630F0EE4}"/>
          </ac:spMkLst>
        </pc:spChg>
      </pc:sldChg>
      <pc:sldChg chg="delSp modSp mod">
        <pc:chgData name="Anju Dhiman" userId="f40a4a77-6bd7-4dbc-98f0-ec74719fbf24" providerId="ADAL" clId="{6021AB6E-E3D4-49DA-8949-CAAFD1F045A6}" dt="2026-08-04T13:52:12.521" v="8355" actId="21"/>
        <pc:sldMkLst>
          <pc:docMk/>
          <pc:sldMk cId="2928940322" sldId="2147481157"/>
        </pc:sldMkLst>
        <pc:spChg chg="mod">
          <ac:chgData name="Anju Dhiman" userId="f40a4a77-6bd7-4dbc-98f0-ec74719fbf24" providerId="ADAL" clId="{6021AB6E-E3D4-49DA-8949-CAAFD1F045A6}" dt="2026-08-04T11:12:56.623" v="7139" actId="20577"/>
          <ac:spMkLst>
            <pc:docMk/>
            <pc:sldMk cId="2928940322" sldId="2147481157"/>
            <ac:spMk id="2" creationId="{3407619E-60D0-BC5E-E160-09F200EDBBA0}"/>
          </ac:spMkLst>
        </pc:spChg>
        <pc:spChg chg="del">
          <ac:chgData name="Anju Dhiman" userId="f40a4a77-6bd7-4dbc-98f0-ec74719fbf24" providerId="ADAL" clId="{6021AB6E-E3D4-49DA-8949-CAAFD1F045A6}" dt="2026-08-04T13:52:12.521" v="8355" actId="21"/>
          <ac:spMkLst>
            <pc:docMk/>
            <pc:sldMk cId="2928940322" sldId="2147481157"/>
            <ac:spMk id="5" creationId="{BF91A1D2-CFE4-C5E1-B116-5AD3F9DFC9EE}"/>
          </ac:spMkLst>
        </pc:spChg>
      </pc:sldChg>
      <pc:sldChg chg="delSp modSp mod">
        <pc:chgData name="Anju Dhiman" userId="f40a4a77-6bd7-4dbc-98f0-ec74719fbf24" providerId="ADAL" clId="{6021AB6E-E3D4-49DA-8949-CAAFD1F045A6}" dt="2026-08-04T11:30:03.376" v="7369" actId="14100"/>
        <pc:sldMkLst>
          <pc:docMk/>
          <pc:sldMk cId="716935480" sldId="2147481158"/>
        </pc:sldMkLst>
        <pc:spChg chg="mod">
          <ac:chgData name="Anju Dhiman" userId="f40a4a77-6bd7-4dbc-98f0-ec74719fbf24" providerId="ADAL" clId="{6021AB6E-E3D4-49DA-8949-CAAFD1F045A6}" dt="2026-08-04T11:28:26.609" v="7329" actId="108"/>
          <ac:spMkLst>
            <pc:docMk/>
            <pc:sldMk cId="716935480" sldId="2147481158"/>
            <ac:spMk id="2" creationId="{D77A12AB-7ED3-B9AA-45E5-9974C9F9B375}"/>
          </ac:spMkLst>
        </pc:spChg>
        <pc:spChg chg="mod">
          <ac:chgData name="Anju Dhiman" userId="f40a4a77-6bd7-4dbc-98f0-ec74719fbf24" providerId="ADAL" clId="{6021AB6E-E3D4-49DA-8949-CAAFD1F045A6}" dt="2026-08-04T11:30:03.376" v="7369" actId="14100"/>
          <ac:spMkLst>
            <pc:docMk/>
            <pc:sldMk cId="716935480" sldId="2147481158"/>
            <ac:spMk id="4" creationId="{907491A2-D4CC-8340-7AB5-AFB97D92606A}"/>
          </ac:spMkLst>
        </pc:spChg>
        <pc:spChg chg="mod">
          <ac:chgData name="Anju Dhiman" userId="f40a4a77-6bd7-4dbc-98f0-ec74719fbf24" providerId="ADAL" clId="{6021AB6E-E3D4-49DA-8949-CAAFD1F045A6}" dt="2026-08-04T07:28:15.419" v="4969" actId="14100"/>
          <ac:spMkLst>
            <pc:docMk/>
            <pc:sldMk cId="716935480" sldId="2147481158"/>
            <ac:spMk id="5" creationId="{5AC7ECB5-AEB0-157C-C983-23B8BAA8DB26}"/>
          </ac:spMkLst>
        </pc:spChg>
        <pc:spChg chg="del">
          <ac:chgData name="Anju Dhiman" userId="f40a4a77-6bd7-4dbc-98f0-ec74719fbf24" providerId="ADAL" clId="{6021AB6E-E3D4-49DA-8949-CAAFD1F045A6}" dt="2026-08-04T11:28:35.703" v="7330" actId="21"/>
          <ac:spMkLst>
            <pc:docMk/>
            <pc:sldMk cId="716935480" sldId="2147481158"/>
            <ac:spMk id="6" creationId="{F8A19815-1145-5463-AD48-D02ED01048F2}"/>
          </ac:spMkLst>
        </pc:spChg>
      </pc:sldChg>
      <pc:sldChg chg="modSp mod">
        <pc:chgData name="Anju Dhiman" userId="f40a4a77-6bd7-4dbc-98f0-ec74719fbf24" providerId="ADAL" clId="{6021AB6E-E3D4-49DA-8949-CAAFD1F045A6}" dt="2026-08-04T11:31:57.496" v="7373" actId="20577"/>
        <pc:sldMkLst>
          <pc:docMk/>
          <pc:sldMk cId="4097553921" sldId="2147481159"/>
        </pc:sldMkLst>
        <pc:spChg chg="mod">
          <ac:chgData name="Anju Dhiman" userId="f40a4a77-6bd7-4dbc-98f0-ec74719fbf24" providerId="ADAL" clId="{6021AB6E-E3D4-49DA-8949-CAAFD1F045A6}" dt="2026-08-04T11:31:57.496" v="7373" actId="20577"/>
          <ac:spMkLst>
            <pc:docMk/>
            <pc:sldMk cId="4097553921" sldId="2147481159"/>
            <ac:spMk id="2" creationId="{21B66203-7AF8-5A60-099C-D926DE4EB6CA}"/>
          </ac:spMkLst>
        </pc:spChg>
      </pc:sldChg>
      <pc:sldChg chg="addSp delSp modSp mod">
        <pc:chgData name="Anju Dhiman" userId="f40a4a77-6bd7-4dbc-98f0-ec74719fbf24" providerId="ADAL" clId="{6021AB6E-E3D4-49DA-8949-CAAFD1F045A6}" dt="2026-08-04T13:53:00.798" v="8360" actId="20577"/>
        <pc:sldMkLst>
          <pc:docMk/>
          <pc:sldMk cId="1325616203" sldId="2147481160"/>
        </pc:sldMkLst>
        <pc:spChg chg="mod">
          <ac:chgData name="Anju Dhiman" userId="f40a4a77-6bd7-4dbc-98f0-ec74719fbf24" providerId="ADAL" clId="{6021AB6E-E3D4-49DA-8949-CAAFD1F045A6}" dt="2026-08-04T11:33:17.993" v="7434" actId="20577"/>
          <ac:spMkLst>
            <pc:docMk/>
            <pc:sldMk cId="1325616203" sldId="2147481160"/>
            <ac:spMk id="2" creationId="{449DDB13-9333-212E-B85B-CE9B9E14FED2}"/>
          </ac:spMkLst>
        </pc:spChg>
        <pc:spChg chg="mod">
          <ac:chgData name="Anju Dhiman" userId="f40a4a77-6bd7-4dbc-98f0-ec74719fbf24" providerId="ADAL" clId="{6021AB6E-E3D4-49DA-8949-CAAFD1F045A6}" dt="2026-08-04T13:53:00.798" v="8360" actId="20577"/>
          <ac:spMkLst>
            <pc:docMk/>
            <pc:sldMk cId="1325616203" sldId="2147481160"/>
            <ac:spMk id="4" creationId="{E84350E7-B8E9-CEBE-188B-F30531FA728F}"/>
          </ac:spMkLst>
        </pc:spChg>
        <pc:spChg chg="mod">
          <ac:chgData name="Anju Dhiman" userId="f40a4a77-6bd7-4dbc-98f0-ec74719fbf24" providerId="ADAL" clId="{6021AB6E-E3D4-49DA-8949-CAAFD1F045A6}" dt="2026-08-04T07:28:21.569" v="4970" actId="14100"/>
          <ac:spMkLst>
            <pc:docMk/>
            <pc:sldMk cId="1325616203" sldId="2147481160"/>
            <ac:spMk id="5" creationId="{01D49D40-724A-9BC2-6AFD-D874FA803B4A}"/>
          </ac:spMkLst>
        </pc:spChg>
        <pc:spChg chg="del">
          <ac:chgData name="Anju Dhiman" userId="f40a4a77-6bd7-4dbc-98f0-ec74719fbf24" providerId="ADAL" clId="{6021AB6E-E3D4-49DA-8949-CAAFD1F045A6}" dt="2026-08-04T11:33:03.182" v="7383" actId="21"/>
          <ac:spMkLst>
            <pc:docMk/>
            <pc:sldMk cId="1325616203" sldId="2147481160"/>
            <ac:spMk id="6" creationId="{E4CDD8B0-44F7-932E-0231-05E0D9C8A3A5}"/>
          </ac:spMkLst>
        </pc:spChg>
        <pc:spChg chg="add mod">
          <ac:chgData name="Anju Dhiman" userId="f40a4a77-6bd7-4dbc-98f0-ec74719fbf24" providerId="ADAL" clId="{6021AB6E-E3D4-49DA-8949-CAAFD1F045A6}" dt="2026-08-04T11:34:24.742" v="7535" actId="20577"/>
          <ac:spMkLst>
            <pc:docMk/>
            <pc:sldMk cId="1325616203" sldId="2147481160"/>
            <ac:spMk id="7" creationId="{C9499D3B-276F-7505-F76C-5856E8A77647}"/>
          </ac:spMkLst>
        </pc:spChg>
      </pc:sldChg>
      <pc:sldChg chg="del">
        <pc:chgData name="Anju Dhiman" userId="f40a4a77-6bd7-4dbc-98f0-ec74719fbf24" providerId="ADAL" clId="{6021AB6E-E3D4-49DA-8949-CAAFD1F045A6}" dt="2026-08-04T07:00:03.977" v="4532" actId="2696"/>
        <pc:sldMkLst>
          <pc:docMk/>
          <pc:sldMk cId="2600815766" sldId="2147481161"/>
        </pc:sldMkLst>
      </pc:sldChg>
      <pc:sldChg chg="delSp modSp mod">
        <pc:chgData name="Anju Dhiman" userId="f40a4a77-6bd7-4dbc-98f0-ec74719fbf24" providerId="ADAL" clId="{6021AB6E-E3D4-49DA-8949-CAAFD1F045A6}" dt="2026-08-04T13:55:20.232" v="8384" actId="20577"/>
        <pc:sldMkLst>
          <pc:docMk/>
          <pc:sldMk cId="457576657" sldId="2147481162"/>
        </pc:sldMkLst>
        <pc:spChg chg="mod">
          <ac:chgData name="Anju Dhiman" userId="f40a4a77-6bd7-4dbc-98f0-ec74719fbf24" providerId="ADAL" clId="{6021AB6E-E3D4-49DA-8949-CAAFD1F045A6}" dt="2026-08-04T11:48:25.220" v="7602" actId="20577"/>
          <ac:spMkLst>
            <pc:docMk/>
            <pc:sldMk cId="457576657" sldId="2147481162"/>
            <ac:spMk id="2" creationId="{78C1676B-AB46-9A51-0418-8A5C55392882}"/>
          </ac:spMkLst>
        </pc:spChg>
        <pc:spChg chg="mod">
          <ac:chgData name="Anju Dhiman" userId="f40a4a77-6bd7-4dbc-98f0-ec74719fbf24" providerId="ADAL" clId="{6021AB6E-E3D4-49DA-8949-CAAFD1F045A6}" dt="2026-08-04T13:53:26.518" v="8365" actId="20577"/>
          <ac:spMkLst>
            <pc:docMk/>
            <pc:sldMk cId="457576657" sldId="2147481162"/>
            <ac:spMk id="4" creationId="{1D13506E-61AB-833F-3D92-33D5ECB16164}"/>
          </ac:spMkLst>
        </pc:spChg>
        <pc:spChg chg="mod">
          <ac:chgData name="Anju Dhiman" userId="f40a4a77-6bd7-4dbc-98f0-ec74719fbf24" providerId="ADAL" clId="{6021AB6E-E3D4-49DA-8949-CAAFD1F045A6}" dt="2026-08-04T07:28:31.985" v="4971" actId="14100"/>
          <ac:spMkLst>
            <pc:docMk/>
            <pc:sldMk cId="457576657" sldId="2147481162"/>
            <ac:spMk id="5" creationId="{DDC731C6-F7FA-376E-ACE5-6D844ADD6350}"/>
          </ac:spMkLst>
        </pc:spChg>
        <pc:spChg chg="del">
          <ac:chgData name="Anju Dhiman" userId="f40a4a77-6bd7-4dbc-98f0-ec74719fbf24" providerId="ADAL" clId="{6021AB6E-E3D4-49DA-8949-CAAFD1F045A6}" dt="2026-08-04T11:48:34.031" v="7603" actId="21"/>
          <ac:spMkLst>
            <pc:docMk/>
            <pc:sldMk cId="457576657" sldId="2147481162"/>
            <ac:spMk id="6" creationId="{B2173BCB-8F4F-B179-DF8F-3193706DAA3A}"/>
          </ac:spMkLst>
        </pc:spChg>
        <pc:spChg chg="mod">
          <ac:chgData name="Anju Dhiman" userId="f40a4a77-6bd7-4dbc-98f0-ec74719fbf24" providerId="ADAL" clId="{6021AB6E-E3D4-49DA-8949-CAAFD1F045A6}" dt="2026-08-04T13:55:20.232" v="8384" actId="20577"/>
          <ac:spMkLst>
            <pc:docMk/>
            <pc:sldMk cId="457576657" sldId="2147481162"/>
            <ac:spMk id="7" creationId="{130E9C39-C6A8-BCAC-F196-7068F9904727}"/>
          </ac:spMkLst>
        </pc:spChg>
      </pc:sldChg>
      <pc:sldChg chg="del">
        <pc:chgData name="Anju Dhiman" userId="f40a4a77-6bd7-4dbc-98f0-ec74719fbf24" providerId="ADAL" clId="{6021AB6E-E3D4-49DA-8949-CAAFD1F045A6}" dt="2026-08-04T07:00:33.485" v="4534" actId="2696"/>
        <pc:sldMkLst>
          <pc:docMk/>
          <pc:sldMk cId="2114860958" sldId="2147481163"/>
        </pc:sldMkLst>
      </pc:sldChg>
      <pc:sldChg chg="delSp modSp mod">
        <pc:chgData name="Anju Dhiman" userId="f40a4a77-6bd7-4dbc-98f0-ec74719fbf24" providerId="ADAL" clId="{6021AB6E-E3D4-49DA-8949-CAAFD1F045A6}" dt="2026-08-04T13:55:42.841" v="8388" actId="20577"/>
        <pc:sldMkLst>
          <pc:docMk/>
          <pc:sldMk cId="2151360137" sldId="2147481164"/>
        </pc:sldMkLst>
        <pc:spChg chg="mod">
          <ac:chgData name="Anju Dhiman" userId="f40a4a77-6bd7-4dbc-98f0-ec74719fbf24" providerId="ADAL" clId="{6021AB6E-E3D4-49DA-8949-CAAFD1F045A6}" dt="2026-08-04T12:55:48.770" v="8172" actId="20577"/>
          <ac:spMkLst>
            <pc:docMk/>
            <pc:sldMk cId="2151360137" sldId="2147481164"/>
            <ac:spMk id="2" creationId="{17DF49DF-EBB3-D094-9BA8-AABDBE7D8CEE}"/>
          </ac:spMkLst>
        </pc:spChg>
        <pc:spChg chg="mod">
          <ac:chgData name="Anju Dhiman" userId="f40a4a77-6bd7-4dbc-98f0-ec74719fbf24" providerId="ADAL" clId="{6021AB6E-E3D4-49DA-8949-CAAFD1F045A6}" dt="2026-08-04T13:55:42.841" v="8388" actId="20577"/>
          <ac:spMkLst>
            <pc:docMk/>
            <pc:sldMk cId="2151360137" sldId="2147481164"/>
            <ac:spMk id="4" creationId="{493BBC48-CB38-BF92-6D4A-4D1BF5303632}"/>
          </ac:spMkLst>
        </pc:spChg>
        <pc:spChg chg="mod">
          <ac:chgData name="Anju Dhiman" userId="f40a4a77-6bd7-4dbc-98f0-ec74719fbf24" providerId="ADAL" clId="{6021AB6E-E3D4-49DA-8949-CAAFD1F045A6}" dt="2026-08-04T07:28:36.079" v="4972" actId="14100"/>
          <ac:spMkLst>
            <pc:docMk/>
            <pc:sldMk cId="2151360137" sldId="2147481164"/>
            <ac:spMk id="5" creationId="{DD344EB7-C65C-A34A-F094-694C244A3C18}"/>
          </ac:spMkLst>
        </pc:spChg>
        <pc:spChg chg="del">
          <ac:chgData name="Anju Dhiman" userId="f40a4a77-6bd7-4dbc-98f0-ec74719fbf24" providerId="ADAL" clId="{6021AB6E-E3D4-49DA-8949-CAAFD1F045A6}" dt="2026-08-04T12:14:49.881" v="7682" actId="21"/>
          <ac:spMkLst>
            <pc:docMk/>
            <pc:sldMk cId="2151360137" sldId="2147481164"/>
            <ac:spMk id="6" creationId="{E648A871-76D4-CF37-E589-48ED57081A72}"/>
          </ac:spMkLst>
        </pc:spChg>
        <pc:spChg chg="mod">
          <ac:chgData name="Anju Dhiman" userId="f40a4a77-6bd7-4dbc-98f0-ec74719fbf24" providerId="ADAL" clId="{6021AB6E-E3D4-49DA-8949-CAAFD1F045A6}" dt="2026-08-04T12:56:04.943" v="8175" actId="20577"/>
          <ac:spMkLst>
            <pc:docMk/>
            <pc:sldMk cId="2151360137" sldId="2147481164"/>
            <ac:spMk id="7" creationId="{B3B8AD3D-8CBB-8946-AB80-1FD3001A3098}"/>
          </ac:spMkLst>
        </pc:spChg>
      </pc:sldChg>
      <pc:sldChg chg="del">
        <pc:chgData name="Anju Dhiman" userId="f40a4a77-6bd7-4dbc-98f0-ec74719fbf24" providerId="ADAL" clId="{6021AB6E-E3D4-49DA-8949-CAAFD1F045A6}" dt="2026-08-04T07:01:06.918" v="4560" actId="2696"/>
        <pc:sldMkLst>
          <pc:docMk/>
          <pc:sldMk cId="1752290147" sldId="2147481165"/>
        </pc:sldMkLst>
      </pc:sldChg>
      <pc:sldChg chg="modSp del mod">
        <pc:chgData name="Anju Dhiman" userId="f40a4a77-6bd7-4dbc-98f0-ec74719fbf24" providerId="ADAL" clId="{6021AB6E-E3D4-49DA-8949-CAAFD1F045A6}" dt="2026-08-04T12:16:28.406" v="7719" actId="2696"/>
        <pc:sldMkLst>
          <pc:docMk/>
          <pc:sldMk cId="3335952118" sldId="2147481166"/>
        </pc:sldMkLst>
        <pc:spChg chg="mod">
          <ac:chgData name="Anju Dhiman" userId="f40a4a77-6bd7-4dbc-98f0-ec74719fbf24" providerId="ADAL" clId="{6021AB6E-E3D4-49DA-8949-CAAFD1F045A6}" dt="2026-08-04T07:01:27.477" v="4561" actId="1076"/>
          <ac:spMkLst>
            <pc:docMk/>
            <pc:sldMk cId="3335952118" sldId="2147481166"/>
            <ac:spMk id="4" creationId="{936A1F9D-380F-6A04-FE1C-89623E85DB2C}"/>
          </ac:spMkLst>
        </pc:spChg>
        <pc:spChg chg="mod">
          <ac:chgData name="Anju Dhiman" userId="f40a4a77-6bd7-4dbc-98f0-ec74719fbf24" providerId="ADAL" clId="{6021AB6E-E3D4-49DA-8949-CAAFD1F045A6}" dt="2026-08-04T07:28:39.958" v="4973" actId="14100"/>
          <ac:spMkLst>
            <pc:docMk/>
            <pc:sldMk cId="3335952118" sldId="2147481166"/>
            <ac:spMk id="5" creationId="{770EB9A3-484F-0D4D-D81A-52164E30ED23}"/>
          </ac:spMkLst>
        </pc:spChg>
      </pc:sldChg>
      <pc:sldChg chg="del">
        <pc:chgData name="Anju Dhiman" userId="f40a4a77-6bd7-4dbc-98f0-ec74719fbf24" providerId="ADAL" clId="{6021AB6E-E3D4-49DA-8949-CAAFD1F045A6}" dt="2026-08-04T07:01:38.795" v="4562" actId="2696"/>
        <pc:sldMkLst>
          <pc:docMk/>
          <pc:sldMk cId="3488087293" sldId="2147481167"/>
        </pc:sldMkLst>
      </pc:sldChg>
      <pc:sldChg chg="modSp del mod">
        <pc:chgData name="Anju Dhiman" userId="f40a4a77-6bd7-4dbc-98f0-ec74719fbf24" providerId="ADAL" clId="{6021AB6E-E3D4-49DA-8949-CAAFD1F045A6}" dt="2026-08-04T12:16:29.990" v="7720" actId="2696"/>
        <pc:sldMkLst>
          <pc:docMk/>
          <pc:sldMk cId="3670651008" sldId="2147481168"/>
        </pc:sldMkLst>
        <pc:spChg chg="mod">
          <ac:chgData name="Anju Dhiman" userId="f40a4a77-6bd7-4dbc-98f0-ec74719fbf24" providerId="ADAL" clId="{6021AB6E-E3D4-49DA-8949-CAAFD1F045A6}" dt="2026-08-04T07:01:43.125" v="4563" actId="1076"/>
          <ac:spMkLst>
            <pc:docMk/>
            <pc:sldMk cId="3670651008" sldId="2147481168"/>
            <ac:spMk id="4" creationId="{D15B5CA0-71C7-C2C6-FD2B-79002F7C284A}"/>
          </ac:spMkLst>
        </pc:spChg>
        <pc:spChg chg="mod">
          <ac:chgData name="Anju Dhiman" userId="f40a4a77-6bd7-4dbc-98f0-ec74719fbf24" providerId="ADAL" clId="{6021AB6E-E3D4-49DA-8949-CAAFD1F045A6}" dt="2026-08-04T07:28:43.677" v="4974" actId="14100"/>
          <ac:spMkLst>
            <pc:docMk/>
            <pc:sldMk cId="3670651008" sldId="2147481168"/>
            <ac:spMk id="5" creationId="{B0A75C41-13D0-8D90-910A-B7C019CBAB57}"/>
          </ac:spMkLst>
        </pc:spChg>
      </pc:sldChg>
      <pc:sldChg chg="del">
        <pc:chgData name="Anju Dhiman" userId="f40a4a77-6bd7-4dbc-98f0-ec74719fbf24" providerId="ADAL" clId="{6021AB6E-E3D4-49DA-8949-CAAFD1F045A6}" dt="2026-08-04T07:02:20.268" v="4564" actId="2696"/>
        <pc:sldMkLst>
          <pc:docMk/>
          <pc:sldMk cId="4263053085" sldId="2147481169"/>
        </pc:sldMkLst>
      </pc:sldChg>
      <pc:sldChg chg="modSp del mod">
        <pc:chgData name="Anju Dhiman" userId="f40a4a77-6bd7-4dbc-98f0-ec74719fbf24" providerId="ADAL" clId="{6021AB6E-E3D4-49DA-8949-CAAFD1F045A6}" dt="2026-08-04T12:16:31.428" v="7721" actId="2696"/>
        <pc:sldMkLst>
          <pc:docMk/>
          <pc:sldMk cId="4095868052" sldId="2147481170"/>
        </pc:sldMkLst>
        <pc:spChg chg="mod">
          <ac:chgData name="Anju Dhiman" userId="f40a4a77-6bd7-4dbc-98f0-ec74719fbf24" providerId="ADAL" clId="{6021AB6E-E3D4-49DA-8949-CAAFD1F045A6}" dt="2026-08-04T07:02:27.118" v="4567" actId="20577"/>
          <ac:spMkLst>
            <pc:docMk/>
            <pc:sldMk cId="4095868052" sldId="2147481170"/>
            <ac:spMk id="2" creationId="{CC649A4C-BB6C-BF24-40C9-2DB812441039}"/>
          </ac:spMkLst>
        </pc:spChg>
        <pc:spChg chg="mod">
          <ac:chgData name="Anju Dhiman" userId="f40a4a77-6bd7-4dbc-98f0-ec74719fbf24" providerId="ADAL" clId="{6021AB6E-E3D4-49DA-8949-CAAFD1F045A6}" dt="2026-08-04T07:02:57.134" v="4572" actId="20577"/>
          <ac:spMkLst>
            <pc:docMk/>
            <pc:sldMk cId="4095868052" sldId="2147481170"/>
            <ac:spMk id="4" creationId="{982529D7-B828-A6F1-6130-2A30BC8D2584}"/>
          </ac:spMkLst>
        </pc:spChg>
        <pc:spChg chg="mod">
          <ac:chgData name="Anju Dhiman" userId="f40a4a77-6bd7-4dbc-98f0-ec74719fbf24" providerId="ADAL" clId="{6021AB6E-E3D4-49DA-8949-CAAFD1F045A6}" dt="2026-08-04T07:28:47.302" v="4975" actId="14100"/>
          <ac:spMkLst>
            <pc:docMk/>
            <pc:sldMk cId="4095868052" sldId="2147481170"/>
            <ac:spMk id="5" creationId="{1E7F7B77-56B3-5709-AA60-A18CDDFA155E}"/>
          </ac:spMkLst>
        </pc:spChg>
      </pc:sldChg>
      <pc:sldChg chg="del">
        <pc:chgData name="Anju Dhiman" userId="f40a4a77-6bd7-4dbc-98f0-ec74719fbf24" providerId="ADAL" clId="{6021AB6E-E3D4-49DA-8949-CAAFD1F045A6}" dt="2026-08-04T07:03:17.312" v="4573" actId="2696"/>
        <pc:sldMkLst>
          <pc:docMk/>
          <pc:sldMk cId="272356032" sldId="2147481171"/>
        </pc:sldMkLst>
      </pc:sldChg>
      <pc:sldChg chg="modSp del mod">
        <pc:chgData name="Anju Dhiman" userId="f40a4a77-6bd7-4dbc-98f0-ec74719fbf24" providerId="ADAL" clId="{6021AB6E-E3D4-49DA-8949-CAAFD1F045A6}" dt="2026-08-04T12:16:33.246" v="7722" actId="2696"/>
        <pc:sldMkLst>
          <pc:docMk/>
          <pc:sldMk cId="1375117414" sldId="2147481172"/>
        </pc:sldMkLst>
        <pc:spChg chg="mod">
          <ac:chgData name="Anju Dhiman" userId="f40a4a77-6bd7-4dbc-98f0-ec74719fbf24" providerId="ADAL" clId="{6021AB6E-E3D4-49DA-8949-CAAFD1F045A6}" dt="2026-08-04T07:03:31.144" v="4596" actId="20577"/>
          <ac:spMkLst>
            <pc:docMk/>
            <pc:sldMk cId="1375117414" sldId="2147481172"/>
            <ac:spMk id="4" creationId="{ECF8DAFB-9AD7-24F7-9366-08530744D573}"/>
          </ac:spMkLst>
        </pc:spChg>
        <pc:spChg chg="mod">
          <ac:chgData name="Anju Dhiman" userId="f40a4a77-6bd7-4dbc-98f0-ec74719fbf24" providerId="ADAL" clId="{6021AB6E-E3D4-49DA-8949-CAAFD1F045A6}" dt="2026-08-04T07:28:50.881" v="4976" actId="14100"/>
          <ac:spMkLst>
            <pc:docMk/>
            <pc:sldMk cId="1375117414" sldId="2147481172"/>
            <ac:spMk id="5" creationId="{FF420FF2-EED4-12F8-8281-9C6AC4F4D771}"/>
          </ac:spMkLst>
        </pc:spChg>
      </pc:sldChg>
      <pc:sldChg chg="modSp del mod">
        <pc:chgData name="Anju Dhiman" userId="f40a4a77-6bd7-4dbc-98f0-ec74719fbf24" providerId="ADAL" clId="{6021AB6E-E3D4-49DA-8949-CAAFD1F045A6}" dt="2026-08-04T12:16:35.586" v="7723" actId="2696"/>
        <pc:sldMkLst>
          <pc:docMk/>
          <pc:sldMk cId="2639190852" sldId="2147481173"/>
        </pc:sldMkLst>
        <pc:spChg chg="mod">
          <ac:chgData name="Anju Dhiman" userId="f40a4a77-6bd7-4dbc-98f0-ec74719fbf24" providerId="ADAL" clId="{6021AB6E-E3D4-49DA-8949-CAAFD1F045A6}" dt="2026-08-04T07:04:28.163" v="4599" actId="108"/>
          <ac:spMkLst>
            <pc:docMk/>
            <pc:sldMk cId="2639190852" sldId="2147481173"/>
            <ac:spMk id="2" creationId="{A8E8BDD4-D7F9-111F-917A-2ED85AD5619E}"/>
          </ac:spMkLst>
        </pc:spChg>
      </pc:sldChg>
      <pc:sldChg chg="modSp del mod">
        <pc:chgData name="Anju Dhiman" userId="f40a4a77-6bd7-4dbc-98f0-ec74719fbf24" providerId="ADAL" clId="{6021AB6E-E3D4-49DA-8949-CAAFD1F045A6}" dt="2026-08-04T12:16:37.345" v="7724" actId="2696"/>
        <pc:sldMkLst>
          <pc:docMk/>
          <pc:sldMk cId="1086766618" sldId="2147481174"/>
        </pc:sldMkLst>
        <pc:spChg chg="mod">
          <ac:chgData name="Anju Dhiman" userId="f40a4a77-6bd7-4dbc-98f0-ec74719fbf24" providerId="ADAL" clId="{6021AB6E-E3D4-49DA-8949-CAAFD1F045A6}" dt="2026-08-04T07:04:52.698" v="4607" actId="20577"/>
          <ac:spMkLst>
            <pc:docMk/>
            <pc:sldMk cId="1086766618" sldId="2147481174"/>
            <ac:spMk id="4" creationId="{445DE6A4-92B3-E9D9-29EC-33A23206B727}"/>
          </ac:spMkLst>
        </pc:spChg>
        <pc:spChg chg="mod">
          <ac:chgData name="Anju Dhiman" userId="f40a4a77-6bd7-4dbc-98f0-ec74719fbf24" providerId="ADAL" clId="{6021AB6E-E3D4-49DA-8949-CAAFD1F045A6}" dt="2026-08-04T07:28:56.845" v="4977" actId="14100"/>
          <ac:spMkLst>
            <pc:docMk/>
            <pc:sldMk cId="1086766618" sldId="2147481174"/>
            <ac:spMk id="5" creationId="{615FD54A-4746-B5E3-9583-4C4A05A5867E}"/>
          </ac:spMkLst>
        </pc:spChg>
      </pc:sldChg>
      <pc:sldChg chg="modSp del mod">
        <pc:chgData name="Anju Dhiman" userId="f40a4a77-6bd7-4dbc-98f0-ec74719fbf24" providerId="ADAL" clId="{6021AB6E-E3D4-49DA-8949-CAAFD1F045A6}" dt="2026-08-04T12:16:43.983" v="7725" actId="2696"/>
        <pc:sldMkLst>
          <pc:docMk/>
          <pc:sldMk cId="148770833" sldId="2147481175"/>
        </pc:sldMkLst>
        <pc:spChg chg="mod">
          <ac:chgData name="Anju Dhiman" userId="f40a4a77-6bd7-4dbc-98f0-ec74719fbf24" providerId="ADAL" clId="{6021AB6E-E3D4-49DA-8949-CAAFD1F045A6}" dt="2026-08-04T07:06:42.298" v="4692" actId="20577"/>
          <ac:spMkLst>
            <pc:docMk/>
            <pc:sldMk cId="148770833" sldId="2147481175"/>
            <ac:spMk id="2" creationId="{650165CF-B6E4-691A-267C-E77893916AFF}"/>
          </ac:spMkLst>
        </pc:spChg>
      </pc:sldChg>
      <pc:sldChg chg="modSp del mod">
        <pc:chgData name="Anju Dhiman" userId="f40a4a77-6bd7-4dbc-98f0-ec74719fbf24" providerId="ADAL" clId="{6021AB6E-E3D4-49DA-8949-CAAFD1F045A6}" dt="2026-08-04T12:16:45.546" v="7726" actId="2696"/>
        <pc:sldMkLst>
          <pc:docMk/>
          <pc:sldMk cId="293577766" sldId="2147481176"/>
        </pc:sldMkLst>
        <pc:spChg chg="mod">
          <ac:chgData name="Anju Dhiman" userId="f40a4a77-6bd7-4dbc-98f0-ec74719fbf24" providerId="ADAL" clId="{6021AB6E-E3D4-49DA-8949-CAAFD1F045A6}" dt="2026-08-04T07:05:33.847" v="4610" actId="20577"/>
          <ac:spMkLst>
            <pc:docMk/>
            <pc:sldMk cId="293577766" sldId="2147481176"/>
            <ac:spMk id="2" creationId="{941F3BDC-FA9A-4664-131B-933802E1ED30}"/>
          </ac:spMkLst>
        </pc:spChg>
        <pc:spChg chg="mod">
          <ac:chgData name="Anju Dhiman" userId="f40a4a77-6bd7-4dbc-98f0-ec74719fbf24" providerId="ADAL" clId="{6021AB6E-E3D4-49DA-8949-CAAFD1F045A6}" dt="2026-08-04T07:06:51.787" v="4693" actId="1076"/>
          <ac:spMkLst>
            <pc:docMk/>
            <pc:sldMk cId="293577766" sldId="2147481176"/>
            <ac:spMk id="4" creationId="{AE82B4F3-12F1-B76C-83E2-BF7F7ACD79B0}"/>
          </ac:spMkLst>
        </pc:spChg>
        <pc:spChg chg="mod">
          <ac:chgData name="Anju Dhiman" userId="f40a4a77-6bd7-4dbc-98f0-ec74719fbf24" providerId="ADAL" clId="{6021AB6E-E3D4-49DA-8949-CAAFD1F045A6}" dt="2026-08-04T07:29:04.629" v="4978" actId="14100"/>
          <ac:spMkLst>
            <pc:docMk/>
            <pc:sldMk cId="293577766" sldId="2147481176"/>
            <ac:spMk id="5" creationId="{C8DFFF7C-E78D-934C-2A1A-D5D064F1F93A}"/>
          </ac:spMkLst>
        </pc:spChg>
      </pc:sldChg>
      <pc:sldChg chg="del">
        <pc:chgData name="Anju Dhiman" userId="f40a4a77-6bd7-4dbc-98f0-ec74719fbf24" providerId="ADAL" clId="{6021AB6E-E3D4-49DA-8949-CAAFD1F045A6}" dt="2026-08-04T07:07:03.204" v="4694" actId="2696"/>
        <pc:sldMkLst>
          <pc:docMk/>
          <pc:sldMk cId="1885046948" sldId="2147481177"/>
        </pc:sldMkLst>
      </pc:sldChg>
      <pc:sldChg chg="modSp del mod ord">
        <pc:chgData name="Anju Dhiman" userId="f40a4a77-6bd7-4dbc-98f0-ec74719fbf24" providerId="ADAL" clId="{6021AB6E-E3D4-49DA-8949-CAAFD1F045A6}" dt="2026-08-04T12:16:53.045" v="7729" actId="2696"/>
        <pc:sldMkLst>
          <pc:docMk/>
          <pc:sldMk cId="398369271" sldId="2147481178"/>
        </pc:sldMkLst>
        <pc:spChg chg="mod">
          <ac:chgData name="Anju Dhiman" userId="f40a4a77-6bd7-4dbc-98f0-ec74719fbf24" providerId="ADAL" clId="{6021AB6E-E3D4-49DA-8949-CAAFD1F045A6}" dt="2026-08-04T07:07:29.123" v="4696" actId="20577"/>
          <ac:spMkLst>
            <pc:docMk/>
            <pc:sldMk cId="398369271" sldId="2147481178"/>
            <ac:spMk id="4" creationId="{168AE3BE-FEB0-C7DC-B4BF-6664A5E244A7}"/>
          </ac:spMkLst>
        </pc:spChg>
        <pc:spChg chg="mod">
          <ac:chgData name="Anju Dhiman" userId="f40a4a77-6bd7-4dbc-98f0-ec74719fbf24" providerId="ADAL" clId="{6021AB6E-E3D4-49DA-8949-CAAFD1F045A6}" dt="2026-08-04T07:29:09.863" v="4979" actId="14100"/>
          <ac:spMkLst>
            <pc:docMk/>
            <pc:sldMk cId="398369271" sldId="2147481178"/>
            <ac:spMk id="5" creationId="{5E1D00D1-4634-87A2-3C4E-4979C44B5E75}"/>
          </ac:spMkLst>
        </pc:spChg>
      </pc:sldChg>
      <pc:sldChg chg="addSp delSp modSp mod ord">
        <pc:chgData name="Anju Dhiman" userId="f40a4a77-6bd7-4dbc-98f0-ec74719fbf24" providerId="ADAL" clId="{6021AB6E-E3D4-49DA-8949-CAAFD1F045A6}" dt="2026-08-04T13:41:47.406" v="8257" actId="20577"/>
        <pc:sldMkLst>
          <pc:docMk/>
          <pc:sldMk cId="781299799" sldId="2147481182"/>
        </pc:sldMkLst>
        <pc:spChg chg="mod">
          <ac:chgData name="Anju Dhiman" userId="f40a4a77-6bd7-4dbc-98f0-ec74719fbf24" providerId="ADAL" clId="{6021AB6E-E3D4-49DA-8949-CAAFD1F045A6}" dt="2026-08-03T09:14:35.824" v="76" actId="20577"/>
          <ac:spMkLst>
            <pc:docMk/>
            <pc:sldMk cId="781299799" sldId="2147481182"/>
            <ac:spMk id="2" creationId="{E72C3B3F-4F85-F19C-542F-7D22F78D3CA1}"/>
          </ac:spMkLst>
        </pc:spChg>
        <pc:spChg chg="mod">
          <ac:chgData name="Anju Dhiman" userId="f40a4a77-6bd7-4dbc-98f0-ec74719fbf24" providerId="ADAL" clId="{6021AB6E-E3D4-49DA-8949-CAAFD1F045A6}" dt="2026-08-04T13:41:47.406" v="8257" actId="20577"/>
          <ac:spMkLst>
            <pc:docMk/>
            <pc:sldMk cId="781299799" sldId="2147481182"/>
            <ac:spMk id="4" creationId="{3F3D642A-8F50-3DF6-8A23-E5C43721FF5F}"/>
          </ac:spMkLst>
        </pc:spChg>
        <pc:spChg chg="add del mod">
          <ac:chgData name="Anju Dhiman" userId="f40a4a77-6bd7-4dbc-98f0-ec74719fbf24" providerId="ADAL" clId="{6021AB6E-E3D4-49DA-8949-CAAFD1F045A6}" dt="2026-08-03T11:48:20.759" v="1410" actId="21"/>
          <ac:spMkLst>
            <pc:docMk/>
            <pc:sldMk cId="781299799" sldId="2147481182"/>
            <ac:spMk id="9" creationId="{9A2AA687-2F4D-C43C-3393-1B6A67853744}"/>
          </ac:spMkLst>
        </pc:spChg>
        <pc:spChg chg="mod">
          <ac:chgData name="Anju Dhiman" userId="f40a4a77-6bd7-4dbc-98f0-ec74719fbf24" providerId="ADAL" clId="{6021AB6E-E3D4-49DA-8949-CAAFD1F045A6}" dt="2026-08-03T11:53:23.076" v="1461" actId="57"/>
          <ac:spMkLst>
            <pc:docMk/>
            <pc:sldMk cId="781299799" sldId="2147481182"/>
            <ac:spMk id="11" creationId="{152A0C01-084F-D99D-2CA5-4540410B4936}"/>
          </ac:spMkLst>
        </pc:spChg>
        <pc:spChg chg="add mod">
          <ac:chgData name="Anju Dhiman" userId="f40a4a77-6bd7-4dbc-98f0-ec74719fbf24" providerId="ADAL" clId="{6021AB6E-E3D4-49DA-8949-CAAFD1F045A6}" dt="2026-08-03T11:53:40.053" v="1462"/>
          <ac:spMkLst>
            <pc:docMk/>
            <pc:sldMk cId="781299799" sldId="2147481182"/>
            <ac:spMk id="15" creationId="{D4B537F1-32B7-A94A-A033-C5EC7BF8E22A}"/>
          </ac:spMkLst>
        </pc:spChg>
        <pc:spChg chg="add mod">
          <ac:chgData name="Anju Dhiman" userId="f40a4a77-6bd7-4dbc-98f0-ec74719fbf24" providerId="ADAL" clId="{6021AB6E-E3D4-49DA-8949-CAAFD1F045A6}" dt="2026-08-03T12:24:53.122" v="1968" actId="57"/>
          <ac:spMkLst>
            <pc:docMk/>
            <pc:sldMk cId="781299799" sldId="2147481182"/>
            <ac:spMk id="17" creationId="{D39AAC3B-7BD3-0D8C-A889-E78F1974A395}"/>
          </ac:spMkLst>
        </pc:spChg>
        <pc:picChg chg="del mod">
          <ac:chgData name="Anju Dhiman" userId="f40a4a77-6bd7-4dbc-98f0-ec74719fbf24" providerId="ADAL" clId="{6021AB6E-E3D4-49DA-8949-CAAFD1F045A6}" dt="2026-08-03T11:41:02.740" v="1360" actId="21"/>
          <ac:picMkLst>
            <pc:docMk/>
            <pc:sldMk cId="781299799" sldId="2147481182"/>
            <ac:picMk id="6" creationId="{278CB03C-4226-801B-C833-3682CE4C06EF}"/>
          </ac:picMkLst>
        </pc:picChg>
        <pc:picChg chg="add del mod">
          <ac:chgData name="Anju Dhiman" userId="f40a4a77-6bd7-4dbc-98f0-ec74719fbf24" providerId="ADAL" clId="{6021AB6E-E3D4-49DA-8949-CAAFD1F045A6}" dt="2026-08-03T11:43:49.368" v="1362" actId="21"/>
          <ac:picMkLst>
            <pc:docMk/>
            <pc:sldMk cId="781299799" sldId="2147481182"/>
            <ac:picMk id="7" creationId="{40DB228E-B659-DB76-6034-40CF66A54ED9}"/>
          </ac:picMkLst>
        </pc:picChg>
        <pc:picChg chg="add mod">
          <ac:chgData name="Anju Dhiman" userId="f40a4a77-6bd7-4dbc-98f0-ec74719fbf24" providerId="ADAL" clId="{6021AB6E-E3D4-49DA-8949-CAAFD1F045A6}" dt="2026-08-03T11:48:33.518" v="1415" actId="1076"/>
          <ac:picMkLst>
            <pc:docMk/>
            <pc:sldMk cId="781299799" sldId="2147481182"/>
            <ac:picMk id="10" creationId="{4538CB38-798E-13A0-4E02-ACF0637CBFB3}"/>
          </ac:picMkLst>
        </pc:picChg>
        <pc:picChg chg="add mod">
          <ac:chgData name="Anju Dhiman" userId="f40a4a77-6bd7-4dbc-98f0-ec74719fbf24" providerId="ADAL" clId="{6021AB6E-E3D4-49DA-8949-CAAFD1F045A6}" dt="2026-08-03T11:49:00.211" v="1421" actId="208"/>
          <ac:picMkLst>
            <pc:docMk/>
            <pc:sldMk cId="781299799" sldId="2147481182"/>
            <ac:picMk id="13" creationId="{CF57EFD1-F637-271F-A255-0C1D78C893BD}"/>
          </ac:picMkLst>
        </pc:picChg>
      </pc:sldChg>
      <pc:sldChg chg="delSp modSp mod ord">
        <pc:chgData name="Anju Dhiman" userId="f40a4a77-6bd7-4dbc-98f0-ec74719fbf24" providerId="ADAL" clId="{6021AB6E-E3D4-49DA-8949-CAAFD1F045A6}" dt="2026-08-03T11:23:45.275" v="1349" actId="14100"/>
        <pc:sldMkLst>
          <pc:docMk/>
          <pc:sldMk cId="4164596262" sldId="2147481183"/>
        </pc:sldMkLst>
        <pc:spChg chg="mod">
          <ac:chgData name="Anju Dhiman" userId="f40a4a77-6bd7-4dbc-98f0-ec74719fbf24" providerId="ADAL" clId="{6021AB6E-E3D4-49DA-8949-CAAFD1F045A6}" dt="2026-08-03T10:10:38.556" v="1071" actId="20577"/>
          <ac:spMkLst>
            <pc:docMk/>
            <pc:sldMk cId="4164596262" sldId="2147481183"/>
            <ac:spMk id="2" creationId="{E0E8E5E5-06F8-AB74-4E93-7F529E6D178E}"/>
          </ac:spMkLst>
        </pc:spChg>
        <pc:spChg chg="mod">
          <ac:chgData name="Anju Dhiman" userId="f40a4a77-6bd7-4dbc-98f0-ec74719fbf24" providerId="ADAL" clId="{6021AB6E-E3D4-49DA-8949-CAAFD1F045A6}" dt="2026-08-03T11:04:46.470" v="1275" actId="1076"/>
          <ac:spMkLst>
            <pc:docMk/>
            <pc:sldMk cId="4164596262" sldId="2147481183"/>
            <ac:spMk id="3" creationId="{79D0D2B4-3A95-8A5D-2F41-0BCDF8823593}"/>
          </ac:spMkLst>
        </pc:spChg>
        <pc:spChg chg="mod">
          <ac:chgData name="Anju Dhiman" userId="f40a4a77-6bd7-4dbc-98f0-ec74719fbf24" providerId="ADAL" clId="{6021AB6E-E3D4-49DA-8949-CAAFD1F045A6}" dt="2026-08-03T09:29:50.936" v="248" actId="20577"/>
          <ac:spMkLst>
            <pc:docMk/>
            <pc:sldMk cId="4164596262" sldId="2147481183"/>
            <ac:spMk id="4" creationId="{E1A08642-4EDC-686A-A8E6-96F83B4E7E7C}"/>
          </ac:spMkLst>
        </pc:spChg>
        <pc:spChg chg="del">
          <ac:chgData name="Anju Dhiman" userId="f40a4a77-6bd7-4dbc-98f0-ec74719fbf24" providerId="ADAL" clId="{6021AB6E-E3D4-49DA-8949-CAAFD1F045A6}" dt="2026-08-03T09:23:18.148" v="205" actId="21"/>
          <ac:spMkLst>
            <pc:docMk/>
            <pc:sldMk cId="4164596262" sldId="2147481183"/>
            <ac:spMk id="5" creationId="{B2FCCA5F-C03E-7CE1-56A2-A8F2D826FAF7}"/>
          </ac:spMkLst>
        </pc:spChg>
        <pc:spChg chg="mod">
          <ac:chgData name="Anju Dhiman" userId="f40a4a77-6bd7-4dbc-98f0-ec74719fbf24" providerId="ADAL" clId="{6021AB6E-E3D4-49DA-8949-CAAFD1F045A6}" dt="2026-08-03T09:30:02.134" v="268" actId="20577"/>
          <ac:spMkLst>
            <pc:docMk/>
            <pc:sldMk cId="4164596262" sldId="2147481183"/>
            <ac:spMk id="8" creationId="{AB90CCC2-8758-3EE6-7DEC-85AFC93666DB}"/>
          </ac:spMkLst>
        </pc:spChg>
        <pc:spChg chg="mod">
          <ac:chgData name="Anju Dhiman" userId="f40a4a77-6bd7-4dbc-98f0-ec74719fbf24" providerId="ADAL" clId="{6021AB6E-E3D4-49DA-8949-CAAFD1F045A6}" dt="2026-08-03T11:23:38.320" v="1348" actId="1076"/>
          <ac:spMkLst>
            <pc:docMk/>
            <pc:sldMk cId="4164596262" sldId="2147481183"/>
            <ac:spMk id="9" creationId="{165FB427-668C-2714-71F6-F57F37534070}"/>
          </ac:spMkLst>
        </pc:spChg>
        <pc:spChg chg="mod">
          <ac:chgData name="Anju Dhiman" userId="f40a4a77-6bd7-4dbc-98f0-ec74719fbf24" providerId="ADAL" clId="{6021AB6E-E3D4-49DA-8949-CAAFD1F045A6}" dt="2026-08-03T11:23:45.275" v="1349" actId="14100"/>
          <ac:spMkLst>
            <pc:docMk/>
            <pc:sldMk cId="4164596262" sldId="2147481183"/>
            <ac:spMk id="23" creationId="{C0534D72-7531-EF0F-071A-3733FFF20933}"/>
          </ac:spMkLst>
        </pc:spChg>
        <pc:grpChg chg="mod">
          <ac:chgData name="Anju Dhiman" userId="f40a4a77-6bd7-4dbc-98f0-ec74719fbf24" providerId="ADAL" clId="{6021AB6E-E3D4-49DA-8949-CAAFD1F045A6}" dt="2026-08-03T11:04:56.865" v="1277" actId="1076"/>
          <ac:grpSpMkLst>
            <pc:docMk/>
            <pc:sldMk cId="4164596262" sldId="2147481183"/>
            <ac:grpSpMk id="7" creationId="{689E8D17-E5F2-5E27-2139-C70A34285C63}"/>
          </ac:grpSpMkLst>
        </pc:grpChg>
      </pc:sldChg>
      <pc:sldChg chg="modSp mod">
        <pc:chgData name="Anju Dhiman" userId="f40a4a77-6bd7-4dbc-98f0-ec74719fbf24" providerId="ADAL" clId="{6021AB6E-E3D4-49DA-8949-CAAFD1F045A6}" dt="2026-08-04T13:46:40.500" v="8316" actId="14100"/>
        <pc:sldMkLst>
          <pc:docMk/>
          <pc:sldMk cId="789945410" sldId="2147481184"/>
        </pc:sldMkLst>
        <pc:spChg chg="mod">
          <ac:chgData name="Anju Dhiman" userId="f40a4a77-6bd7-4dbc-98f0-ec74719fbf24" providerId="ADAL" clId="{6021AB6E-E3D4-49DA-8949-CAAFD1F045A6}" dt="2026-08-04T07:15:13.100" v="4739" actId="14100"/>
          <ac:spMkLst>
            <pc:docMk/>
            <pc:sldMk cId="789945410" sldId="2147481184"/>
            <ac:spMk id="5" creationId="{102EF11D-F3A1-2EC3-B5BA-D3E3EE8F62DD}"/>
          </ac:spMkLst>
        </pc:spChg>
        <pc:spChg chg="mod">
          <ac:chgData name="Anju Dhiman" userId="f40a4a77-6bd7-4dbc-98f0-ec74719fbf24" providerId="ADAL" clId="{6021AB6E-E3D4-49DA-8949-CAAFD1F045A6}" dt="2026-08-04T13:32:39.065" v="8246" actId="1076"/>
          <ac:spMkLst>
            <pc:docMk/>
            <pc:sldMk cId="789945410" sldId="2147481184"/>
            <ac:spMk id="6" creationId="{91FFF464-334B-5749-3FD5-CF5BCB182F41}"/>
          </ac:spMkLst>
        </pc:spChg>
        <pc:spChg chg="mod">
          <ac:chgData name="Anju Dhiman" userId="f40a4a77-6bd7-4dbc-98f0-ec74719fbf24" providerId="ADAL" clId="{6021AB6E-E3D4-49DA-8949-CAAFD1F045A6}" dt="2026-08-04T13:46:40.500" v="8316" actId="14100"/>
          <ac:spMkLst>
            <pc:docMk/>
            <pc:sldMk cId="789945410" sldId="2147481184"/>
            <ac:spMk id="10" creationId="{1ED413B0-4ABD-8231-9B9A-D29F50E39E31}"/>
          </ac:spMkLst>
        </pc:spChg>
      </pc:sldChg>
      <pc:sldChg chg="add del">
        <pc:chgData name="Anju Dhiman" userId="f40a4a77-6bd7-4dbc-98f0-ec74719fbf24" providerId="ADAL" clId="{6021AB6E-E3D4-49DA-8949-CAAFD1F045A6}" dt="2026-08-03T09:22:48.264" v="203" actId="2890"/>
        <pc:sldMkLst>
          <pc:docMk/>
          <pc:sldMk cId="1612949481" sldId="2147481185"/>
        </pc:sldMkLst>
      </pc:sldChg>
      <pc:sldChg chg="addSp delSp modSp add mod">
        <pc:chgData name="Anju Dhiman" userId="f40a4a77-6bd7-4dbc-98f0-ec74719fbf24" providerId="ADAL" clId="{6021AB6E-E3D4-49DA-8949-CAAFD1F045A6}" dt="2026-08-03T10:13:56.423" v="1130" actId="20577"/>
        <pc:sldMkLst>
          <pc:docMk/>
          <pc:sldMk cId="4092257193" sldId="2147481185"/>
        </pc:sldMkLst>
        <pc:spChg chg="mod">
          <ac:chgData name="Anju Dhiman" userId="f40a4a77-6bd7-4dbc-98f0-ec74719fbf24" providerId="ADAL" clId="{6021AB6E-E3D4-49DA-8949-CAAFD1F045A6}" dt="2026-08-03T09:55:23.740" v="915" actId="21"/>
          <ac:spMkLst>
            <pc:docMk/>
            <pc:sldMk cId="4092257193" sldId="2147481185"/>
            <ac:spMk id="2" creationId="{D3C56F59-AB5F-9672-61CA-C5A6929C54F4}"/>
          </ac:spMkLst>
        </pc:spChg>
        <pc:spChg chg="mod">
          <ac:chgData name="Anju Dhiman" userId="f40a4a77-6bd7-4dbc-98f0-ec74719fbf24" providerId="ADAL" clId="{6021AB6E-E3D4-49DA-8949-CAAFD1F045A6}" dt="2026-08-03T10:13:56.423" v="1130" actId="20577"/>
          <ac:spMkLst>
            <pc:docMk/>
            <pc:sldMk cId="4092257193" sldId="2147481185"/>
            <ac:spMk id="4" creationId="{C107132A-1EF1-5060-3BC8-70653B6CF4A2}"/>
          </ac:spMkLst>
        </pc:spChg>
        <pc:spChg chg="del">
          <ac:chgData name="Anju Dhiman" userId="f40a4a77-6bd7-4dbc-98f0-ec74719fbf24" providerId="ADAL" clId="{6021AB6E-E3D4-49DA-8949-CAAFD1F045A6}" dt="2026-08-03T09:55:58.537" v="916" actId="21"/>
          <ac:spMkLst>
            <pc:docMk/>
            <pc:sldMk cId="4092257193" sldId="2147481185"/>
            <ac:spMk id="7" creationId="{6E638B7D-85F4-476C-FC2D-349635A8204F}"/>
          </ac:spMkLst>
        </pc:spChg>
        <pc:spChg chg="add mod">
          <ac:chgData name="Anju Dhiman" userId="f40a4a77-6bd7-4dbc-98f0-ec74719fbf24" providerId="ADAL" clId="{6021AB6E-E3D4-49DA-8949-CAAFD1F045A6}" dt="2026-08-03T09:57:23.064" v="941" actId="14100"/>
          <ac:spMkLst>
            <pc:docMk/>
            <pc:sldMk cId="4092257193" sldId="2147481185"/>
            <ac:spMk id="8" creationId="{43F12BED-C39D-AFB2-48B0-DF4E76C5FBF8}"/>
          </ac:spMkLst>
        </pc:spChg>
        <pc:spChg chg="del mod">
          <ac:chgData name="Anju Dhiman" userId="f40a4a77-6bd7-4dbc-98f0-ec74719fbf24" providerId="ADAL" clId="{6021AB6E-E3D4-49DA-8949-CAAFD1F045A6}" dt="2026-08-03T09:50:22.234" v="903" actId="21"/>
          <ac:spMkLst>
            <pc:docMk/>
            <pc:sldMk cId="4092257193" sldId="2147481185"/>
            <ac:spMk id="9" creationId="{CB770706-AC0B-5722-2631-4D292713136C}"/>
          </ac:spMkLst>
        </pc:spChg>
        <pc:picChg chg="mod">
          <ac:chgData name="Anju Dhiman" userId="f40a4a77-6bd7-4dbc-98f0-ec74719fbf24" providerId="ADAL" clId="{6021AB6E-E3D4-49DA-8949-CAAFD1F045A6}" dt="2026-08-03T10:10:15.866" v="1025" actId="1076"/>
          <ac:picMkLst>
            <pc:docMk/>
            <pc:sldMk cId="4092257193" sldId="2147481185"/>
            <ac:picMk id="6" creationId="{592FEDBF-A40D-16FE-42D8-121B3DD18701}"/>
          </ac:picMkLst>
        </pc:picChg>
      </pc:sldChg>
      <pc:sldChg chg="delSp modSp add mod ord">
        <pc:chgData name="Anju Dhiman" userId="f40a4a77-6bd7-4dbc-98f0-ec74719fbf24" providerId="ADAL" clId="{6021AB6E-E3D4-49DA-8949-CAAFD1F045A6}" dt="2026-08-03T12:23:23.304" v="1749" actId="1076"/>
        <pc:sldMkLst>
          <pc:docMk/>
          <pc:sldMk cId="2910829315" sldId="2147481186"/>
        </pc:sldMkLst>
        <pc:spChg chg="mod">
          <ac:chgData name="Anju Dhiman" userId="f40a4a77-6bd7-4dbc-98f0-ec74719fbf24" providerId="ADAL" clId="{6021AB6E-E3D4-49DA-8949-CAAFD1F045A6}" dt="2026-08-03T12:23:06.463" v="1744" actId="108"/>
          <ac:spMkLst>
            <pc:docMk/>
            <pc:sldMk cId="2910829315" sldId="2147481186"/>
            <ac:spMk id="2" creationId="{80B1467A-6386-84E1-C0F0-E331A97CFAEE}"/>
          </ac:spMkLst>
        </pc:spChg>
        <pc:spChg chg="del mod">
          <ac:chgData name="Anju Dhiman" userId="f40a4a77-6bd7-4dbc-98f0-ec74719fbf24" providerId="ADAL" clId="{6021AB6E-E3D4-49DA-8949-CAAFD1F045A6}" dt="2026-08-03T12:23:10.423" v="1745" actId="21"/>
          <ac:spMkLst>
            <pc:docMk/>
            <pc:sldMk cId="2910829315" sldId="2147481186"/>
            <ac:spMk id="9" creationId="{FC1D20A4-C655-D456-C33F-0442B21A7034}"/>
          </ac:spMkLst>
        </pc:spChg>
        <pc:spChg chg="del">
          <ac:chgData name="Anju Dhiman" userId="f40a4a77-6bd7-4dbc-98f0-ec74719fbf24" providerId="ADAL" clId="{6021AB6E-E3D4-49DA-8949-CAAFD1F045A6}" dt="2026-08-03T12:23:14.218" v="1746" actId="21"/>
          <ac:spMkLst>
            <pc:docMk/>
            <pc:sldMk cId="2910829315" sldId="2147481186"/>
            <ac:spMk id="11" creationId="{6A1DC498-65E2-D0A8-6396-96EAD4B78D33}"/>
          </ac:spMkLst>
        </pc:spChg>
        <pc:picChg chg="mod">
          <ac:chgData name="Anju Dhiman" userId="f40a4a77-6bd7-4dbc-98f0-ec74719fbf24" providerId="ADAL" clId="{6021AB6E-E3D4-49DA-8949-CAAFD1F045A6}" dt="2026-08-03T12:23:23.304" v="1749" actId="1076"/>
          <ac:picMkLst>
            <pc:docMk/>
            <pc:sldMk cId="2910829315" sldId="2147481186"/>
            <ac:picMk id="6" creationId="{698738F0-EF7E-4789-260E-FF80C5E9E4AF}"/>
          </ac:picMkLst>
        </pc:picChg>
      </pc:sldChg>
      <pc:sldChg chg="add del">
        <pc:chgData name="Anju Dhiman" userId="f40a4a77-6bd7-4dbc-98f0-ec74719fbf24" providerId="ADAL" clId="{6021AB6E-E3D4-49DA-8949-CAAFD1F045A6}" dt="2026-08-03T12:53:13.674" v="2380" actId="2890"/>
        <pc:sldMkLst>
          <pc:docMk/>
          <pc:sldMk cId="2436229857" sldId="2147481187"/>
        </pc:sldMkLst>
      </pc:sldChg>
      <pc:sldChg chg="add del">
        <pc:chgData name="Anju Dhiman" userId="f40a4a77-6bd7-4dbc-98f0-ec74719fbf24" providerId="ADAL" clId="{6021AB6E-E3D4-49DA-8949-CAAFD1F045A6}" dt="2026-08-03T15:48:28.892" v="3133" actId="2696"/>
        <pc:sldMkLst>
          <pc:docMk/>
          <pc:sldMk cId="2635733967" sldId="2147481187"/>
        </pc:sldMkLst>
      </pc:sldChg>
      <pc:sldChg chg="addSp delSp modSp add mod ord">
        <pc:chgData name="Anju Dhiman" userId="f40a4a77-6bd7-4dbc-98f0-ec74719fbf24" providerId="ADAL" clId="{6021AB6E-E3D4-49DA-8949-CAAFD1F045A6}" dt="2026-08-04T13:44:38.177" v="8302" actId="20577"/>
        <pc:sldMkLst>
          <pc:docMk/>
          <pc:sldMk cId="1218680027" sldId="2147481188"/>
        </pc:sldMkLst>
        <pc:spChg chg="del mod">
          <ac:chgData name="Anju Dhiman" userId="f40a4a77-6bd7-4dbc-98f0-ec74719fbf24" providerId="ADAL" clId="{6021AB6E-E3D4-49DA-8949-CAAFD1F045A6}" dt="2026-08-03T13:10:28.218" v="2432"/>
          <ac:spMkLst>
            <pc:docMk/>
            <pc:sldMk cId="1218680027" sldId="2147481188"/>
            <ac:spMk id="4" creationId="{84186C6E-328D-6E3C-3935-BE898B7BE061}"/>
          </ac:spMkLst>
        </pc:spChg>
        <pc:spChg chg="del">
          <ac:chgData name="Anju Dhiman" userId="f40a4a77-6bd7-4dbc-98f0-ec74719fbf24" providerId="ADAL" clId="{6021AB6E-E3D4-49DA-8949-CAAFD1F045A6}" dt="2026-08-04T05:18:04.094" v="3936" actId="21"/>
          <ac:spMkLst>
            <pc:docMk/>
            <pc:sldMk cId="1218680027" sldId="2147481188"/>
            <ac:spMk id="5" creationId="{00253DCC-3353-5834-4F34-415717690CF2}"/>
          </ac:spMkLst>
        </pc:spChg>
        <pc:spChg chg="add mod">
          <ac:chgData name="Anju Dhiman" userId="f40a4a77-6bd7-4dbc-98f0-ec74719fbf24" providerId="ADAL" clId="{6021AB6E-E3D4-49DA-8949-CAAFD1F045A6}" dt="2026-08-04T10:17:31.917" v="6547" actId="20577"/>
          <ac:spMkLst>
            <pc:docMk/>
            <pc:sldMk cId="1218680027" sldId="2147481188"/>
            <ac:spMk id="5" creationId="{938049AF-6DE7-9C7C-4A28-4751A8057548}"/>
          </ac:spMkLst>
        </pc:spChg>
        <pc:spChg chg="mod">
          <ac:chgData name="Anju Dhiman" userId="f40a4a77-6bd7-4dbc-98f0-ec74719fbf24" providerId="ADAL" clId="{6021AB6E-E3D4-49DA-8949-CAAFD1F045A6}" dt="2026-08-04T13:44:38.177" v="8302" actId="20577"/>
          <ac:spMkLst>
            <pc:docMk/>
            <pc:sldMk cId="1218680027" sldId="2147481188"/>
            <ac:spMk id="6" creationId="{4D04AFB8-22D0-8B43-6012-EA0F2C2E153F}"/>
          </ac:spMkLst>
        </pc:spChg>
        <pc:spChg chg="del">
          <ac:chgData name="Anju Dhiman" userId="f40a4a77-6bd7-4dbc-98f0-ec74719fbf24" providerId="ADAL" clId="{6021AB6E-E3D4-49DA-8949-CAAFD1F045A6}" dt="2026-08-03T13:10:18.716" v="2428" actId="21"/>
          <ac:spMkLst>
            <pc:docMk/>
            <pc:sldMk cId="1218680027" sldId="2147481188"/>
            <ac:spMk id="6" creationId="{A7A6A8DC-1D17-0E82-1832-8AACD9AC77EE}"/>
          </ac:spMkLst>
        </pc:spChg>
        <pc:spChg chg="del mod">
          <ac:chgData name="Anju Dhiman" userId="f40a4a77-6bd7-4dbc-98f0-ec74719fbf24" providerId="ADAL" clId="{6021AB6E-E3D4-49DA-8949-CAAFD1F045A6}" dt="2026-08-04T10:12:11.306" v="6482"/>
          <ac:spMkLst>
            <pc:docMk/>
            <pc:sldMk cId="1218680027" sldId="2147481188"/>
            <ac:spMk id="7" creationId="{3CA28647-9D2E-2DA7-9FB8-7DB6B3442546}"/>
          </ac:spMkLst>
        </pc:spChg>
        <pc:spChg chg="del">
          <ac:chgData name="Anju Dhiman" userId="f40a4a77-6bd7-4dbc-98f0-ec74719fbf24" providerId="ADAL" clId="{6021AB6E-E3D4-49DA-8949-CAAFD1F045A6}" dt="2026-08-03T13:10:23.518" v="2429" actId="21"/>
          <ac:spMkLst>
            <pc:docMk/>
            <pc:sldMk cId="1218680027" sldId="2147481188"/>
            <ac:spMk id="7" creationId="{59CD71FA-19A8-537B-10C4-24BD2088CB15}"/>
          </ac:spMkLst>
        </pc:spChg>
        <pc:spChg chg="add del mod">
          <ac:chgData name="Anju Dhiman" userId="f40a4a77-6bd7-4dbc-98f0-ec74719fbf24" providerId="ADAL" clId="{6021AB6E-E3D4-49DA-8949-CAAFD1F045A6}" dt="2026-08-03T13:25:03.867" v="2576" actId="21"/>
          <ac:spMkLst>
            <pc:docMk/>
            <pc:sldMk cId="1218680027" sldId="2147481188"/>
            <ac:spMk id="8" creationId="{6065FF47-EFD5-43BB-E778-D52624026FB4}"/>
          </ac:spMkLst>
        </pc:spChg>
        <pc:spChg chg="add del mod ord">
          <ac:chgData name="Anju Dhiman" userId="f40a4a77-6bd7-4dbc-98f0-ec74719fbf24" providerId="ADAL" clId="{6021AB6E-E3D4-49DA-8949-CAAFD1F045A6}" dt="2026-08-04T10:20:00.073" v="6559" actId="14100"/>
          <ac:spMkLst>
            <pc:docMk/>
            <pc:sldMk cId="1218680027" sldId="2147481188"/>
            <ac:spMk id="8" creationId="{82A87BEC-DF87-6244-45B5-549ACBB3E30B}"/>
          </ac:spMkLst>
        </pc:spChg>
        <pc:spChg chg="del">
          <ac:chgData name="Anju Dhiman" userId="f40a4a77-6bd7-4dbc-98f0-ec74719fbf24" providerId="ADAL" clId="{6021AB6E-E3D4-49DA-8949-CAAFD1F045A6}" dt="2026-08-03T13:10:18.716" v="2428" actId="21"/>
          <ac:spMkLst>
            <pc:docMk/>
            <pc:sldMk cId="1218680027" sldId="2147481188"/>
            <ac:spMk id="62" creationId="{11032741-5F3E-4842-B449-24EC5179EA2F}"/>
          </ac:spMkLst>
        </pc:spChg>
        <pc:spChg chg="del">
          <ac:chgData name="Anju Dhiman" userId="f40a4a77-6bd7-4dbc-98f0-ec74719fbf24" providerId="ADAL" clId="{6021AB6E-E3D4-49DA-8949-CAAFD1F045A6}" dt="2026-08-03T13:10:18.716" v="2428" actId="21"/>
          <ac:spMkLst>
            <pc:docMk/>
            <pc:sldMk cId="1218680027" sldId="2147481188"/>
            <ac:spMk id="69" creationId="{4D7A7EE5-2AC9-658B-5439-74F5A0D1EAFD}"/>
          </ac:spMkLst>
        </pc:spChg>
        <pc:spChg chg="del">
          <ac:chgData name="Anju Dhiman" userId="f40a4a77-6bd7-4dbc-98f0-ec74719fbf24" providerId="ADAL" clId="{6021AB6E-E3D4-49DA-8949-CAAFD1F045A6}" dt="2026-08-03T13:10:05.952" v="2427" actId="21"/>
          <ac:spMkLst>
            <pc:docMk/>
            <pc:sldMk cId="1218680027" sldId="2147481188"/>
            <ac:spMk id="71" creationId="{39EDD310-1147-13FB-BFFE-6D71A89CD30B}"/>
          </ac:spMkLst>
        </pc:spChg>
        <pc:spChg chg="del">
          <ac:chgData name="Anju Dhiman" userId="f40a4a77-6bd7-4dbc-98f0-ec74719fbf24" providerId="ADAL" clId="{6021AB6E-E3D4-49DA-8949-CAAFD1F045A6}" dt="2026-08-03T13:10:05.952" v="2427" actId="21"/>
          <ac:spMkLst>
            <pc:docMk/>
            <pc:sldMk cId="1218680027" sldId="2147481188"/>
            <ac:spMk id="73" creationId="{63824CF5-43FA-CC94-D351-2F53A30FDD71}"/>
          </ac:spMkLst>
        </pc:spChg>
        <pc:spChg chg="del">
          <ac:chgData name="Anju Dhiman" userId="f40a4a77-6bd7-4dbc-98f0-ec74719fbf24" providerId="ADAL" clId="{6021AB6E-E3D4-49DA-8949-CAAFD1F045A6}" dt="2026-08-03T13:10:05.952" v="2427" actId="21"/>
          <ac:spMkLst>
            <pc:docMk/>
            <pc:sldMk cId="1218680027" sldId="2147481188"/>
            <ac:spMk id="75" creationId="{E5D5F3B4-4580-3CE0-FB0C-752E57A6BEF0}"/>
          </ac:spMkLst>
        </pc:spChg>
        <pc:spChg chg="del">
          <ac:chgData name="Anju Dhiman" userId="f40a4a77-6bd7-4dbc-98f0-ec74719fbf24" providerId="ADAL" clId="{6021AB6E-E3D4-49DA-8949-CAAFD1F045A6}" dt="2026-08-03T13:10:05.952" v="2427" actId="21"/>
          <ac:spMkLst>
            <pc:docMk/>
            <pc:sldMk cId="1218680027" sldId="2147481188"/>
            <ac:spMk id="77" creationId="{D76BC0DE-91E0-A8FC-68F9-6A17923A7ABA}"/>
          </ac:spMkLst>
        </pc:spChg>
        <pc:spChg chg="del">
          <ac:chgData name="Anju Dhiman" userId="f40a4a77-6bd7-4dbc-98f0-ec74719fbf24" providerId="ADAL" clId="{6021AB6E-E3D4-49DA-8949-CAAFD1F045A6}" dt="2026-08-03T13:10:05.952" v="2427" actId="21"/>
          <ac:spMkLst>
            <pc:docMk/>
            <pc:sldMk cId="1218680027" sldId="2147481188"/>
            <ac:spMk id="79" creationId="{E1A85787-6357-E2B5-FF3B-81B7279AFA2E}"/>
          </ac:spMkLst>
        </pc:spChg>
        <pc:spChg chg="del">
          <ac:chgData name="Anju Dhiman" userId="f40a4a77-6bd7-4dbc-98f0-ec74719fbf24" providerId="ADAL" clId="{6021AB6E-E3D4-49DA-8949-CAAFD1F045A6}" dt="2026-08-03T13:10:05.952" v="2427" actId="21"/>
          <ac:spMkLst>
            <pc:docMk/>
            <pc:sldMk cId="1218680027" sldId="2147481188"/>
            <ac:spMk id="81" creationId="{8AD4064C-93AB-5F1F-C887-AA9A439D587D}"/>
          </ac:spMkLst>
        </pc:spChg>
        <pc:spChg chg="del">
          <ac:chgData name="Anju Dhiman" userId="f40a4a77-6bd7-4dbc-98f0-ec74719fbf24" providerId="ADAL" clId="{6021AB6E-E3D4-49DA-8949-CAAFD1F045A6}" dt="2026-08-03T13:09:50.032" v="2425" actId="21"/>
          <ac:spMkLst>
            <pc:docMk/>
            <pc:sldMk cId="1218680027" sldId="2147481188"/>
            <ac:spMk id="86" creationId="{E1445F94-E04E-2FD6-1760-10C714E9E99E}"/>
          </ac:spMkLst>
        </pc:spChg>
        <pc:grpChg chg="del">
          <ac:chgData name="Anju Dhiman" userId="f40a4a77-6bd7-4dbc-98f0-ec74719fbf24" providerId="ADAL" clId="{6021AB6E-E3D4-49DA-8949-CAAFD1F045A6}" dt="2026-08-03T13:09:55.167" v="2426" actId="21"/>
          <ac:grpSpMkLst>
            <pc:docMk/>
            <pc:sldMk cId="1218680027" sldId="2147481188"/>
            <ac:grpSpMk id="61" creationId="{CDA54932-D370-AA35-2F49-3136807A6C57}"/>
          </ac:grpSpMkLst>
        </pc:grpChg>
        <pc:graphicFrameChg chg="add del mod modGraphic">
          <ac:chgData name="Anju Dhiman" userId="f40a4a77-6bd7-4dbc-98f0-ec74719fbf24" providerId="ADAL" clId="{6021AB6E-E3D4-49DA-8949-CAAFD1F045A6}" dt="2026-08-04T10:12:20.410" v="6483" actId="21"/>
          <ac:graphicFrameMkLst>
            <pc:docMk/>
            <pc:sldMk cId="1218680027" sldId="2147481188"/>
            <ac:graphicFrameMk id="9" creationId="{CA1A355E-2AA6-83DF-5A2D-0D1E10DEA358}"/>
          </ac:graphicFrameMkLst>
        </pc:graphicFrameChg>
        <pc:picChg chg="add mod">
          <ac:chgData name="Anju Dhiman" userId="f40a4a77-6bd7-4dbc-98f0-ec74719fbf24" providerId="ADAL" clId="{6021AB6E-E3D4-49DA-8949-CAAFD1F045A6}" dt="2026-08-04T10:19:36.635" v="6557"/>
          <ac:picMkLst>
            <pc:docMk/>
            <pc:sldMk cId="1218680027" sldId="2147481188"/>
            <ac:picMk id="10" creationId="{AE82BB92-3785-1F06-F031-5590CEAA0C9F}"/>
          </ac:picMkLst>
        </pc:picChg>
      </pc:sldChg>
      <pc:sldChg chg="addSp delSp modSp add del mod">
        <pc:chgData name="Anju Dhiman" userId="f40a4a77-6bd7-4dbc-98f0-ec74719fbf24" providerId="ADAL" clId="{6021AB6E-E3D4-49DA-8949-CAAFD1F045A6}" dt="2026-08-04T10:20:18.640" v="6560" actId="2696"/>
        <pc:sldMkLst>
          <pc:docMk/>
          <pc:sldMk cId="4053209073" sldId="2147481189"/>
        </pc:sldMkLst>
        <pc:spChg chg="mod">
          <ac:chgData name="Anju Dhiman" userId="f40a4a77-6bd7-4dbc-98f0-ec74719fbf24" providerId="ADAL" clId="{6021AB6E-E3D4-49DA-8949-CAAFD1F045A6}" dt="2026-08-03T13:47:13.796" v="2666" actId="20577"/>
          <ac:spMkLst>
            <pc:docMk/>
            <pc:sldMk cId="4053209073" sldId="2147481189"/>
            <ac:spMk id="2" creationId="{AF70216F-E867-77C5-B8EF-BFB0AF0A206B}"/>
          </ac:spMkLst>
        </pc:spChg>
        <pc:spChg chg="add del">
          <ac:chgData name="Anju Dhiman" userId="f40a4a77-6bd7-4dbc-98f0-ec74719fbf24" providerId="ADAL" clId="{6021AB6E-E3D4-49DA-8949-CAAFD1F045A6}" dt="2026-08-03T13:51:32.337" v="2668" actId="22"/>
          <ac:spMkLst>
            <pc:docMk/>
            <pc:sldMk cId="4053209073" sldId="2147481189"/>
            <ac:spMk id="6" creationId="{F283DB2A-16F7-8D15-7B96-BBAF2BF7A153}"/>
          </ac:spMkLst>
        </pc:spChg>
        <pc:spChg chg="add del mod">
          <ac:chgData name="Anju Dhiman" userId="f40a4a77-6bd7-4dbc-98f0-ec74719fbf24" providerId="ADAL" clId="{6021AB6E-E3D4-49DA-8949-CAAFD1F045A6}" dt="2026-08-03T16:21:13.331" v="3597" actId="122"/>
          <ac:spMkLst>
            <pc:docMk/>
            <pc:sldMk cId="4053209073" sldId="2147481189"/>
            <ac:spMk id="8" creationId="{1CD5BB3B-BB39-EE62-E6E4-191B2C4A96EB}"/>
          </ac:spMkLst>
        </pc:spChg>
        <pc:spChg chg="add mod">
          <ac:chgData name="Anju Dhiman" userId="f40a4a77-6bd7-4dbc-98f0-ec74719fbf24" providerId="ADAL" clId="{6021AB6E-E3D4-49DA-8949-CAAFD1F045A6}" dt="2026-08-03T16:20:19.202" v="3585" actId="1076"/>
          <ac:spMkLst>
            <pc:docMk/>
            <pc:sldMk cId="4053209073" sldId="2147481189"/>
            <ac:spMk id="10" creationId="{A9FA4F44-5FFB-B3AF-9432-62C96C363835}"/>
          </ac:spMkLst>
        </pc:spChg>
        <pc:spChg chg="add mod ord">
          <ac:chgData name="Anju Dhiman" userId="f40a4a77-6bd7-4dbc-98f0-ec74719fbf24" providerId="ADAL" clId="{6021AB6E-E3D4-49DA-8949-CAAFD1F045A6}" dt="2026-08-03T16:20:56.783" v="3594" actId="14100"/>
          <ac:spMkLst>
            <pc:docMk/>
            <pc:sldMk cId="4053209073" sldId="2147481189"/>
            <ac:spMk id="11" creationId="{CACB3D75-AA4F-3C76-17EB-2BA40CBDF071}"/>
          </ac:spMkLst>
        </pc:spChg>
        <pc:graphicFrameChg chg="add mod modGraphic">
          <ac:chgData name="Anju Dhiman" userId="f40a4a77-6bd7-4dbc-98f0-ec74719fbf24" providerId="ADAL" clId="{6021AB6E-E3D4-49DA-8949-CAAFD1F045A6}" dt="2026-08-03T16:20:34.933" v="3588" actId="1076"/>
          <ac:graphicFrameMkLst>
            <pc:docMk/>
            <pc:sldMk cId="4053209073" sldId="2147481189"/>
            <ac:graphicFrameMk id="3" creationId="{922E9C8B-5135-A2FB-E7BA-B450E43DBCA2}"/>
          </ac:graphicFrameMkLst>
        </pc:graphicFrameChg>
        <pc:graphicFrameChg chg="del">
          <ac:chgData name="Anju Dhiman" userId="f40a4a77-6bd7-4dbc-98f0-ec74719fbf24" providerId="ADAL" clId="{6021AB6E-E3D4-49DA-8949-CAAFD1F045A6}" dt="2026-08-03T13:29:11.292" v="2595" actId="21"/>
          <ac:graphicFrameMkLst>
            <pc:docMk/>
            <pc:sldMk cId="4053209073" sldId="2147481189"/>
            <ac:graphicFrameMk id="9" creationId="{E6FA3228-D2B9-7512-5B0D-CA39BA1812C4}"/>
          </ac:graphicFrameMkLst>
        </pc:graphicFrameChg>
      </pc:sldChg>
      <pc:sldChg chg="addSp delSp modSp add mod">
        <pc:chgData name="Anju Dhiman" userId="f40a4a77-6bd7-4dbc-98f0-ec74719fbf24" providerId="ADAL" clId="{6021AB6E-E3D4-49DA-8949-CAAFD1F045A6}" dt="2026-08-04T13:45:10.074" v="8304" actId="14100"/>
        <pc:sldMkLst>
          <pc:docMk/>
          <pc:sldMk cId="1224184685" sldId="2147481190"/>
        </pc:sldMkLst>
        <pc:spChg chg="mod">
          <ac:chgData name="Anju Dhiman" userId="f40a4a77-6bd7-4dbc-98f0-ec74719fbf24" providerId="ADAL" clId="{6021AB6E-E3D4-49DA-8949-CAAFD1F045A6}" dt="2026-08-03T13:53:32.165" v="2725" actId="20577"/>
          <ac:spMkLst>
            <pc:docMk/>
            <pc:sldMk cId="1224184685" sldId="2147481190"/>
            <ac:spMk id="2" creationId="{6D222F43-56C8-F811-F396-A88846AFFBF8}"/>
          </ac:spMkLst>
        </pc:spChg>
        <pc:spChg chg="add mod">
          <ac:chgData name="Anju Dhiman" userId="f40a4a77-6bd7-4dbc-98f0-ec74719fbf24" providerId="ADAL" clId="{6021AB6E-E3D4-49DA-8949-CAAFD1F045A6}" dt="2026-08-04T10:27:37.452" v="6608" actId="1076"/>
          <ac:spMkLst>
            <pc:docMk/>
            <pc:sldMk cId="1224184685" sldId="2147481190"/>
            <ac:spMk id="4" creationId="{7720621A-5235-647D-9DBA-391895E6927F}"/>
          </ac:spMkLst>
        </pc:spChg>
        <pc:spChg chg="add mod">
          <ac:chgData name="Anju Dhiman" userId="f40a4a77-6bd7-4dbc-98f0-ec74719fbf24" providerId="ADAL" clId="{6021AB6E-E3D4-49DA-8949-CAAFD1F045A6}" dt="2026-08-04T10:47:52.796" v="6615" actId="20577"/>
          <ac:spMkLst>
            <pc:docMk/>
            <pc:sldMk cId="1224184685" sldId="2147481190"/>
            <ac:spMk id="6" creationId="{892C6074-A014-009E-D8E6-3B85148CE1AB}"/>
          </ac:spMkLst>
        </pc:spChg>
        <pc:spChg chg="add mod ord">
          <ac:chgData name="Anju Dhiman" userId="f40a4a77-6bd7-4dbc-98f0-ec74719fbf24" providerId="ADAL" clId="{6021AB6E-E3D4-49DA-8949-CAAFD1F045A6}" dt="2026-08-04T13:45:10.074" v="8304" actId="14100"/>
          <ac:spMkLst>
            <pc:docMk/>
            <pc:sldMk cId="1224184685" sldId="2147481190"/>
            <ac:spMk id="8" creationId="{7F08FF9F-551C-6955-CDCC-C0601209AD38}"/>
          </ac:spMkLst>
        </pc:spChg>
        <pc:spChg chg="add mod">
          <ac:chgData name="Anju Dhiman" userId="f40a4a77-6bd7-4dbc-98f0-ec74719fbf24" providerId="ADAL" clId="{6021AB6E-E3D4-49DA-8949-CAAFD1F045A6}" dt="2026-08-04T10:27:42.130" v="6609" actId="1076"/>
          <ac:spMkLst>
            <pc:docMk/>
            <pc:sldMk cId="1224184685" sldId="2147481190"/>
            <ac:spMk id="9" creationId="{B79C66B7-A2F6-AFB3-FC11-41B9DB883959}"/>
          </ac:spMkLst>
        </pc:spChg>
        <pc:graphicFrameChg chg="del">
          <ac:chgData name="Anju Dhiman" userId="f40a4a77-6bd7-4dbc-98f0-ec74719fbf24" providerId="ADAL" clId="{6021AB6E-E3D4-49DA-8949-CAAFD1F045A6}" dt="2026-08-03T13:53:27.899" v="2692" actId="21"/>
          <ac:graphicFrameMkLst>
            <pc:docMk/>
            <pc:sldMk cId="1224184685" sldId="2147481190"/>
            <ac:graphicFrameMk id="3" creationId="{7245F988-9EDC-490E-EFC7-41A70DE1FD64}"/>
          </ac:graphicFrameMkLst>
        </pc:graphicFrameChg>
        <pc:picChg chg="add del mod ord">
          <ac:chgData name="Anju Dhiman" userId="f40a4a77-6bd7-4dbc-98f0-ec74719fbf24" providerId="ADAL" clId="{6021AB6E-E3D4-49DA-8949-CAAFD1F045A6}" dt="2026-08-04T11:55:59.408" v="7631" actId="21"/>
          <ac:picMkLst>
            <pc:docMk/>
            <pc:sldMk cId="1224184685" sldId="2147481190"/>
            <ac:picMk id="10" creationId="{A396FD1B-96AD-6955-9508-F94FB249DBC4}"/>
          </ac:picMkLst>
        </pc:picChg>
      </pc:sldChg>
      <pc:sldChg chg="modSp add mod">
        <pc:chgData name="Anju Dhiman" userId="f40a4a77-6bd7-4dbc-98f0-ec74719fbf24" providerId="ADAL" clId="{6021AB6E-E3D4-49DA-8949-CAAFD1F045A6}" dt="2026-08-04T10:22:12.074" v="6564" actId="1076"/>
        <pc:sldMkLst>
          <pc:docMk/>
          <pc:sldMk cId="1881467514" sldId="2147481191"/>
        </pc:sldMkLst>
        <pc:spChg chg="mod">
          <ac:chgData name="Anju Dhiman" userId="f40a4a77-6bd7-4dbc-98f0-ec74719fbf24" providerId="ADAL" clId="{6021AB6E-E3D4-49DA-8949-CAAFD1F045A6}" dt="2026-08-04T10:22:12.074" v="6564" actId="1076"/>
          <ac:spMkLst>
            <pc:docMk/>
            <pc:sldMk cId="1881467514" sldId="2147481191"/>
            <ac:spMk id="2" creationId="{6F87B0CD-321F-B205-E56E-F537C7EC2A86}"/>
          </ac:spMkLst>
        </pc:spChg>
      </pc:sldChg>
      <pc:sldChg chg="addSp delSp modSp add mod">
        <pc:chgData name="Anju Dhiman" userId="f40a4a77-6bd7-4dbc-98f0-ec74719fbf24" providerId="ADAL" clId="{6021AB6E-E3D4-49DA-8949-CAAFD1F045A6}" dt="2026-08-04T13:45:49.532" v="8310" actId="1076"/>
        <pc:sldMkLst>
          <pc:docMk/>
          <pc:sldMk cId="3521765931" sldId="2147481192"/>
        </pc:sldMkLst>
        <pc:spChg chg="del mod">
          <ac:chgData name="Anju Dhiman" userId="f40a4a77-6bd7-4dbc-98f0-ec74719fbf24" providerId="ADAL" clId="{6021AB6E-E3D4-49DA-8949-CAAFD1F045A6}" dt="2026-08-03T15:56:28.640" v="3388" actId="21"/>
          <ac:spMkLst>
            <pc:docMk/>
            <pc:sldMk cId="3521765931" sldId="2147481192"/>
            <ac:spMk id="2" creationId="{365BF007-78AA-B5C0-F455-9B8C817B20BD}"/>
          </ac:spMkLst>
        </pc:spChg>
        <pc:spChg chg="del">
          <ac:chgData name="Anju Dhiman" userId="f40a4a77-6bd7-4dbc-98f0-ec74719fbf24" providerId="ADAL" clId="{6021AB6E-E3D4-49DA-8949-CAAFD1F045A6}" dt="2026-08-04T11:06:24.894" v="7024" actId="21"/>
          <ac:spMkLst>
            <pc:docMk/>
            <pc:sldMk cId="3521765931" sldId="2147481192"/>
            <ac:spMk id="3" creationId="{1E8A83B1-13B3-3926-17E2-B9C647A0E7C0}"/>
          </ac:spMkLst>
        </pc:spChg>
        <pc:spChg chg="del">
          <ac:chgData name="Anju Dhiman" userId="f40a4a77-6bd7-4dbc-98f0-ec74719fbf24" providerId="ADAL" clId="{6021AB6E-E3D4-49DA-8949-CAAFD1F045A6}" dt="2026-08-03T15:55:11.212" v="3379" actId="21"/>
          <ac:spMkLst>
            <pc:docMk/>
            <pc:sldMk cId="3521765931" sldId="2147481192"/>
            <ac:spMk id="4" creationId="{97D7F87A-1FAC-CAFE-E5D9-0A661DAF2040}"/>
          </ac:spMkLst>
        </pc:spChg>
        <pc:spChg chg="mod">
          <ac:chgData name="Anju Dhiman" userId="f40a4a77-6bd7-4dbc-98f0-ec74719fbf24" providerId="ADAL" clId="{6021AB6E-E3D4-49DA-8949-CAAFD1F045A6}" dt="2026-08-04T13:45:49.532" v="8310" actId="1076"/>
          <ac:spMkLst>
            <pc:docMk/>
            <pc:sldMk cId="3521765931" sldId="2147481192"/>
            <ac:spMk id="4" creationId="{F1914103-87C7-1960-FBD4-9FA6706780FA}"/>
          </ac:spMkLst>
        </pc:spChg>
        <pc:spChg chg="del">
          <ac:chgData name="Anju Dhiman" userId="f40a4a77-6bd7-4dbc-98f0-ec74719fbf24" providerId="ADAL" clId="{6021AB6E-E3D4-49DA-8949-CAAFD1F045A6}" dt="2026-08-03T16:07:34.026" v="3450" actId="21"/>
          <ac:spMkLst>
            <pc:docMk/>
            <pc:sldMk cId="3521765931" sldId="2147481192"/>
            <ac:spMk id="6" creationId="{D50A8EA5-D05B-D18A-0519-EF5E6A4FD62D}"/>
          </ac:spMkLst>
        </pc:spChg>
        <pc:spChg chg="add del mod">
          <ac:chgData name="Anju Dhiman" userId="f40a4a77-6bd7-4dbc-98f0-ec74719fbf24" providerId="ADAL" clId="{6021AB6E-E3D4-49DA-8949-CAAFD1F045A6}" dt="2026-08-03T15:57:08.034" v="3391" actId="21"/>
          <ac:spMkLst>
            <pc:docMk/>
            <pc:sldMk cId="3521765931" sldId="2147481192"/>
            <ac:spMk id="11" creationId="{03001298-3C88-D0B7-043C-745000DF6E6B}"/>
          </ac:spMkLst>
        </pc:spChg>
        <pc:spChg chg="add del mod ord">
          <ac:chgData name="Anju Dhiman" userId="f40a4a77-6bd7-4dbc-98f0-ec74719fbf24" providerId="ADAL" clId="{6021AB6E-E3D4-49DA-8949-CAAFD1F045A6}" dt="2026-08-03T15:57:55.935" v="3404" actId="21"/>
          <ac:spMkLst>
            <pc:docMk/>
            <pc:sldMk cId="3521765931" sldId="2147481192"/>
            <ac:spMk id="13" creationId="{16283D21-F5A0-2DA6-82E2-F98EFBB50724}"/>
          </ac:spMkLst>
        </pc:spChg>
        <pc:spChg chg="add del mod">
          <ac:chgData name="Anju Dhiman" userId="f40a4a77-6bd7-4dbc-98f0-ec74719fbf24" providerId="ADAL" clId="{6021AB6E-E3D4-49DA-8949-CAAFD1F045A6}" dt="2026-08-03T16:04:14.651" v="3422" actId="21"/>
          <ac:spMkLst>
            <pc:docMk/>
            <pc:sldMk cId="3521765931" sldId="2147481192"/>
            <ac:spMk id="15" creationId="{9B5E5271-BD1A-BB07-DE71-55B74756A487}"/>
          </ac:spMkLst>
        </pc:spChg>
        <pc:spChg chg="add mod">
          <ac:chgData name="Anju Dhiman" userId="f40a4a77-6bd7-4dbc-98f0-ec74719fbf24" providerId="ADAL" clId="{6021AB6E-E3D4-49DA-8949-CAAFD1F045A6}" dt="2026-08-03T16:07:58.890" v="3521" actId="20577"/>
          <ac:spMkLst>
            <pc:docMk/>
            <pc:sldMk cId="3521765931" sldId="2147481192"/>
            <ac:spMk id="19" creationId="{24334C50-24F0-C078-C707-8BB7BAD0D414}"/>
          </ac:spMkLst>
        </pc:spChg>
        <pc:spChg chg="mod">
          <ac:chgData name="Anju Dhiman" userId="f40a4a77-6bd7-4dbc-98f0-ec74719fbf24" providerId="ADAL" clId="{6021AB6E-E3D4-49DA-8949-CAAFD1F045A6}" dt="2026-08-03T16:13:58.933" v="3522"/>
          <ac:spMkLst>
            <pc:docMk/>
            <pc:sldMk cId="3521765931" sldId="2147481192"/>
            <ac:spMk id="21" creationId="{BCFEE0BA-DDA2-1C27-7D3E-700B82252075}"/>
          </ac:spMkLst>
        </pc:spChg>
        <pc:spChg chg="mod">
          <ac:chgData name="Anju Dhiman" userId="f40a4a77-6bd7-4dbc-98f0-ec74719fbf24" providerId="ADAL" clId="{6021AB6E-E3D4-49DA-8949-CAAFD1F045A6}" dt="2026-08-03T16:13:58.933" v="3522"/>
          <ac:spMkLst>
            <pc:docMk/>
            <pc:sldMk cId="3521765931" sldId="2147481192"/>
            <ac:spMk id="22" creationId="{00EE469C-36DD-843B-FD94-205AAC2470AF}"/>
          </ac:spMkLst>
        </pc:spChg>
        <pc:spChg chg="mod">
          <ac:chgData name="Anju Dhiman" userId="f40a4a77-6bd7-4dbc-98f0-ec74719fbf24" providerId="ADAL" clId="{6021AB6E-E3D4-49DA-8949-CAAFD1F045A6}" dt="2026-08-03T16:14:04.224" v="3523"/>
          <ac:spMkLst>
            <pc:docMk/>
            <pc:sldMk cId="3521765931" sldId="2147481192"/>
            <ac:spMk id="24" creationId="{44810EEC-B4CA-5CDF-EC8C-AD644DB918EF}"/>
          </ac:spMkLst>
        </pc:spChg>
        <pc:spChg chg="mod">
          <ac:chgData name="Anju Dhiman" userId="f40a4a77-6bd7-4dbc-98f0-ec74719fbf24" providerId="ADAL" clId="{6021AB6E-E3D4-49DA-8949-CAAFD1F045A6}" dt="2026-08-03T16:14:04.224" v="3523"/>
          <ac:spMkLst>
            <pc:docMk/>
            <pc:sldMk cId="3521765931" sldId="2147481192"/>
            <ac:spMk id="25" creationId="{32935056-1ACA-EEA3-9781-4B700C1F10B5}"/>
          </ac:spMkLst>
        </pc:spChg>
        <pc:spChg chg="mod">
          <ac:chgData name="Anju Dhiman" userId="f40a4a77-6bd7-4dbc-98f0-ec74719fbf24" providerId="ADAL" clId="{6021AB6E-E3D4-49DA-8949-CAAFD1F045A6}" dt="2026-08-03T16:16:35.813" v="3555" actId="207"/>
          <ac:spMkLst>
            <pc:docMk/>
            <pc:sldMk cId="3521765931" sldId="2147481192"/>
            <ac:spMk id="27" creationId="{463E9C61-563F-E144-36E6-489AAA7D561E}"/>
          </ac:spMkLst>
        </pc:spChg>
        <pc:spChg chg="mod">
          <ac:chgData name="Anju Dhiman" userId="f40a4a77-6bd7-4dbc-98f0-ec74719fbf24" providerId="ADAL" clId="{6021AB6E-E3D4-49DA-8949-CAAFD1F045A6}" dt="2026-08-03T16:16:35.813" v="3555" actId="207"/>
          <ac:spMkLst>
            <pc:docMk/>
            <pc:sldMk cId="3521765931" sldId="2147481192"/>
            <ac:spMk id="28" creationId="{9308049C-6820-AFEA-3BF0-345EF990B6EB}"/>
          </ac:spMkLst>
        </pc:spChg>
        <pc:spChg chg="mod">
          <ac:chgData name="Anju Dhiman" userId="f40a4a77-6bd7-4dbc-98f0-ec74719fbf24" providerId="ADAL" clId="{6021AB6E-E3D4-49DA-8949-CAAFD1F045A6}" dt="2026-08-03T16:14:05.855" v="3525"/>
          <ac:spMkLst>
            <pc:docMk/>
            <pc:sldMk cId="3521765931" sldId="2147481192"/>
            <ac:spMk id="30" creationId="{E8815D95-2A05-6610-D2CD-EECFC71603E2}"/>
          </ac:spMkLst>
        </pc:spChg>
        <pc:spChg chg="mod">
          <ac:chgData name="Anju Dhiman" userId="f40a4a77-6bd7-4dbc-98f0-ec74719fbf24" providerId="ADAL" clId="{6021AB6E-E3D4-49DA-8949-CAAFD1F045A6}" dt="2026-08-03T16:14:05.855" v="3525"/>
          <ac:spMkLst>
            <pc:docMk/>
            <pc:sldMk cId="3521765931" sldId="2147481192"/>
            <ac:spMk id="31" creationId="{89F71A20-6548-53E7-5C56-1F61AA553BC5}"/>
          </ac:spMkLst>
        </pc:spChg>
        <pc:spChg chg="mod">
          <ac:chgData name="Anju Dhiman" userId="f40a4a77-6bd7-4dbc-98f0-ec74719fbf24" providerId="ADAL" clId="{6021AB6E-E3D4-49DA-8949-CAAFD1F045A6}" dt="2026-08-03T16:16:21.702" v="3552" actId="207"/>
          <ac:spMkLst>
            <pc:docMk/>
            <pc:sldMk cId="3521765931" sldId="2147481192"/>
            <ac:spMk id="33" creationId="{45133CA4-2E85-8104-5ADD-19BE2489CBEF}"/>
          </ac:spMkLst>
        </pc:spChg>
        <pc:spChg chg="mod">
          <ac:chgData name="Anju Dhiman" userId="f40a4a77-6bd7-4dbc-98f0-ec74719fbf24" providerId="ADAL" clId="{6021AB6E-E3D4-49DA-8949-CAAFD1F045A6}" dt="2026-08-03T16:16:21.702" v="3552" actId="207"/>
          <ac:spMkLst>
            <pc:docMk/>
            <pc:sldMk cId="3521765931" sldId="2147481192"/>
            <ac:spMk id="34" creationId="{29F15A88-21E2-6BA3-7F4A-B0F362D7D345}"/>
          </ac:spMkLst>
        </pc:spChg>
        <pc:spChg chg="mod">
          <ac:chgData name="Anju Dhiman" userId="f40a4a77-6bd7-4dbc-98f0-ec74719fbf24" providerId="ADAL" clId="{6021AB6E-E3D4-49DA-8949-CAAFD1F045A6}" dt="2026-08-03T16:16:46.493" v="3556" actId="207"/>
          <ac:spMkLst>
            <pc:docMk/>
            <pc:sldMk cId="3521765931" sldId="2147481192"/>
            <ac:spMk id="36" creationId="{E550CC74-36B8-B782-8BC5-18A44CB81855}"/>
          </ac:spMkLst>
        </pc:spChg>
        <pc:spChg chg="mod">
          <ac:chgData name="Anju Dhiman" userId="f40a4a77-6bd7-4dbc-98f0-ec74719fbf24" providerId="ADAL" clId="{6021AB6E-E3D4-49DA-8949-CAAFD1F045A6}" dt="2026-08-03T16:16:46.493" v="3556" actId="207"/>
          <ac:spMkLst>
            <pc:docMk/>
            <pc:sldMk cId="3521765931" sldId="2147481192"/>
            <ac:spMk id="37" creationId="{45117594-EA46-AE56-0B6B-E02092CAD428}"/>
          </ac:spMkLst>
        </pc:spChg>
        <pc:spChg chg="add mod">
          <ac:chgData name="Anju Dhiman" userId="f40a4a77-6bd7-4dbc-98f0-ec74719fbf24" providerId="ADAL" clId="{6021AB6E-E3D4-49DA-8949-CAAFD1F045A6}" dt="2026-08-04T11:01:25.245" v="6803" actId="20577"/>
          <ac:spMkLst>
            <pc:docMk/>
            <pc:sldMk cId="3521765931" sldId="2147481192"/>
            <ac:spMk id="51" creationId="{8E1F9AA9-3DDF-992E-6424-6FDB10E585A2}"/>
          </ac:spMkLst>
        </pc:spChg>
        <pc:spChg chg="add mod">
          <ac:chgData name="Anju Dhiman" userId="f40a4a77-6bd7-4dbc-98f0-ec74719fbf24" providerId="ADAL" clId="{6021AB6E-E3D4-49DA-8949-CAAFD1F045A6}" dt="2026-08-04T11:02:26.028" v="6851" actId="20577"/>
          <ac:spMkLst>
            <pc:docMk/>
            <pc:sldMk cId="3521765931" sldId="2147481192"/>
            <ac:spMk id="53" creationId="{150AC589-133F-76C5-6B59-D7125EA8C45D}"/>
          </ac:spMkLst>
        </pc:spChg>
        <pc:spChg chg="add mod">
          <ac:chgData name="Anju Dhiman" userId="f40a4a77-6bd7-4dbc-98f0-ec74719fbf24" providerId="ADAL" clId="{6021AB6E-E3D4-49DA-8949-CAAFD1F045A6}" dt="2026-08-04T11:03:37.442" v="6855"/>
          <ac:spMkLst>
            <pc:docMk/>
            <pc:sldMk cId="3521765931" sldId="2147481192"/>
            <ac:spMk id="55" creationId="{9C1A924E-6CAB-08CD-A5F7-B0483745AA7E}"/>
          </ac:spMkLst>
        </pc:spChg>
        <pc:spChg chg="add mod">
          <ac:chgData name="Anju Dhiman" userId="f40a4a77-6bd7-4dbc-98f0-ec74719fbf24" providerId="ADAL" clId="{6021AB6E-E3D4-49DA-8949-CAAFD1F045A6}" dt="2026-08-04T11:04:10.172" v="6905" actId="20577"/>
          <ac:spMkLst>
            <pc:docMk/>
            <pc:sldMk cId="3521765931" sldId="2147481192"/>
            <ac:spMk id="57" creationId="{2D0A0280-0250-18AA-7278-BF187FF74A3C}"/>
          </ac:spMkLst>
        </pc:spChg>
        <pc:spChg chg="add mod">
          <ac:chgData name="Anju Dhiman" userId="f40a4a77-6bd7-4dbc-98f0-ec74719fbf24" providerId="ADAL" clId="{6021AB6E-E3D4-49DA-8949-CAAFD1F045A6}" dt="2026-08-04T11:04:53.571" v="6944" actId="20577"/>
          <ac:spMkLst>
            <pc:docMk/>
            <pc:sldMk cId="3521765931" sldId="2147481192"/>
            <ac:spMk id="59" creationId="{EE86E2A2-D659-93B2-AE46-1F60B7C0F823}"/>
          </ac:spMkLst>
        </pc:spChg>
        <pc:spChg chg="add mod">
          <ac:chgData name="Anju Dhiman" userId="f40a4a77-6bd7-4dbc-98f0-ec74719fbf24" providerId="ADAL" clId="{6021AB6E-E3D4-49DA-8949-CAAFD1F045A6}" dt="2026-08-04T11:06:19.178" v="7023" actId="14100"/>
          <ac:spMkLst>
            <pc:docMk/>
            <pc:sldMk cId="3521765931" sldId="2147481192"/>
            <ac:spMk id="61" creationId="{95BAF73F-2AC7-2E85-A1A2-5B8DB3701A32}"/>
          </ac:spMkLst>
        </pc:spChg>
        <pc:grpChg chg="add mod">
          <ac:chgData name="Anju Dhiman" userId="f40a4a77-6bd7-4dbc-98f0-ec74719fbf24" providerId="ADAL" clId="{6021AB6E-E3D4-49DA-8949-CAAFD1F045A6}" dt="2026-08-03T16:13:58.933" v="3522"/>
          <ac:grpSpMkLst>
            <pc:docMk/>
            <pc:sldMk cId="3521765931" sldId="2147481192"/>
            <ac:grpSpMk id="20" creationId="{32BD5BD9-E2D8-2484-36B4-015B7005BA63}"/>
          </ac:grpSpMkLst>
        </pc:grpChg>
        <pc:grpChg chg="add mod">
          <ac:chgData name="Anju Dhiman" userId="f40a4a77-6bd7-4dbc-98f0-ec74719fbf24" providerId="ADAL" clId="{6021AB6E-E3D4-49DA-8949-CAAFD1F045A6}" dt="2026-08-03T16:14:25.840" v="3531" actId="1076"/>
          <ac:grpSpMkLst>
            <pc:docMk/>
            <pc:sldMk cId="3521765931" sldId="2147481192"/>
            <ac:grpSpMk id="23" creationId="{B448457B-B8AF-DFBD-74B2-D784C7F0D0F0}"/>
          </ac:grpSpMkLst>
        </pc:grpChg>
        <pc:grpChg chg="add mod">
          <ac:chgData name="Anju Dhiman" userId="f40a4a77-6bd7-4dbc-98f0-ec74719fbf24" providerId="ADAL" clId="{6021AB6E-E3D4-49DA-8949-CAAFD1F045A6}" dt="2026-08-03T16:16:35.813" v="3555" actId="207"/>
          <ac:grpSpMkLst>
            <pc:docMk/>
            <pc:sldMk cId="3521765931" sldId="2147481192"/>
            <ac:grpSpMk id="26" creationId="{5438E658-EEFA-1A85-10CB-F2AB30AF925C}"/>
          </ac:grpSpMkLst>
        </pc:grpChg>
        <pc:grpChg chg="add mod">
          <ac:chgData name="Anju Dhiman" userId="f40a4a77-6bd7-4dbc-98f0-ec74719fbf24" providerId="ADAL" clId="{6021AB6E-E3D4-49DA-8949-CAAFD1F045A6}" dt="2026-08-03T16:14:35.863" v="3533" actId="1076"/>
          <ac:grpSpMkLst>
            <pc:docMk/>
            <pc:sldMk cId="3521765931" sldId="2147481192"/>
            <ac:grpSpMk id="29" creationId="{613799D4-239D-548C-7DA2-F34C51EA2C9A}"/>
          </ac:grpSpMkLst>
        </pc:grpChg>
        <pc:grpChg chg="add mod">
          <ac:chgData name="Anju Dhiman" userId="f40a4a77-6bd7-4dbc-98f0-ec74719fbf24" providerId="ADAL" clId="{6021AB6E-E3D4-49DA-8949-CAAFD1F045A6}" dt="2026-08-03T16:16:21.702" v="3552" actId="207"/>
          <ac:grpSpMkLst>
            <pc:docMk/>
            <pc:sldMk cId="3521765931" sldId="2147481192"/>
            <ac:grpSpMk id="32" creationId="{F18FD220-88C5-8167-0AFB-BD11B1C360A4}"/>
          </ac:grpSpMkLst>
        </pc:grpChg>
        <pc:grpChg chg="add mod">
          <ac:chgData name="Anju Dhiman" userId="f40a4a77-6bd7-4dbc-98f0-ec74719fbf24" providerId="ADAL" clId="{6021AB6E-E3D4-49DA-8949-CAAFD1F045A6}" dt="2026-08-03T16:16:46.493" v="3556" actId="207"/>
          <ac:grpSpMkLst>
            <pc:docMk/>
            <pc:sldMk cId="3521765931" sldId="2147481192"/>
            <ac:grpSpMk id="35" creationId="{6443871F-612A-8DC1-7C4C-A1B5119F5F92}"/>
          </ac:grpSpMkLst>
        </pc:grpChg>
        <pc:graphicFrameChg chg="add del">
          <ac:chgData name="Anju Dhiman" userId="f40a4a77-6bd7-4dbc-98f0-ec74719fbf24" providerId="ADAL" clId="{6021AB6E-E3D4-49DA-8949-CAAFD1F045A6}" dt="2026-08-03T15:55:26.887" v="3384" actId="21"/>
          <ac:graphicFrameMkLst>
            <pc:docMk/>
            <pc:sldMk cId="3521765931" sldId="2147481192"/>
            <ac:graphicFrameMk id="7" creationId="{F2DEA8E5-0F2F-D2A9-246C-4589B064E4A4}"/>
          </ac:graphicFrameMkLst>
        </pc:graphicFrameChg>
        <pc:graphicFrameChg chg="add del mod">
          <ac:chgData name="Anju Dhiman" userId="f40a4a77-6bd7-4dbc-98f0-ec74719fbf24" providerId="ADAL" clId="{6021AB6E-E3D4-49DA-8949-CAAFD1F045A6}" dt="2026-08-03T15:57:57.581" v="3405" actId="21"/>
          <ac:graphicFrameMkLst>
            <pc:docMk/>
            <pc:sldMk cId="3521765931" sldId="2147481192"/>
            <ac:graphicFrameMk id="9" creationId="{68CBDD42-0ED4-27DA-2BE7-0E89AC4C3A3F}"/>
          </ac:graphicFrameMkLst>
        </pc:graphicFrameChg>
        <pc:graphicFrameChg chg="add del mod">
          <ac:chgData name="Anju Dhiman" userId="f40a4a77-6bd7-4dbc-98f0-ec74719fbf24" providerId="ADAL" clId="{6021AB6E-E3D4-49DA-8949-CAAFD1F045A6}" dt="2026-08-03T16:04:12.661" v="3421" actId="21"/>
          <ac:graphicFrameMkLst>
            <pc:docMk/>
            <pc:sldMk cId="3521765931" sldId="2147481192"/>
            <ac:graphicFrameMk id="17" creationId="{485B4DB6-F7AC-93D6-8F36-6B54D806712E}"/>
          </ac:graphicFrameMkLst>
        </pc:graphicFrameChg>
        <pc:graphicFrameChg chg="add mod">
          <ac:chgData name="Anju Dhiman" userId="f40a4a77-6bd7-4dbc-98f0-ec74719fbf24" providerId="ADAL" clId="{6021AB6E-E3D4-49DA-8949-CAAFD1F045A6}" dt="2026-08-03T16:15:32.368" v="3541" actId="1076"/>
          <ac:graphicFrameMkLst>
            <pc:docMk/>
            <pc:sldMk cId="3521765931" sldId="2147481192"/>
            <ac:graphicFrameMk id="39" creationId="{2C6225FE-3E57-22D1-59BE-D4C6396FBE59}"/>
          </ac:graphicFrameMkLst>
        </pc:graphicFrameChg>
        <pc:graphicFrameChg chg="add mod">
          <ac:chgData name="Anju Dhiman" userId="f40a4a77-6bd7-4dbc-98f0-ec74719fbf24" providerId="ADAL" clId="{6021AB6E-E3D4-49DA-8949-CAAFD1F045A6}" dt="2026-08-03T16:15:46.673" v="3547" actId="1076"/>
          <ac:graphicFrameMkLst>
            <pc:docMk/>
            <pc:sldMk cId="3521765931" sldId="2147481192"/>
            <ac:graphicFrameMk id="41" creationId="{241480DC-11FF-B106-4307-8DAD8B828427}"/>
          </ac:graphicFrameMkLst>
        </pc:graphicFrameChg>
        <pc:graphicFrameChg chg="add mod">
          <ac:chgData name="Anju Dhiman" userId="f40a4a77-6bd7-4dbc-98f0-ec74719fbf24" providerId="ADAL" clId="{6021AB6E-E3D4-49DA-8949-CAAFD1F045A6}" dt="2026-08-03T16:16:09.045" v="3551" actId="1076"/>
          <ac:graphicFrameMkLst>
            <pc:docMk/>
            <pc:sldMk cId="3521765931" sldId="2147481192"/>
            <ac:graphicFrameMk id="43" creationId="{57F10589-3519-B905-A28F-28DC79705B36}"/>
          </ac:graphicFrameMkLst>
        </pc:graphicFrameChg>
        <pc:graphicFrameChg chg="add mod">
          <ac:chgData name="Anju Dhiman" userId="f40a4a77-6bd7-4dbc-98f0-ec74719fbf24" providerId="ADAL" clId="{6021AB6E-E3D4-49DA-8949-CAAFD1F045A6}" dt="2026-08-03T16:16:04.210" v="3550" actId="1076"/>
          <ac:graphicFrameMkLst>
            <pc:docMk/>
            <pc:sldMk cId="3521765931" sldId="2147481192"/>
            <ac:graphicFrameMk id="45" creationId="{82D7A7E7-F2BE-187C-5F9A-84F7974967B9}"/>
          </ac:graphicFrameMkLst>
        </pc:graphicFrameChg>
        <pc:graphicFrameChg chg="add mod">
          <ac:chgData name="Anju Dhiman" userId="f40a4a77-6bd7-4dbc-98f0-ec74719fbf24" providerId="ADAL" clId="{6021AB6E-E3D4-49DA-8949-CAAFD1F045A6}" dt="2026-08-03T16:15:58.202" v="3549" actId="1076"/>
          <ac:graphicFrameMkLst>
            <pc:docMk/>
            <pc:sldMk cId="3521765931" sldId="2147481192"/>
            <ac:graphicFrameMk id="47" creationId="{6D16288E-ED7A-951B-A479-7A1A55774164}"/>
          </ac:graphicFrameMkLst>
        </pc:graphicFrameChg>
        <pc:graphicFrameChg chg="add mod">
          <ac:chgData name="Anju Dhiman" userId="f40a4a77-6bd7-4dbc-98f0-ec74719fbf24" providerId="ADAL" clId="{6021AB6E-E3D4-49DA-8949-CAAFD1F045A6}" dt="2026-08-03T16:15:54.167" v="3548" actId="1076"/>
          <ac:graphicFrameMkLst>
            <pc:docMk/>
            <pc:sldMk cId="3521765931" sldId="2147481192"/>
            <ac:graphicFrameMk id="49" creationId="{447456CC-ED6C-7946-DCF3-DFBDD7C879A9}"/>
          </ac:graphicFrameMkLst>
        </pc:graphicFrameChg>
        <pc:picChg chg="add del mod">
          <ac:chgData name="Anju Dhiman" userId="f40a4a77-6bd7-4dbc-98f0-ec74719fbf24" providerId="ADAL" clId="{6021AB6E-E3D4-49DA-8949-CAAFD1F045A6}" dt="2026-08-03T16:02:33.803" v="3409" actId="21"/>
          <ac:picMkLst>
            <pc:docMk/>
            <pc:sldMk cId="3521765931" sldId="2147481192"/>
            <ac:picMk id="14" creationId="{67C5E726-7D52-52E2-6BA5-78E7F777E54E}"/>
          </ac:picMkLst>
        </pc:picChg>
      </pc:sldChg>
      <pc:sldChg chg="addSp delSp modSp add mod">
        <pc:chgData name="Anju Dhiman" userId="f40a4a77-6bd7-4dbc-98f0-ec74719fbf24" providerId="ADAL" clId="{6021AB6E-E3D4-49DA-8949-CAAFD1F045A6}" dt="2026-08-04T11:10:20.894" v="7135" actId="1076"/>
        <pc:sldMkLst>
          <pc:docMk/>
          <pc:sldMk cId="307475087" sldId="2147481193"/>
        </pc:sldMkLst>
        <pc:spChg chg="add mod">
          <ac:chgData name="Anju Dhiman" userId="f40a4a77-6bd7-4dbc-98f0-ec74719fbf24" providerId="ADAL" clId="{6021AB6E-E3D4-49DA-8949-CAAFD1F045A6}" dt="2026-08-04T11:08:13.233" v="7063" actId="14100"/>
          <ac:spMkLst>
            <pc:docMk/>
            <pc:sldMk cId="307475087" sldId="2147481193"/>
            <ac:spMk id="3" creationId="{CAC97C62-77E5-A62B-A92E-C7894B1DE5C6}"/>
          </ac:spMkLst>
        </pc:spChg>
        <pc:spChg chg="mod">
          <ac:chgData name="Anju Dhiman" userId="f40a4a77-6bd7-4dbc-98f0-ec74719fbf24" providerId="ADAL" clId="{6021AB6E-E3D4-49DA-8949-CAAFD1F045A6}" dt="2026-08-04T07:25:58.665" v="4953" actId="14100"/>
          <ac:spMkLst>
            <pc:docMk/>
            <pc:sldMk cId="307475087" sldId="2147481193"/>
            <ac:spMk id="5" creationId="{B2030848-6690-9594-5F08-B2CA1B28EFB7}"/>
          </ac:spMkLst>
        </pc:spChg>
        <pc:spChg chg="add mod">
          <ac:chgData name="Anju Dhiman" userId="f40a4a77-6bd7-4dbc-98f0-ec74719fbf24" providerId="ADAL" clId="{6021AB6E-E3D4-49DA-8949-CAAFD1F045A6}" dt="2026-08-04T11:09:55.223" v="7130" actId="20577"/>
          <ac:spMkLst>
            <pc:docMk/>
            <pc:sldMk cId="307475087" sldId="2147481193"/>
            <ac:spMk id="6" creationId="{56F56BE3-EBAD-AC2F-A2E1-CFAAC699F23C}"/>
          </ac:spMkLst>
        </pc:spChg>
        <pc:spChg chg="add mod">
          <ac:chgData name="Anju Dhiman" userId="f40a4a77-6bd7-4dbc-98f0-ec74719fbf24" providerId="ADAL" clId="{6021AB6E-E3D4-49DA-8949-CAAFD1F045A6}" dt="2026-08-04T11:09:40.001" v="7093"/>
          <ac:spMkLst>
            <pc:docMk/>
            <pc:sldMk cId="307475087" sldId="2147481193"/>
            <ac:spMk id="8" creationId="{7F2B8F44-70F0-711E-ECEE-35B09C5A7E7F}"/>
          </ac:spMkLst>
        </pc:spChg>
        <pc:spChg chg="add mod">
          <ac:chgData name="Anju Dhiman" userId="f40a4a77-6bd7-4dbc-98f0-ec74719fbf24" providerId="ADAL" clId="{6021AB6E-E3D4-49DA-8949-CAAFD1F045A6}" dt="2026-08-04T11:10:06.789" v="7132"/>
          <ac:spMkLst>
            <pc:docMk/>
            <pc:sldMk cId="307475087" sldId="2147481193"/>
            <ac:spMk id="10" creationId="{51A12B58-22CB-CFA7-E81E-B3CA112007D6}"/>
          </ac:spMkLst>
        </pc:spChg>
        <pc:spChg chg="mod">
          <ac:chgData name="Anju Dhiman" userId="f40a4a77-6bd7-4dbc-98f0-ec74719fbf24" providerId="ADAL" clId="{6021AB6E-E3D4-49DA-8949-CAAFD1F045A6}" dt="2026-08-03T16:29:13.814" v="3788" actId="20577"/>
          <ac:spMkLst>
            <pc:docMk/>
            <pc:sldMk cId="307475087" sldId="2147481193"/>
            <ac:spMk id="19" creationId="{DA713C7D-EA74-55D3-6749-0B0063EBB109}"/>
          </ac:spMkLst>
        </pc:spChg>
        <pc:spChg chg="mod">
          <ac:chgData name="Anju Dhiman" userId="f40a4a77-6bd7-4dbc-98f0-ec74719fbf24" providerId="ADAL" clId="{6021AB6E-E3D4-49DA-8949-CAAFD1F045A6}" dt="2026-08-04T11:10:20.894" v="7135" actId="1076"/>
          <ac:spMkLst>
            <pc:docMk/>
            <pc:sldMk cId="307475087" sldId="2147481193"/>
            <ac:spMk id="51" creationId="{1F82F11D-7622-5648-A42D-FD8EE0992793}"/>
          </ac:spMkLst>
        </pc:spChg>
        <pc:spChg chg="del mod">
          <ac:chgData name="Anju Dhiman" userId="f40a4a77-6bd7-4dbc-98f0-ec74719fbf24" providerId="ADAL" clId="{6021AB6E-E3D4-49DA-8949-CAAFD1F045A6}" dt="2026-08-03T16:30:05.559" v="3799"/>
          <ac:spMkLst>
            <pc:docMk/>
            <pc:sldMk cId="307475087" sldId="2147481193"/>
            <ac:spMk id="53" creationId="{49BAA5DD-CAB6-856F-BE99-B31002B8F4E5}"/>
          </ac:spMkLst>
        </pc:spChg>
        <pc:spChg chg="del mod">
          <ac:chgData name="Anju Dhiman" userId="f40a4a77-6bd7-4dbc-98f0-ec74719fbf24" providerId="ADAL" clId="{6021AB6E-E3D4-49DA-8949-CAAFD1F045A6}" dt="2026-08-03T16:30:05.563" v="3801"/>
          <ac:spMkLst>
            <pc:docMk/>
            <pc:sldMk cId="307475087" sldId="2147481193"/>
            <ac:spMk id="55" creationId="{ECC2B2C8-3284-19D5-1482-2D7051A9A576}"/>
          </ac:spMkLst>
        </pc:spChg>
        <pc:spChg chg="del mod">
          <ac:chgData name="Anju Dhiman" userId="f40a4a77-6bd7-4dbc-98f0-ec74719fbf24" providerId="ADAL" clId="{6021AB6E-E3D4-49DA-8949-CAAFD1F045A6}" dt="2026-08-03T16:30:05.567" v="3803"/>
          <ac:spMkLst>
            <pc:docMk/>
            <pc:sldMk cId="307475087" sldId="2147481193"/>
            <ac:spMk id="57" creationId="{5802FDC1-C578-2CAE-7665-C930207208F1}"/>
          </ac:spMkLst>
        </pc:spChg>
        <pc:spChg chg="del mod">
          <ac:chgData name="Anju Dhiman" userId="f40a4a77-6bd7-4dbc-98f0-ec74719fbf24" providerId="ADAL" clId="{6021AB6E-E3D4-49DA-8949-CAAFD1F045A6}" dt="2026-08-03T16:30:05.570" v="3805"/>
          <ac:spMkLst>
            <pc:docMk/>
            <pc:sldMk cId="307475087" sldId="2147481193"/>
            <ac:spMk id="59" creationId="{9A9D4EAB-42C2-3B63-4141-F885D98F71D6}"/>
          </ac:spMkLst>
        </pc:spChg>
        <pc:spChg chg="del mod">
          <ac:chgData name="Anju Dhiman" userId="f40a4a77-6bd7-4dbc-98f0-ec74719fbf24" providerId="ADAL" clId="{6021AB6E-E3D4-49DA-8949-CAAFD1F045A6}" dt="2026-08-03T16:30:05.544" v="3797" actId="21"/>
          <ac:spMkLst>
            <pc:docMk/>
            <pc:sldMk cId="307475087" sldId="2147481193"/>
            <ac:spMk id="61" creationId="{EC979276-7B96-44A3-923F-7E9E6D149CC4}"/>
          </ac:spMkLst>
        </pc:spChg>
        <pc:grpChg chg="del">
          <ac:chgData name="Anju Dhiman" userId="f40a4a77-6bd7-4dbc-98f0-ec74719fbf24" providerId="ADAL" clId="{6021AB6E-E3D4-49DA-8949-CAAFD1F045A6}" dt="2026-08-03T16:32:44.907" v="3862" actId="21"/>
          <ac:grpSpMkLst>
            <pc:docMk/>
            <pc:sldMk cId="307475087" sldId="2147481193"/>
            <ac:grpSpMk id="35" creationId="{BF5469A1-6BA7-F808-DEA5-4556A868B739}"/>
          </ac:grpSpMkLst>
        </pc:grpChg>
        <pc:graphicFrameChg chg="del">
          <ac:chgData name="Anju Dhiman" userId="f40a4a77-6bd7-4dbc-98f0-ec74719fbf24" providerId="ADAL" clId="{6021AB6E-E3D4-49DA-8949-CAAFD1F045A6}" dt="2026-08-03T16:32:48.103" v="3863" actId="21"/>
          <ac:graphicFrameMkLst>
            <pc:docMk/>
            <pc:sldMk cId="307475087" sldId="2147481193"/>
            <ac:graphicFrameMk id="43" creationId="{2110B590-5643-85FD-E5D1-AA6E74493EDE}"/>
          </ac:graphicFrameMkLst>
        </pc:graphicFrameChg>
      </pc:sldChg>
      <pc:sldChg chg="add del">
        <pc:chgData name="Anju Dhiman" userId="f40a4a77-6bd7-4dbc-98f0-ec74719fbf24" providerId="ADAL" clId="{6021AB6E-E3D4-49DA-8949-CAAFD1F045A6}" dt="2026-08-04T12:16:47.634" v="7727" actId="2696"/>
        <pc:sldMkLst>
          <pc:docMk/>
          <pc:sldMk cId="2192732268" sldId="2147481194"/>
        </pc:sldMkLst>
      </pc:sldChg>
      <pc:sldChg chg="modSp add del mod">
        <pc:chgData name="Anju Dhiman" userId="f40a4a77-6bd7-4dbc-98f0-ec74719fbf24" providerId="ADAL" clId="{6021AB6E-E3D4-49DA-8949-CAAFD1F045A6}" dt="2026-08-04T12:16:49.429" v="7728" actId="2696"/>
        <pc:sldMkLst>
          <pc:docMk/>
          <pc:sldMk cId="16494208" sldId="2147481195"/>
        </pc:sldMkLst>
        <pc:spChg chg="mod">
          <ac:chgData name="Anju Dhiman" userId="f40a4a77-6bd7-4dbc-98f0-ec74719fbf24" providerId="ADAL" clId="{6021AB6E-E3D4-49DA-8949-CAAFD1F045A6}" dt="2026-08-04T07:10:20.619" v="4707" actId="20577"/>
          <ac:spMkLst>
            <pc:docMk/>
            <pc:sldMk cId="16494208" sldId="2147481195"/>
            <ac:spMk id="2" creationId="{DFA4993C-84D3-6A8B-3879-387116CD8F5B}"/>
          </ac:spMkLst>
        </pc:spChg>
      </pc:sldChg>
      <pc:sldChg chg="add del">
        <pc:chgData name="Anju Dhiman" userId="f40a4a77-6bd7-4dbc-98f0-ec74719fbf24" providerId="ADAL" clId="{6021AB6E-E3D4-49DA-8949-CAAFD1F045A6}" dt="2026-08-04T08:19:03.235" v="5534" actId="2696"/>
        <pc:sldMkLst>
          <pc:docMk/>
          <pc:sldMk cId="2570530866" sldId="2147481196"/>
        </pc:sldMkLst>
      </pc:sldChg>
      <pc:sldChg chg="modSp add mod">
        <pc:chgData name="Anju Dhiman" userId="f40a4a77-6bd7-4dbc-98f0-ec74719fbf24" providerId="ADAL" clId="{6021AB6E-E3D4-49DA-8949-CAAFD1F045A6}" dt="2026-08-04T13:56:05.536" v="8389" actId="20577"/>
        <pc:sldMkLst>
          <pc:docMk/>
          <pc:sldMk cId="141473038" sldId="2147481197"/>
        </pc:sldMkLst>
        <pc:spChg chg="mod">
          <ac:chgData name="Anju Dhiman" userId="f40a4a77-6bd7-4dbc-98f0-ec74719fbf24" providerId="ADAL" clId="{6021AB6E-E3D4-49DA-8949-CAAFD1F045A6}" dt="2026-08-04T13:56:05.536" v="8389" actId="20577"/>
          <ac:spMkLst>
            <pc:docMk/>
            <pc:sldMk cId="141473038" sldId="2147481197"/>
            <ac:spMk id="3" creationId="{D787374D-014E-0E18-5313-65823A9B3B24}"/>
          </ac:spMkLst>
        </pc:spChg>
        <pc:spChg chg="mod">
          <ac:chgData name="Anju Dhiman" userId="f40a4a77-6bd7-4dbc-98f0-ec74719fbf24" providerId="ADAL" clId="{6021AB6E-E3D4-49DA-8949-CAAFD1F045A6}" dt="2026-08-04T12:17:05.946" v="7731"/>
          <ac:spMkLst>
            <pc:docMk/>
            <pc:sldMk cId="141473038" sldId="2147481197"/>
            <ac:spMk id="51" creationId="{899EE5F7-8EAA-4BC5-F0A0-BA8BB81BFC43}"/>
          </ac:spMkLst>
        </pc:spChg>
        <pc:spChg chg="mod">
          <ac:chgData name="Anju Dhiman" userId="f40a4a77-6bd7-4dbc-98f0-ec74719fbf24" providerId="ADAL" clId="{6021AB6E-E3D4-49DA-8949-CAAFD1F045A6}" dt="2026-08-04T12:18:02.712" v="7791" actId="20577"/>
          <ac:spMkLst>
            <pc:docMk/>
            <pc:sldMk cId="141473038" sldId="2147481197"/>
            <ac:spMk id="53" creationId="{16B80EDD-FF26-3C73-3CA3-51C2736D8E63}"/>
          </ac:spMkLst>
        </pc:spChg>
        <pc:spChg chg="mod">
          <ac:chgData name="Anju Dhiman" userId="f40a4a77-6bd7-4dbc-98f0-ec74719fbf24" providerId="ADAL" clId="{6021AB6E-E3D4-49DA-8949-CAAFD1F045A6}" dt="2026-08-04T12:18:34.668" v="7856" actId="20577"/>
          <ac:spMkLst>
            <pc:docMk/>
            <pc:sldMk cId="141473038" sldId="2147481197"/>
            <ac:spMk id="55" creationId="{C0E9458E-A8F5-801A-8917-13B06FD8B9B5}"/>
          </ac:spMkLst>
        </pc:spChg>
        <pc:spChg chg="mod">
          <ac:chgData name="Anju Dhiman" userId="f40a4a77-6bd7-4dbc-98f0-ec74719fbf24" providerId="ADAL" clId="{6021AB6E-E3D4-49DA-8949-CAAFD1F045A6}" dt="2026-08-04T12:19:12.710" v="7912" actId="20577"/>
          <ac:spMkLst>
            <pc:docMk/>
            <pc:sldMk cId="141473038" sldId="2147481197"/>
            <ac:spMk id="57" creationId="{2B68A92D-2282-BF37-6027-3DA54D1B0DAA}"/>
          </ac:spMkLst>
        </pc:spChg>
        <pc:spChg chg="mod">
          <ac:chgData name="Anju Dhiman" userId="f40a4a77-6bd7-4dbc-98f0-ec74719fbf24" providerId="ADAL" clId="{6021AB6E-E3D4-49DA-8949-CAAFD1F045A6}" dt="2026-08-04T12:19:38.290" v="7953" actId="20577"/>
          <ac:spMkLst>
            <pc:docMk/>
            <pc:sldMk cId="141473038" sldId="2147481197"/>
            <ac:spMk id="59" creationId="{2207B18F-259D-A61C-06AC-4648D4C9AA87}"/>
          </ac:spMkLst>
        </pc:spChg>
        <pc:spChg chg="mod">
          <ac:chgData name="Anju Dhiman" userId="f40a4a77-6bd7-4dbc-98f0-ec74719fbf24" providerId="ADAL" clId="{6021AB6E-E3D4-49DA-8949-CAAFD1F045A6}" dt="2026-08-04T12:19:58.874" v="8019" actId="20577"/>
          <ac:spMkLst>
            <pc:docMk/>
            <pc:sldMk cId="141473038" sldId="2147481197"/>
            <ac:spMk id="61" creationId="{E8F9CFE6-30FD-83B5-FDF2-565FE46A7F81}"/>
          </ac:spMkLst>
        </pc:spChg>
      </pc:sldChg>
      <pc:sldChg chg="add del">
        <pc:chgData name="Anju Dhiman" userId="f40a4a77-6bd7-4dbc-98f0-ec74719fbf24" providerId="ADAL" clId="{6021AB6E-E3D4-49DA-8949-CAAFD1F045A6}" dt="2026-08-04T07:23:09.572" v="4900" actId="2696"/>
        <pc:sldMkLst>
          <pc:docMk/>
          <pc:sldMk cId="1222912358" sldId="2147481197"/>
        </pc:sldMkLst>
      </pc:sldChg>
      <pc:sldChg chg="delSp modSp add mod">
        <pc:chgData name="Anju Dhiman" userId="f40a4a77-6bd7-4dbc-98f0-ec74719fbf24" providerId="ADAL" clId="{6021AB6E-E3D4-49DA-8949-CAAFD1F045A6}" dt="2026-08-04T13:57:08.502" v="8405" actId="20577"/>
        <pc:sldMkLst>
          <pc:docMk/>
          <pc:sldMk cId="1692799811" sldId="2147481198"/>
        </pc:sldMkLst>
        <pc:spChg chg="mod">
          <ac:chgData name="Anju Dhiman" userId="f40a4a77-6bd7-4dbc-98f0-ec74719fbf24" providerId="ADAL" clId="{6021AB6E-E3D4-49DA-8949-CAAFD1F045A6}" dt="2026-08-04T13:57:08.502" v="8405" actId="20577"/>
          <ac:spMkLst>
            <pc:docMk/>
            <pc:sldMk cId="1692799811" sldId="2147481198"/>
            <ac:spMk id="3" creationId="{6887CFF7-9C8E-C327-6FA3-B975877C8F02}"/>
          </ac:spMkLst>
        </pc:spChg>
        <pc:spChg chg="mod">
          <ac:chgData name="Anju Dhiman" userId="f40a4a77-6bd7-4dbc-98f0-ec74719fbf24" providerId="ADAL" clId="{6021AB6E-E3D4-49DA-8949-CAAFD1F045A6}" dt="2026-08-04T12:22:16.038" v="8098" actId="1076"/>
          <ac:spMkLst>
            <pc:docMk/>
            <pc:sldMk cId="1692799811" sldId="2147481198"/>
            <ac:spMk id="6" creationId="{40AFDA10-93EE-AA2E-ABA9-B853E0B1C571}"/>
          </ac:spMkLst>
        </pc:spChg>
        <pc:spChg chg="mod">
          <ac:chgData name="Anju Dhiman" userId="f40a4a77-6bd7-4dbc-98f0-ec74719fbf24" providerId="ADAL" clId="{6021AB6E-E3D4-49DA-8949-CAAFD1F045A6}" dt="2026-08-04T12:22:16.038" v="8098" actId="1076"/>
          <ac:spMkLst>
            <pc:docMk/>
            <pc:sldMk cId="1692799811" sldId="2147481198"/>
            <ac:spMk id="8" creationId="{E30A7632-F1B5-12A1-1C29-88700E226AD4}"/>
          </ac:spMkLst>
        </pc:spChg>
        <pc:spChg chg="del mod">
          <ac:chgData name="Anju Dhiman" userId="f40a4a77-6bd7-4dbc-98f0-ec74719fbf24" providerId="ADAL" clId="{6021AB6E-E3D4-49DA-8949-CAAFD1F045A6}" dt="2026-08-04T12:21:36.811" v="8093" actId="21"/>
          <ac:spMkLst>
            <pc:docMk/>
            <pc:sldMk cId="1692799811" sldId="2147481198"/>
            <ac:spMk id="10" creationId="{5D6D0EDC-C857-536D-539F-93E65E931392}"/>
          </ac:spMkLst>
        </pc:spChg>
        <pc:spChg chg="del mod">
          <ac:chgData name="Anju Dhiman" userId="f40a4a77-6bd7-4dbc-98f0-ec74719fbf24" providerId="ADAL" clId="{6021AB6E-E3D4-49DA-8949-CAAFD1F045A6}" dt="2026-08-04T12:21:50.483" v="8097" actId="21"/>
          <ac:spMkLst>
            <pc:docMk/>
            <pc:sldMk cId="1692799811" sldId="2147481198"/>
            <ac:spMk id="51" creationId="{92DD7C80-8C8A-FE59-D2EB-A4ECB6F3A566}"/>
          </ac:spMkLst>
        </pc:spChg>
        <pc:grpChg chg="mod">
          <ac:chgData name="Anju Dhiman" userId="f40a4a77-6bd7-4dbc-98f0-ec74719fbf24" providerId="ADAL" clId="{6021AB6E-E3D4-49DA-8949-CAAFD1F045A6}" dt="2026-08-04T12:22:16.038" v="8098" actId="1076"/>
          <ac:grpSpMkLst>
            <pc:docMk/>
            <pc:sldMk cId="1692799811" sldId="2147481198"/>
            <ac:grpSpMk id="20" creationId="{C195A05E-4DB8-87B8-FCC9-B56DC058D98A}"/>
          </ac:grpSpMkLst>
        </pc:grpChg>
        <pc:grpChg chg="mod">
          <ac:chgData name="Anju Dhiman" userId="f40a4a77-6bd7-4dbc-98f0-ec74719fbf24" providerId="ADAL" clId="{6021AB6E-E3D4-49DA-8949-CAAFD1F045A6}" dt="2026-08-04T12:22:16.038" v="8098" actId="1076"/>
          <ac:grpSpMkLst>
            <pc:docMk/>
            <pc:sldMk cId="1692799811" sldId="2147481198"/>
            <ac:grpSpMk id="23" creationId="{20E05BD9-A3A8-6F4E-E15F-98EE5D3C6F85}"/>
          </ac:grpSpMkLst>
        </pc:grpChg>
        <pc:grpChg chg="del">
          <ac:chgData name="Anju Dhiman" userId="f40a4a77-6bd7-4dbc-98f0-ec74719fbf24" providerId="ADAL" clId="{6021AB6E-E3D4-49DA-8949-CAAFD1F045A6}" dt="2026-08-04T12:21:38.570" v="8094" actId="21"/>
          <ac:grpSpMkLst>
            <pc:docMk/>
            <pc:sldMk cId="1692799811" sldId="2147481198"/>
            <ac:grpSpMk id="26" creationId="{7C5B545C-2A21-9F82-B260-184C596C7219}"/>
          </ac:grpSpMkLst>
        </pc:grpChg>
        <pc:grpChg chg="del">
          <ac:chgData name="Anju Dhiman" userId="f40a4a77-6bd7-4dbc-98f0-ec74719fbf24" providerId="ADAL" clId="{6021AB6E-E3D4-49DA-8949-CAAFD1F045A6}" dt="2026-08-04T12:21:45.141" v="8096" actId="21"/>
          <ac:grpSpMkLst>
            <pc:docMk/>
            <pc:sldMk cId="1692799811" sldId="2147481198"/>
            <ac:grpSpMk id="29" creationId="{54CD33B6-5BE8-6784-643A-35B76690D1B6}"/>
          </ac:grpSpMkLst>
        </pc:grpChg>
        <pc:grpChg chg="mod">
          <ac:chgData name="Anju Dhiman" userId="f40a4a77-6bd7-4dbc-98f0-ec74719fbf24" providerId="ADAL" clId="{6021AB6E-E3D4-49DA-8949-CAAFD1F045A6}" dt="2026-08-04T12:22:16.038" v="8098" actId="1076"/>
          <ac:grpSpMkLst>
            <pc:docMk/>
            <pc:sldMk cId="1692799811" sldId="2147481198"/>
            <ac:grpSpMk id="32" creationId="{C8F1EA6E-A4F7-E050-0619-12083BB94BD9}"/>
          </ac:grpSpMkLst>
        </pc:grpChg>
        <pc:graphicFrameChg chg="mod">
          <ac:chgData name="Anju Dhiman" userId="f40a4a77-6bd7-4dbc-98f0-ec74719fbf24" providerId="ADAL" clId="{6021AB6E-E3D4-49DA-8949-CAAFD1F045A6}" dt="2026-08-04T12:22:16.038" v="8098" actId="1076"/>
          <ac:graphicFrameMkLst>
            <pc:docMk/>
            <pc:sldMk cId="1692799811" sldId="2147481198"/>
            <ac:graphicFrameMk id="39" creationId="{F8E97E7E-9D5A-451F-AD25-1E8803D8931D}"/>
          </ac:graphicFrameMkLst>
        </pc:graphicFrameChg>
        <pc:graphicFrameChg chg="mod">
          <ac:chgData name="Anju Dhiman" userId="f40a4a77-6bd7-4dbc-98f0-ec74719fbf24" providerId="ADAL" clId="{6021AB6E-E3D4-49DA-8949-CAAFD1F045A6}" dt="2026-08-04T12:22:16.038" v="8098" actId="1076"/>
          <ac:graphicFrameMkLst>
            <pc:docMk/>
            <pc:sldMk cId="1692799811" sldId="2147481198"/>
            <ac:graphicFrameMk id="41" creationId="{AF40DB99-3496-83F4-B669-0168F7E64767}"/>
          </ac:graphicFrameMkLst>
        </pc:graphicFrameChg>
        <pc:graphicFrameChg chg="del">
          <ac:chgData name="Anju Dhiman" userId="f40a4a77-6bd7-4dbc-98f0-ec74719fbf24" providerId="ADAL" clId="{6021AB6E-E3D4-49DA-8949-CAAFD1F045A6}" dt="2026-08-04T12:21:42.329" v="8095" actId="21"/>
          <ac:graphicFrameMkLst>
            <pc:docMk/>
            <pc:sldMk cId="1692799811" sldId="2147481198"/>
            <ac:graphicFrameMk id="45" creationId="{23DAE1AE-5F93-EDCE-5D67-DE1856918CC5}"/>
          </ac:graphicFrameMkLst>
        </pc:graphicFrameChg>
        <pc:graphicFrameChg chg="del">
          <ac:chgData name="Anju Dhiman" userId="f40a4a77-6bd7-4dbc-98f0-ec74719fbf24" providerId="ADAL" clId="{6021AB6E-E3D4-49DA-8949-CAAFD1F045A6}" dt="2026-08-04T12:21:35.200" v="8092" actId="21"/>
          <ac:graphicFrameMkLst>
            <pc:docMk/>
            <pc:sldMk cId="1692799811" sldId="2147481198"/>
            <ac:graphicFrameMk id="47" creationId="{2816C6B4-FA0B-EAAB-7100-483AE0EB7D03}"/>
          </ac:graphicFrameMkLst>
        </pc:graphicFrameChg>
        <pc:graphicFrameChg chg="mod">
          <ac:chgData name="Anju Dhiman" userId="f40a4a77-6bd7-4dbc-98f0-ec74719fbf24" providerId="ADAL" clId="{6021AB6E-E3D4-49DA-8949-CAAFD1F045A6}" dt="2026-08-04T12:22:16.038" v="8098" actId="1076"/>
          <ac:graphicFrameMkLst>
            <pc:docMk/>
            <pc:sldMk cId="1692799811" sldId="2147481198"/>
            <ac:graphicFrameMk id="49" creationId="{76544801-2621-8D58-76F6-50397A9DB12A}"/>
          </ac:graphicFrameMkLst>
        </pc:graphicFrameChg>
      </pc:sldChg>
      <pc:sldChg chg="add del">
        <pc:chgData name="Anju Dhiman" userId="f40a4a77-6bd7-4dbc-98f0-ec74719fbf24" providerId="ADAL" clId="{6021AB6E-E3D4-49DA-8949-CAAFD1F045A6}" dt="2026-08-04T07:29:45.010" v="4981" actId="2696"/>
        <pc:sldMkLst>
          <pc:docMk/>
          <pc:sldMk cId="477108174" sldId="2147481199"/>
        </pc:sldMkLst>
      </pc:sldChg>
      <pc:sldChg chg="addSp delSp modSp add mod">
        <pc:chgData name="Anju Dhiman" userId="f40a4a77-6bd7-4dbc-98f0-ec74719fbf24" providerId="ADAL" clId="{6021AB6E-E3D4-49DA-8949-CAAFD1F045A6}" dt="2026-08-04T08:31:50.372" v="6105" actId="20577"/>
        <pc:sldMkLst>
          <pc:docMk/>
          <pc:sldMk cId="2680164253" sldId="2147481199"/>
        </pc:sldMkLst>
        <pc:spChg chg="mod">
          <ac:chgData name="Anju Dhiman" userId="f40a4a77-6bd7-4dbc-98f0-ec74719fbf24" providerId="ADAL" clId="{6021AB6E-E3D4-49DA-8949-CAAFD1F045A6}" dt="2026-08-04T08:23:11.869" v="5931" actId="20577"/>
          <ac:spMkLst>
            <pc:docMk/>
            <pc:sldMk cId="2680164253" sldId="2147481199"/>
            <ac:spMk id="2" creationId="{545AB332-A2BF-1BA7-D766-6AC5338AF95C}"/>
          </ac:spMkLst>
        </pc:spChg>
        <pc:spChg chg="mod">
          <ac:chgData name="Anju Dhiman" userId="f40a4a77-6bd7-4dbc-98f0-ec74719fbf24" providerId="ADAL" clId="{6021AB6E-E3D4-49DA-8949-CAAFD1F045A6}" dt="2026-08-04T08:31:50.372" v="6105" actId="20577"/>
          <ac:spMkLst>
            <pc:docMk/>
            <pc:sldMk cId="2680164253" sldId="2147481199"/>
            <ac:spMk id="10" creationId="{4AC7BCA3-6921-9133-43D4-4AE12F67BDB7}"/>
          </ac:spMkLst>
        </pc:spChg>
        <pc:spChg chg="mod">
          <ac:chgData name="Anju Dhiman" userId="f40a4a77-6bd7-4dbc-98f0-ec74719fbf24" providerId="ADAL" clId="{6021AB6E-E3D4-49DA-8949-CAAFD1F045A6}" dt="2026-08-04T08:31:02.486" v="6016" actId="1076"/>
          <ac:spMkLst>
            <pc:docMk/>
            <pc:sldMk cId="2680164253" sldId="2147481199"/>
            <ac:spMk id="11" creationId="{331C3206-525B-F001-FDF0-EEA428040A46}"/>
          </ac:spMkLst>
        </pc:spChg>
        <pc:picChg chg="add mod">
          <ac:chgData name="Anju Dhiman" userId="f40a4a77-6bd7-4dbc-98f0-ec74719fbf24" providerId="ADAL" clId="{6021AB6E-E3D4-49DA-8949-CAAFD1F045A6}" dt="2026-08-04T08:28:39.960" v="5999" actId="1076"/>
          <ac:picMkLst>
            <pc:docMk/>
            <pc:sldMk cId="2680164253" sldId="2147481199"/>
            <ac:picMk id="3" creationId="{C604D393-2B12-6FCB-E65A-743A3F518F73}"/>
          </ac:picMkLst>
        </pc:picChg>
        <pc:picChg chg="del">
          <ac:chgData name="Anju Dhiman" userId="f40a4a77-6bd7-4dbc-98f0-ec74719fbf24" providerId="ADAL" clId="{6021AB6E-E3D4-49DA-8949-CAAFD1F045A6}" dt="2026-08-04T08:28:15.247" v="5995" actId="21"/>
          <ac:picMkLst>
            <pc:docMk/>
            <pc:sldMk cId="2680164253" sldId="2147481199"/>
            <ac:picMk id="6" creationId="{6455473F-BFC4-A894-C460-92C4630E0ADE}"/>
          </ac:picMkLst>
        </pc:picChg>
      </pc:sldChg>
      <pc:sldChg chg="modSp add mod">
        <pc:chgData name="Anju Dhiman" userId="f40a4a77-6bd7-4dbc-98f0-ec74719fbf24" providerId="ADAL" clId="{6021AB6E-E3D4-49DA-8949-CAAFD1F045A6}" dt="2026-08-04T13:48:25.089" v="8344" actId="1076"/>
        <pc:sldMkLst>
          <pc:docMk/>
          <pc:sldMk cId="3563576174" sldId="2147481200"/>
        </pc:sldMkLst>
        <pc:spChg chg="mod">
          <ac:chgData name="Anju Dhiman" userId="f40a4a77-6bd7-4dbc-98f0-ec74719fbf24" providerId="ADAL" clId="{6021AB6E-E3D4-49DA-8949-CAAFD1F045A6}" dt="2026-08-04T13:48:25.089" v="8344" actId="1076"/>
          <ac:spMkLst>
            <pc:docMk/>
            <pc:sldMk cId="3563576174" sldId="2147481200"/>
            <ac:spMk id="4" creationId="{8391CE00-D02C-E18D-4414-2B936ECB8E7B}"/>
          </ac:spMkLst>
        </pc:spChg>
      </pc:sldChg>
      <pc:sldChg chg="modSp add mod">
        <pc:chgData name="Anju Dhiman" userId="f40a4a77-6bd7-4dbc-98f0-ec74719fbf24" providerId="ADAL" clId="{6021AB6E-E3D4-49DA-8949-CAAFD1F045A6}" dt="2026-08-04T11:27:35.206" v="7287" actId="1076"/>
        <pc:sldMkLst>
          <pc:docMk/>
          <pc:sldMk cId="2703317193" sldId="2147481201"/>
        </pc:sldMkLst>
        <pc:spChg chg="mod">
          <ac:chgData name="Anju Dhiman" userId="f40a4a77-6bd7-4dbc-98f0-ec74719fbf24" providerId="ADAL" clId="{6021AB6E-E3D4-49DA-8949-CAAFD1F045A6}" dt="2026-08-04T11:27:35.206" v="7287" actId="1076"/>
          <ac:spMkLst>
            <pc:docMk/>
            <pc:sldMk cId="2703317193" sldId="2147481201"/>
            <ac:spMk id="2" creationId="{E7DE9B55-0815-9D85-D718-5E03308E16C8}"/>
          </ac:spMkLst>
        </pc:spChg>
      </pc:sldChg>
      <pc:sldChg chg="delSp modSp add mod">
        <pc:chgData name="Anju Dhiman" userId="f40a4a77-6bd7-4dbc-98f0-ec74719fbf24" providerId="ADAL" clId="{6021AB6E-E3D4-49DA-8949-CAAFD1F045A6}" dt="2026-08-04T13:53:14.471" v="8361" actId="21"/>
        <pc:sldMkLst>
          <pc:docMk/>
          <pc:sldMk cId="960419177" sldId="2147481202"/>
        </pc:sldMkLst>
        <pc:spChg chg="mod">
          <ac:chgData name="Anju Dhiman" userId="f40a4a77-6bd7-4dbc-98f0-ec74719fbf24" providerId="ADAL" clId="{6021AB6E-E3D4-49DA-8949-CAAFD1F045A6}" dt="2026-08-04T11:47:54.058" v="7540" actId="20577"/>
          <ac:spMkLst>
            <pc:docMk/>
            <pc:sldMk cId="960419177" sldId="2147481202"/>
            <ac:spMk id="2" creationId="{4416BED4-BD60-F309-5779-B7EEF13E1AEE}"/>
          </ac:spMkLst>
        </pc:spChg>
        <pc:spChg chg="del">
          <ac:chgData name="Anju Dhiman" userId="f40a4a77-6bd7-4dbc-98f0-ec74719fbf24" providerId="ADAL" clId="{6021AB6E-E3D4-49DA-8949-CAAFD1F045A6}" dt="2026-08-04T13:53:14.471" v="8361" actId="21"/>
          <ac:spMkLst>
            <pc:docMk/>
            <pc:sldMk cId="960419177" sldId="2147481202"/>
            <ac:spMk id="5" creationId="{A17CEA4D-1592-119C-F05C-853FF7435192}"/>
          </ac:spMkLst>
        </pc:spChg>
      </pc:sldChg>
      <pc:sldChg chg="modSp add mod">
        <pc:chgData name="Anju Dhiman" userId="f40a4a77-6bd7-4dbc-98f0-ec74719fbf24" providerId="ADAL" clId="{6021AB6E-E3D4-49DA-8949-CAAFD1F045A6}" dt="2026-08-04T12:14:02.625" v="7636" actId="108"/>
        <pc:sldMkLst>
          <pc:docMk/>
          <pc:sldMk cId="3060807711" sldId="2147481203"/>
        </pc:sldMkLst>
        <pc:spChg chg="mod">
          <ac:chgData name="Anju Dhiman" userId="f40a4a77-6bd7-4dbc-98f0-ec74719fbf24" providerId="ADAL" clId="{6021AB6E-E3D4-49DA-8949-CAAFD1F045A6}" dt="2026-08-04T12:14:02.625" v="7636" actId="108"/>
          <ac:spMkLst>
            <pc:docMk/>
            <pc:sldMk cId="3060807711" sldId="2147481203"/>
            <ac:spMk id="2" creationId="{2A8D958E-34E0-98BE-26E6-03854311294A}"/>
          </ac:spMkLst>
        </pc:spChg>
      </pc:sldChg>
      <pc:sldChg chg="add">
        <pc:chgData name="Anju Dhiman" userId="f40a4a77-6bd7-4dbc-98f0-ec74719fbf24" providerId="ADAL" clId="{6021AB6E-E3D4-49DA-8949-CAAFD1F045A6}" dt="2026-08-04T13:12:24.398" v="8189"/>
        <pc:sldMkLst>
          <pc:docMk/>
          <pc:sldMk cId="1139164953" sldId="2147481204"/>
        </pc:sldMkLst>
      </pc:sldChg>
      <pc:sldMasterChg chg="addSp modSp mod modSldLayout">
        <pc:chgData name="Anju Dhiman" userId="f40a4a77-6bd7-4dbc-98f0-ec74719fbf24" providerId="ADAL" clId="{6021AB6E-E3D4-49DA-8949-CAAFD1F045A6}" dt="2026-08-04T08:38:58.828" v="6213" actId="1076"/>
        <pc:sldMasterMkLst>
          <pc:docMk/>
          <pc:sldMasterMk cId="3344716375" sldId="2147483786"/>
        </pc:sldMasterMkLst>
        <pc:spChg chg="add mod">
          <ac:chgData name="Anju Dhiman" userId="f40a4a77-6bd7-4dbc-98f0-ec74719fbf24" providerId="ADAL" clId="{6021AB6E-E3D4-49DA-8949-CAAFD1F045A6}" dt="2026-08-04T07:17:49.286" v="4793" actId="1076"/>
          <ac:spMkLst>
            <pc:docMk/>
            <pc:sldMasterMk cId="3344716375" sldId="2147483786"/>
            <ac:spMk id="4" creationId="{85197C6B-F8FE-1C62-806C-3126472580F8}"/>
          </ac:spMkLst>
        </pc:spChg>
        <pc:sldLayoutChg chg="addSp delSp modSp mod">
          <pc:chgData name="Anju Dhiman" userId="f40a4a77-6bd7-4dbc-98f0-ec74719fbf24" providerId="ADAL" clId="{6021AB6E-E3D4-49DA-8949-CAAFD1F045A6}" dt="2026-08-04T08:33:37.973" v="6112" actId="767"/>
          <pc:sldLayoutMkLst>
            <pc:docMk/>
            <pc:sldMasterMk cId="3344716375" sldId="2147483786"/>
            <pc:sldLayoutMk cId="3422616961" sldId="2147483949"/>
          </pc:sldLayoutMkLst>
          <pc:spChg chg="add del mod">
            <ac:chgData name="Anju Dhiman" userId="f40a4a77-6bd7-4dbc-98f0-ec74719fbf24" providerId="ADAL" clId="{6021AB6E-E3D4-49DA-8949-CAAFD1F045A6}" dt="2026-08-04T08:33:34.996" v="6111" actId="21"/>
            <ac:spMkLst>
              <pc:docMk/>
              <pc:sldMasterMk cId="3344716375" sldId="2147483786"/>
              <pc:sldLayoutMk cId="3422616961" sldId="2147483949"/>
              <ac:spMk id="3" creationId="{D6B6F0B7-FF8F-8328-25BB-DB4C6E3CE070}"/>
            </ac:spMkLst>
          </pc:spChg>
          <pc:spChg chg="add mod">
            <ac:chgData name="Anju Dhiman" userId="f40a4a77-6bd7-4dbc-98f0-ec74719fbf24" providerId="ADAL" clId="{6021AB6E-E3D4-49DA-8949-CAAFD1F045A6}" dt="2026-08-04T08:33:37.973" v="6112" actId="767"/>
            <ac:spMkLst>
              <pc:docMk/>
              <pc:sldMasterMk cId="3344716375" sldId="2147483786"/>
              <pc:sldLayoutMk cId="3422616961" sldId="2147483949"/>
              <ac:spMk id="4" creationId="{0813A789-9EE4-1DC7-97CC-6DFF6143C7D8}"/>
            </ac:spMkLst>
          </pc:spChg>
        </pc:sldLayoutChg>
        <pc:sldLayoutChg chg="addSp delSp modSp mod">
          <pc:chgData name="Anju Dhiman" userId="f40a4a77-6bd7-4dbc-98f0-ec74719fbf24" providerId="ADAL" clId="{6021AB6E-E3D4-49DA-8949-CAAFD1F045A6}" dt="2026-08-04T08:38:58.828" v="6213" actId="1076"/>
          <pc:sldLayoutMkLst>
            <pc:docMk/>
            <pc:sldMasterMk cId="3344716375" sldId="2147483786"/>
            <pc:sldLayoutMk cId="2366648040" sldId="2147483954"/>
          </pc:sldLayoutMkLst>
          <pc:spChg chg="add del mod">
            <ac:chgData name="Anju Dhiman" userId="f40a4a77-6bd7-4dbc-98f0-ec74719fbf24" providerId="ADAL" clId="{6021AB6E-E3D4-49DA-8949-CAAFD1F045A6}" dt="2026-08-04T08:34:55.579" v="6126" actId="478"/>
            <ac:spMkLst>
              <pc:docMk/>
              <pc:sldMasterMk cId="3344716375" sldId="2147483786"/>
              <pc:sldLayoutMk cId="2366648040" sldId="2147483954"/>
              <ac:spMk id="2" creationId="{4A31FD9B-0426-6176-5F8D-CE20E6D41C63}"/>
            </ac:spMkLst>
          </pc:spChg>
          <pc:spChg chg="add mod">
            <ac:chgData name="Anju Dhiman" userId="f40a4a77-6bd7-4dbc-98f0-ec74719fbf24" providerId="ADAL" clId="{6021AB6E-E3D4-49DA-8949-CAAFD1F045A6}" dt="2026-08-04T08:34:25.323" v="6117" actId="1076"/>
            <ac:spMkLst>
              <pc:docMk/>
              <pc:sldMasterMk cId="3344716375" sldId="2147483786"/>
              <pc:sldLayoutMk cId="2366648040" sldId="2147483954"/>
              <ac:spMk id="3" creationId="{CBC14310-41CD-669A-F75C-BE47C3673A81}"/>
            </ac:spMkLst>
          </pc:spChg>
          <pc:spChg chg="add del mod">
            <ac:chgData name="Anju Dhiman" userId="f40a4a77-6bd7-4dbc-98f0-ec74719fbf24" providerId="ADAL" clId="{6021AB6E-E3D4-49DA-8949-CAAFD1F045A6}" dt="2026-08-04T08:34:31.893" v="6120" actId="21"/>
            <ac:spMkLst>
              <pc:docMk/>
              <pc:sldMasterMk cId="3344716375" sldId="2147483786"/>
              <pc:sldLayoutMk cId="2366648040" sldId="2147483954"/>
              <ac:spMk id="5" creationId="{12A7A59D-9604-FB62-AF20-EA164F5D7F50}"/>
            </ac:spMkLst>
          </pc:spChg>
          <pc:spChg chg="add del mod">
            <ac:chgData name="Anju Dhiman" userId="f40a4a77-6bd7-4dbc-98f0-ec74719fbf24" providerId="ADAL" clId="{6021AB6E-E3D4-49DA-8949-CAAFD1F045A6}" dt="2026-08-04T08:34:36.797" v="6122" actId="21"/>
            <ac:spMkLst>
              <pc:docMk/>
              <pc:sldMasterMk cId="3344716375" sldId="2147483786"/>
              <pc:sldLayoutMk cId="2366648040" sldId="2147483954"/>
              <ac:spMk id="6" creationId="{D61D3DFE-4A31-2C94-4982-4AEB22BF7B0E}"/>
            </ac:spMkLst>
          </pc:spChg>
          <pc:spChg chg="add mod">
            <ac:chgData name="Anju Dhiman" userId="f40a4a77-6bd7-4dbc-98f0-ec74719fbf24" providerId="ADAL" clId="{6021AB6E-E3D4-49DA-8949-CAAFD1F045A6}" dt="2026-08-04T08:34:45.719" v="6124" actId="5793"/>
            <ac:spMkLst>
              <pc:docMk/>
              <pc:sldMasterMk cId="3344716375" sldId="2147483786"/>
              <pc:sldLayoutMk cId="2366648040" sldId="2147483954"/>
              <ac:spMk id="8" creationId="{E52A8727-1248-1D69-620C-F7A346B370D5}"/>
            </ac:spMkLst>
          </pc:spChg>
          <pc:spChg chg="add mod">
            <ac:chgData name="Anju Dhiman" userId="f40a4a77-6bd7-4dbc-98f0-ec74719fbf24" providerId="ADAL" clId="{6021AB6E-E3D4-49DA-8949-CAAFD1F045A6}" dt="2026-08-04T08:38:09.649" v="6176" actId="207"/>
            <ac:spMkLst>
              <pc:docMk/>
              <pc:sldMasterMk cId="3344716375" sldId="2147483786"/>
              <pc:sldLayoutMk cId="2366648040" sldId="2147483954"/>
              <ac:spMk id="9" creationId="{C07B9AD4-C6E5-86F9-6577-A64D2ED26FCC}"/>
            </ac:spMkLst>
          </pc:spChg>
          <pc:spChg chg="add mod">
            <ac:chgData name="Anju Dhiman" userId="f40a4a77-6bd7-4dbc-98f0-ec74719fbf24" providerId="ADAL" clId="{6021AB6E-E3D4-49DA-8949-CAAFD1F045A6}" dt="2026-08-04T08:38:58.828" v="6213" actId="1076"/>
            <ac:spMkLst>
              <pc:docMk/>
              <pc:sldMasterMk cId="3344716375" sldId="2147483786"/>
              <pc:sldLayoutMk cId="2366648040" sldId="2147483954"/>
              <ac:spMk id="10" creationId="{664C30BE-4701-5AC0-8055-5506E7C53281}"/>
            </ac:spMkLst>
          </pc:spChg>
        </pc:sldLayoutChg>
        <pc:sldLayoutChg chg="addSp delSp modSp mod">
          <pc:chgData name="Anju Dhiman" userId="f40a4a77-6bd7-4dbc-98f0-ec74719fbf24" providerId="ADAL" clId="{6021AB6E-E3D4-49DA-8949-CAAFD1F045A6}" dt="2026-08-04T08:37:28.101" v="6174" actId="1076"/>
          <pc:sldLayoutMkLst>
            <pc:docMk/>
            <pc:sldMasterMk cId="3344716375" sldId="2147483786"/>
            <pc:sldLayoutMk cId="190429537" sldId="2147483955"/>
          </pc:sldLayoutMkLst>
          <pc:spChg chg="add del">
            <ac:chgData name="Anju Dhiman" userId="f40a4a77-6bd7-4dbc-98f0-ec74719fbf24" providerId="ADAL" clId="{6021AB6E-E3D4-49DA-8949-CAAFD1F045A6}" dt="2026-08-04T08:36:05.160" v="6130" actId="21"/>
            <ac:spMkLst>
              <pc:docMk/>
              <pc:sldMasterMk cId="3344716375" sldId="2147483786"/>
              <pc:sldLayoutMk cId="190429537" sldId="2147483955"/>
              <ac:spMk id="4" creationId="{28DCA100-B99B-CA4B-62A0-3980BAF13B77}"/>
            </ac:spMkLst>
          </pc:spChg>
          <pc:spChg chg="add mod ord">
            <ac:chgData name="Anju Dhiman" userId="f40a4a77-6bd7-4dbc-98f0-ec74719fbf24" providerId="ADAL" clId="{6021AB6E-E3D4-49DA-8949-CAAFD1F045A6}" dt="2026-08-04T08:36:42.483" v="6166" actId="6549"/>
            <ac:spMkLst>
              <pc:docMk/>
              <pc:sldMasterMk cId="3344716375" sldId="2147483786"/>
              <pc:sldLayoutMk cId="190429537" sldId="2147483955"/>
              <ac:spMk id="5" creationId="{1BF44FB7-B53B-1046-285A-E78CC40467A3}"/>
            </ac:spMkLst>
          </pc:spChg>
          <pc:spChg chg="add mod ord">
            <ac:chgData name="Anju Dhiman" userId="f40a4a77-6bd7-4dbc-98f0-ec74719fbf24" providerId="ADAL" clId="{6021AB6E-E3D4-49DA-8949-CAAFD1F045A6}" dt="2026-08-04T08:37:28.101" v="6174" actId="1076"/>
            <ac:spMkLst>
              <pc:docMk/>
              <pc:sldMasterMk cId="3344716375" sldId="2147483786"/>
              <pc:sldLayoutMk cId="190429537" sldId="2147483955"/>
              <ac:spMk id="7" creationId="{693FE42F-E50E-C1D9-A192-E3CC1ABCBB06}"/>
            </ac:spMkLst>
          </pc:spChg>
          <pc:spChg chg="add mod ord">
            <ac:chgData name="Anju Dhiman" userId="f40a4a77-6bd7-4dbc-98f0-ec74719fbf24" providerId="ADAL" clId="{6021AB6E-E3D4-49DA-8949-CAAFD1F045A6}" dt="2026-08-04T08:37:20.653" v="6172" actId="167"/>
            <ac:spMkLst>
              <pc:docMk/>
              <pc:sldMasterMk cId="3344716375" sldId="2147483786"/>
              <pc:sldLayoutMk cId="190429537" sldId="2147483955"/>
              <ac:spMk id="8" creationId="{7361C4B7-E613-B221-52B0-08848FB0068F}"/>
            </ac:spMkLst>
          </pc:spChg>
        </pc:sldLayoutChg>
      </pc:sldMasterChg>
      <pc:sldMasterChg chg="delSp modSp mod modSldLayout">
        <pc:chgData name="Anju Dhiman" userId="f40a4a77-6bd7-4dbc-98f0-ec74719fbf24" providerId="ADAL" clId="{6021AB6E-E3D4-49DA-8949-CAAFD1F045A6}" dt="2026-08-04T08:20:41.172" v="5840" actId="20577"/>
        <pc:sldMasterMkLst>
          <pc:docMk/>
          <pc:sldMasterMk cId="2299636780" sldId="2147483956"/>
        </pc:sldMasterMkLst>
        <pc:spChg chg="del mod">
          <ac:chgData name="Anju Dhiman" userId="f40a4a77-6bd7-4dbc-98f0-ec74719fbf24" providerId="ADAL" clId="{6021AB6E-E3D4-49DA-8949-CAAFD1F045A6}" dt="2026-08-04T07:13:48.304" v="4734"/>
          <ac:spMkLst>
            <pc:docMk/>
            <pc:sldMasterMk cId="2299636780" sldId="2147483956"/>
            <ac:spMk id="3" creationId="{A8A9F483-6807-5B6A-CB36-0B6224D6F2F0}"/>
          </ac:spMkLst>
        </pc:spChg>
        <pc:sldLayoutChg chg="addSp modSp mod">
          <pc:chgData name="Anju Dhiman" userId="f40a4a77-6bd7-4dbc-98f0-ec74719fbf24" providerId="ADAL" clId="{6021AB6E-E3D4-49DA-8949-CAAFD1F045A6}" dt="2026-08-04T08:20:41.172" v="5840" actId="20577"/>
          <pc:sldLayoutMkLst>
            <pc:docMk/>
            <pc:sldMasterMk cId="2299636780" sldId="2147483956"/>
            <pc:sldLayoutMk cId="878475764" sldId="2147483961"/>
          </pc:sldLayoutMkLst>
          <pc:spChg chg="add mod">
            <ac:chgData name="Anju Dhiman" userId="f40a4a77-6bd7-4dbc-98f0-ec74719fbf24" providerId="ADAL" clId="{6021AB6E-E3D4-49DA-8949-CAAFD1F045A6}" dt="2026-08-04T08:20:41.172" v="5840" actId="20577"/>
            <ac:spMkLst>
              <pc:docMk/>
              <pc:sldMasterMk cId="2299636780" sldId="2147483956"/>
              <pc:sldLayoutMk cId="878475764" sldId="2147483961"/>
              <ac:spMk id="2" creationId="{5779AAAE-0B48-2999-0084-078EEE39B5C9}"/>
            </ac:spMkLst>
          </pc:spChg>
        </pc:sldLayoutChg>
        <pc:sldLayoutChg chg="addSp modSp mod">
          <pc:chgData name="Anju Dhiman" userId="f40a4a77-6bd7-4dbc-98f0-ec74719fbf24" providerId="ADAL" clId="{6021AB6E-E3D4-49DA-8949-CAAFD1F045A6}" dt="2026-08-04T08:12:01.194" v="5283" actId="20577"/>
          <pc:sldLayoutMkLst>
            <pc:docMk/>
            <pc:sldMasterMk cId="2299636780" sldId="2147483956"/>
            <pc:sldLayoutMk cId="996061877" sldId="2147483962"/>
          </pc:sldLayoutMkLst>
          <pc:spChg chg="add mod">
            <ac:chgData name="Anju Dhiman" userId="f40a4a77-6bd7-4dbc-98f0-ec74719fbf24" providerId="ADAL" clId="{6021AB6E-E3D4-49DA-8949-CAAFD1F045A6}" dt="2026-08-04T08:12:01.194" v="5283" actId="20577"/>
            <ac:spMkLst>
              <pc:docMk/>
              <pc:sldMasterMk cId="2299636780" sldId="2147483956"/>
              <pc:sldLayoutMk cId="996061877" sldId="2147483962"/>
              <ac:spMk id="6" creationId="{12ADDC62-1370-A7F0-C8F9-58201BE74F10}"/>
            </ac:spMkLst>
          </pc:spChg>
        </pc:sldLayoutChg>
        <pc:sldLayoutChg chg="addSp modSp">
          <pc:chgData name="Anju Dhiman" userId="f40a4a77-6bd7-4dbc-98f0-ec74719fbf24" providerId="ADAL" clId="{6021AB6E-E3D4-49DA-8949-CAAFD1F045A6}" dt="2026-08-04T07:12:38.359" v="4708" actId="767"/>
          <pc:sldLayoutMkLst>
            <pc:docMk/>
            <pc:sldMasterMk cId="2299636780" sldId="2147483956"/>
            <pc:sldLayoutMk cId="1417714906" sldId="2147483972"/>
          </pc:sldLayoutMkLst>
          <pc:spChg chg="add mod">
            <ac:chgData name="Anju Dhiman" userId="f40a4a77-6bd7-4dbc-98f0-ec74719fbf24" providerId="ADAL" clId="{6021AB6E-E3D4-49DA-8949-CAAFD1F045A6}" dt="2026-08-04T07:12:38.359" v="4708" actId="767"/>
            <ac:spMkLst>
              <pc:docMk/>
              <pc:sldMasterMk cId="2299636780" sldId="2147483956"/>
              <pc:sldLayoutMk cId="1417714906" sldId="2147483972"/>
              <ac:spMk id="4" creationId="{81D749BF-628F-35D2-C969-697D53331DD2}"/>
            </ac:spMkLst>
          </pc:spChg>
        </pc:sldLayoutChg>
        <pc:sldLayoutChg chg="addSp modSp mod">
          <pc:chgData name="Anju Dhiman" userId="f40a4a77-6bd7-4dbc-98f0-ec74719fbf24" providerId="ADAL" clId="{6021AB6E-E3D4-49DA-8949-CAAFD1F045A6}" dt="2026-08-04T08:12:21.866" v="5300" actId="20577"/>
          <pc:sldLayoutMkLst>
            <pc:docMk/>
            <pc:sldMasterMk cId="2299636780" sldId="2147483956"/>
            <pc:sldLayoutMk cId="4053650473" sldId="2147483974"/>
          </pc:sldLayoutMkLst>
          <pc:spChg chg="add mod">
            <ac:chgData name="Anju Dhiman" userId="f40a4a77-6bd7-4dbc-98f0-ec74719fbf24" providerId="ADAL" clId="{6021AB6E-E3D4-49DA-8949-CAAFD1F045A6}" dt="2026-08-04T08:12:21.866" v="5300" actId="20577"/>
            <ac:spMkLst>
              <pc:docMk/>
              <pc:sldMasterMk cId="2299636780" sldId="2147483956"/>
              <pc:sldLayoutMk cId="4053650473" sldId="2147483974"/>
              <ac:spMk id="3" creationId="{CF12BA3A-ACD6-C4E2-EDBD-708516AC3D03}"/>
            </ac:spMkLst>
          </pc:spChg>
        </pc:sldLayoutChg>
        <pc:sldLayoutChg chg="addSp modSp mod">
          <pc:chgData name="Anju Dhiman" userId="f40a4a77-6bd7-4dbc-98f0-ec74719fbf24" providerId="ADAL" clId="{6021AB6E-E3D4-49DA-8949-CAAFD1F045A6}" dt="2026-08-04T08:12:46.902" v="5317" actId="20577"/>
          <pc:sldLayoutMkLst>
            <pc:docMk/>
            <pc:sldMasterMk cId="2299636780" sldId="2147483956"/>
            <pc:sldLayoutMk cId="3000580454" sldId="2147484001"/>
          </pc:sldLayoutMkLst>
          <pc:spChg chg="add mod">
            <ac:chgData name="Anju Dhiman" userId="f40a4a77-6bd7-4dbc-98f0-ec74719fbf24" providerId="ADAL" clId="{6021AB6E-E3D4-49DA-8949-CAAFD1F045A6}" dt="2026-08-04T08:12:46.902" v="5317" actId="20577"/>
            <ac:spMkLst>
              <pc:docMk/>
              <pc:sldMasterMk cId="2299636780" sldId="2147483956"/>
              <pc:sldLayoutMk cId="3000580454" sldId="2147484001"/>
              <ac:spMk id="5" creationId="{33FBBF8F-56E7-97D7-6005-45E0E04608EC}"/>
            </ac:spMkLst>
          </pc:spChg>
        </pc:sldLayoutChg>
      </pc:sldMasterChg>
    </pc:docChg>
  </pc:docChgLst>
  <pc:docChgLst>
    <pc:chgData name="Samreen Jahan" userId="56bd0a8e-232d-4a50-8522-552bc3ef89a6" providerId="ADAL" clId="{B5885DFB-F24E-4F00-9344-25058BF5E28E}"/>
    <pc:docChg chg="undo redo custSel modSld">
      <pc:chgData name="Samreen Jahan" userId="56bd0a8e-232d-4a50-8522-552bc3ef89a6" providerId="ADAL" clId="{B5885DFB-F24E-4F00-9344-25058BF5E28E}" dt="2026-08-04T13:58:42.982" v="4076" actId="20577"/>
      <pc:docMkLst>
        <pc:docMk/>
      </pc:docMkLst>
      <pc:sldChg chg="modSp mod">
        <pc:chgData name="Samreen Jahan" userId="56bd0a8e-232d-4a50-8522-552bc3ef89a6" providerId="ADAL" clId="{B5885DFB-F24E-4F00-9344-25058BF5E28E}" dt="2026-08-04T05:31:09.208" v="183" actId="207"/>
        <pc:sldMkLst>
          <pc:docMk/>
          <pc:sldMk cId="629631953" sldId="2147475137"/>
        </pc:sldMkLst>
        <pc:spChg chg="mod">
          <ac:chgData name="Samreen Jahan" userId="56bd0a8e-232d-4a50-8522-552bc3ef89a6" providerId="ADAL" clId="{B5885DFB-F24E-4F00-9344-25058BF5E28E}" dt="2026-08-04T05:14:08.352" v="45" actId="1076"/>
          <ac:spMkLst>
            <pc:docMk/>
            <pc:sldMk cId="629631953" sldId="2147475137"/>
            <ac:spMk id="2" creationId="{DA28DE28-E071-AB63-6B1D-BF094FE01F1F}"/>
          </ac:spMkLst>
        </pc:spChg>
        <pc:spChg chg="mod">
          <ac:chgData name="Samreen Jahan" userId="56bd0a8e-232d-4a50-8522-552bc3ef89a6" providerId="ADAL" clId="{B5885DFB-F24E-4F00-9344-25058BF5E28E}" dt="2026-08-04T05:29:02.431" v="180" actId="1076"/>
          <ac:spMkLst>
            <pc:docMk/>
            <pc:sldMk cId="629631953" sldId="2147475137"/>
            <ac:spMk id="10" creationId="{8AC0C755-0AB6-E9FB-32A4-CBA358CE9B55}"/>
          </ac:spMkLst>
        </pc:spChg>
        <pc:spChg chg="mod">
          <ac:chgData name="Samreen Jahan" userId="56bd0a8e-232d-4a50-8522-552bc3ef89a6" providerId="ADAL" clId="{B5885DFB-F24E-4F00-9344-25058BF5E28E}" dt="2026-08-04T05:31:09.208" v="183" actId="207"/>
          <ac:spMkLst>
            <pc:docMk/>
            <pc:sldMk cId="629631953" sldId="2147475137"/>
            <ac:spMk id="11" creationId="{3FAF023A-F056-4A2E-0B1F-ACF49C18C391}"/>
          </ac:spMkLst>
        </pc:spChg>
      </pc:sldChg>
      <pc:sldChg chg="modSp mod">
        <pc:chgData name="Samreen Jahan" userId="56bd0a8e-232d-4a50-8522-552bc3ef89a6" providerId="ADAL" clId="{B5885DFB-F24E-4F00-9344-25058BF5E28E}" dt="2026-08-04T10:52:16.278" v="2136" actId="14100"/>
        <pc:sldMkLst>
          <pc:docMk/>
          <pc:sldMk cId="1509269459" sldId="2147475138"/>
        </pc:sldMkLst>
        <pc:spChg chg="mod">
          <ac:chgData name="Samreen Jahan" userId="56bd0a8e-232d-4a50-8522-552bc3ef89a6" providerId="ADAL" clId="{B5885DFB-F24E-4F00-9344-25058BF5E28E}" dt="2026-08-04T05:22:32.196" v="130" actId="1076"/>
          <ac:spMkLst>
            <pc:docMk/>
            <pc:sldMk cId="1509269459" sldId="2147475138"/>
            <ac:spMk id="8" creationId="{96386C9B-5CAD-FE3B-7A9D-C773CFBB37C0}"/>
          </ac:spMkLst>
        </pc:spChg>
        <pc:graphicFrameChg chg="mod modGraphic">
          <ac:chgData name="Samreen Jahan" userId="56bd0a8e-232d-4a50-8522-552bc3ef89a6" providerId="ADAL" clId="{B5885DFB-F24E-4F00-9344-25058BF5E28E}" dt="2026-08-04T10:52:16.278" v="2136" actId="14100"/>
          <ac:graphicFrameMkLst>
            <pc:docMk/>
            <pc:sldMk cId="1509269459" sldId="2147475138"/>
            <ac:graphicFrameMk id="7" creationId="{1E6A86D1-770E-AFC8-0386-496AD60FE7A1}"/>
          </ac:graphicFrameMkLst>
        </pc:graphicFrameChg>
      </pc:sldChg>
      <pc:sldChg chg="addSp modSp mod">
        <pc:chgData name="Samreen Jahan" userId="56bd0a8e-232d-4a50-8522-552bc3ef89a6" providerId="ADAL" clId="{B5885DFB-F24E-4F00-9344-25058BF5E28E}" dt="2026-08-04T12:49:34.651" v="4013" actId="20577"/>
        <pc:sldMkLst>
          <pc:docMk/>
          <pc:sldMk cId="110082143" sldId="2147479782"/>
        </pc:sldMkLst>
        <pc:spChg chg="mod">
          <ac:chgData name="Samreen Jahan" userId="56bd0a8e-232d-4a50-8522-552bc3ef89a6" providerId="ADAL" clId="{B5885DFB-F24E-4F00-9344-25058BF5E28E}" dt="2026-08-04T07:19:07.754" v="1582" actId="1035"/>
          <ac:spMkLst>
            <pc:docMk/>
            <pc:sldMk cId="110082143" sldId="2147479782"/>
            <ac:spMk id="3" creationId="{4133A0F7-2D53-3006-F98F-252075B13BB6}"/>
          </ac:spMkLst>
        </pc:spChg>
        <pc:spChg chg="mod">
          <ac:chgData name="Samreen Jahan" userId="56bd0a8e-232d-4a50-8522-552bc3ef89a6" providerId="ADAL" clId="{B5885DFB-F24E-4F00-9344-25058BF5E28E}" dt="2026-08-04T07:19:28.686" v="1586" actId="123"/>
          <ac:spMkLst>
            <pc:docMk/>
            <pc:sldMk cId="110082143" sldId="2147479782"/>
            <ac:spMk id="5" creationId="{8889DC7A-84D6-6257-CFF2-FAC7F7371876}"/>
          </ac:spMkLst>
        </pc:spChg>
        <pc:spChg chg="mod">
          <ac:chgData name="Samreen Jahan" userId="56bd0a8e-232d-4a50-8522-552bc3ef89a6" providerId="ADAL" clId="{B5885DFB-F24E-4F00-9344-25058BF5E28E}" dt="2026-08-04T07:19:19.368" v="1583" actId="123"/>
          <ac:spMkLst>
            <pc:docMk/>
            <pc:sldMk cId="110082143" sldId="2147479782"/>
            <ac:spMk id="7" creationId="{2AD99D83-5E3A-7628-EF1C-E7E58C3D6C19}"/>
          </ac:spMkLst>
        </pc:spChg>
        <pc:spChg chg="mod">
          <ac:chgData name="Samreen Jahan" userId="56bd0a8e-232d-4a50-8522-552bc3ef89a6" providerId="ADAL" clId="{B5885DFB-F24E-4F00-9344-25058BF5E28E}" dt="2026-08-04T12:22:24.251" v="3739" actId="20577"/>
          <ac:spMkLst>
            <pc:docMk/>
            <pc:sldMk cId="110082143" sldId="2147479782"/>
            <ac:spMk id="9" creationId="{502A7902-6D07-CA00-8BA9-C1702791EBE3}"/>
          </ac:spMkLst>
        </pc:spChg>
        <pc:spChg chg="mod">
          <ac:chgData name="Samreen Jahan" userId="56bd0a8e-232d-4a50-8522-552bc3ef89a6" providerId="ADAL" clId="{B5885DFB-F24E-4F00-9344-25058BF5E28E}" dt="2026-08-04T07:19:22.757" v="1584" actId="123"/>
          <ac:spMkLst>
            <pc:docMk/>
            <pc:sldMk cId="110082143" sldId="2147479782"/>
            <ac:spMk id="10" creationId="{BEE7986F-34F8-ABA1-ED7B-E5E95A9D4AD8}"/>
          </ac:spMkLst>
        </pc:spChg>
        <pc:spChg chg="add mod">
          <ac:chgData name="Samreen Jahan" userId="56bd0a8e-232d-4a50-8522-552bc3ef89a6" providerId="ADAL" clId="{B5885DFB-F24E-4F00-9344-25058BF5E28E}" dt="2026-08-04T07:28:45.834" v="1626" actId="1036"/>
          <ac:spMkLst>
            <pc:docMk/>
            <pc:sldMk cId="110082143" sldId="2147479782"/>
            <ac:spMk id="14" creationId="{A8532999-894C-EBA1-31FB-308EAD248E26}"/>
          </ac:spMkLst>
        </pc:spChg>
        <pc:spChg chg="mod">
          <ac:chgData name="Samreen Jahan" userId="56bd0a8e-232d-4a50-8522-552bc3ef89a6" providerId="ADAL" clId="{B5885DFB-F24E-4F00-9344-25058BF5E28E}" dt="2026-08-04T07:19:07.754" v="1582" actId="1035"/>
          <ac:spMkLst>
            <pc:docMk/>
            <pc:sldMk cId="110082143" sldId="2147479782"/>
            <ac:spMk id="15" creationId="{1F220CEC-813D-4CB9-3CD5-FB2465AA1631}"/>
          </ac:spMkLst>
        </pc:spChg>
        <pc:spChg chg="add mod">
          <ac:chgData name="Samreen Jahan" userId="56bd0a8e-232d-4a50-8522-552bc3ef89a6" providerId="ADAL" clId="{B5885DFB-F24E-4F00-9344-25058BF5E28E}" dt="2026-08-04T12:49:34.651" v="4013" actId="20577"/>
          <ac:spMkLst>
            <pc:docMk/>
            <pc:sldMk cId="110082143" sldId="2147479782"/>
            <ac:spMk id="17" creationId="{3F41C717-A868-0632-1FC3-B4023D1EB7BE}"/>
          </ac:spMkLst>
        </pc:spChg>
        <pc:spChg chg="mod">
          <ac:chgData name="Samreen Jahan" userId="56bd0a8e-232d-4a50-8522-552bc3ef89a6" providerId="ADAL" clId="{B5885DFB-F24E-4F00-9344-25058BF5E28E}" dt="2026-08-04T07:19:07.754" v="1582" actId="1035"/>
          <ac:spMkLst>
            <pc:docMk/>
            <pc:sldMk cId="110082143" sldId="2147479782"/>
            <ac:spMk id="36" creationId="{B78CB76D-D6C6-A40B-08D1-7C49989E8D2D}"/>
          </ac:spMkLst>
        </pc:spChg>
        <pc:spChg chg="mod">
          <ac:chgData name="Samreen Jahan" userId="56bd0a8e-232d-4a50-8522-552bc3ef89a6" providerId="ADAL" clId="{B5885DFB-F24E-4F00-9344-25058BF5E28E}" dt="2026-08-04T07:19:07.754" v="1582" actId="1035"/>
          <ac:spMkLst>
            <pc:docMk/>
            <pc:sldMk cId="110082143" sldId="2147479782"/>
            <ac:spMk id="37" creationId="{9682CBB7-A0DB-EB65-9D1A-746B2F6323DD}"/>
          </ac:spMkLst>
        </pc:spChg>
        <pc:spChg chg="mod">
          <ac:chgData name="Samreen Jahan" userId="56bd0a8e-232d-4a50-8522-552bc3ef89a6" providerId="ADAL" clId="{B5885DFB-F24E-4F00-9344-25058BF5E28E}" dt="2026-08-04T07:19:07.754" v="1582" actId="1035"/>
          <ac:spMkLst>
            <pc:docMk/>
            <pc:sldMk cId="110082143" sldId="2147479782"/>
            <ac:spMk id="38" creationId="{AB5FA0EF-C5C6-DBD5-EDF0-278E74B40204}"/>
          </ac:spMkLst>
        </pc:spChg>
        <pc:spChg chg="mod">
          <ac:chgData name="Samreen Jahan" userId="56bd0a8e-232d-4a50-8522-552bc3ef89a6" providerId="ADAL" clId="{B5885DFB-F24E-4F00-9344-25058BF5E28E}" dt="2026-08-04T07:19:07.754" v="1582" actId="1035"/>
          <ac:spMkLst>
            <pc:docMk/>
            <pc:sldMk cId="110082143" sldId="2147479782"/>
            <ac:spMk id="39" creationId="{EF61C8FA-F5A1-86AB-9181-9ECFE35BF920}"/>
          </ac:spMkLst>
        </pc:spChg>
      </pc:sldChg>
      <pc:sldChg chg="modSp mod">
        <pc:chgData name="Samreen Jahan" userId="56bd0a8e-232d-4a50-8522-552bc3ef89a6" providerId="ADAL" clId="{B5885DFB-F24E-4F00-9344-25058BF5E28E}" dt="2026-08-04T05:18:50.790" v="121" actId="2711"/>
        <pc:sldMkLst>
          <pc:docMk/>
          <pc:sldMk cId="1279894256" sldId="2147480975"/>
        </pc:sldMkLst>
        <pc:spChg chg="mod">
          <ac:chgData name="Samreen Jahan" userId="56bd0a8e-232d-4a50-8522-552bc3ef89a6" providerId="ADAL" clId="{B5885DFB-F24E-4F00-9344-25058BF5E28E}" dt="2026-08-04T05:18:50.790" v="121" actId="2711"/>
          <ac:spMkLst>
            <pc:docMk/>
            <pc:sldMk cId="1279894256" sldId="2147480975"/>
            <ac:spMk id="4" creationId="{CA7E1128-D0A3-6FFE-BB97-6103FAC7536B}"/>
          </ac:spMkLst>
        </pc:spChg>
      </pc:sldChg>
      <pc:sldChg chg="modSp mod">
        <pc:chgData name="Samreen Jahan" userId="56bd0a8e-232d-4a50-8522-552bc3ef89a6" providerId="ADAL" clId="{B5885DFB-F24E-4F00-9344-25058BF5E28E}" dt="2026-08-04T05:44:51.807" v="209" actId="14100"/>
        <pc:sldMkLst>
          <pc:docMk/>
          <pc:sldMk cId="541425185" sldId="2147480978"/>
        </pc:sldMkLst>
        <pc:spChg chg="mod">
          <ac:chgData name="Samreen Jahan" userId="56bd0a8e-232d-4a50-8522-552bc3ef89a6" providerId="ADAL" clId="{B5885DFB-F24E-4F00-9344-25058BF5E28E}" dt="2026-08-04T05:31:52.733" v="184" actId="2711"/>
          <ac:spMkLst>
            <pc:docMk/>
            <pc:sldMk cId="541425185" sldId="2147480978"/>
            <ac:spMk id="3" creationId="{6CB21FA0-E448-7BE5-97FC-21F2F3CD00CE}"/>
          </ac:spMkLst>
        </pc:spChg>
        <pc:spChg chg="mod">
          <ac:chgData name="Samreen Jahan" userId="56bd0a8e-232d-4a50-8522-552bc3ef89a6" providerId="ADAL" clId="{B5885DFB-F24E-4F00-9344-25058BF5E28E}" dt="2026-08-04T05:44:51.807" v="209" actId="14100"/>
          <ac:spMkLst>
            <pc:docMk/>
            <pc:sldMk cId="541425185" sldId="2147480978"/>
            <ac:spMk id="8" creationId="{B48FCE01-DCE7-BB59-E5A2-F9550DE7093C}"/>
          </ac:spMkLst>
        </pc:spChg>
        <pc:spChg chg="mod">
          <ac:chgData name="Samreen Jahan" userId="56bd0a8e-232d-4a50-8522-552bc3ef89a6" providerId="ADAL" clId="{B5885DFB-F24E-4F00-9344-25058BF5E28E}" dt="2026-08-04T05:44:15.229" v="204" actId="123"/>
          <ac:spMkLst>
            <pc:docMk/>
            <pc:sldMk cId="541425185" sldId="2147480978"/>
            <ac:spMk id="9" creationId="{3049732C-884C-3CF0-9EEC-DEE0FBD13994}"/>
          </ac:spMkLst>
        </pc:spChg>
      </pc:sldChg>
      <pc:sldChg chg="modSp">
        <pc:chgData name="Samreen Jahan" userId="56bd0a8e-232d-4a50-8522-552bc3ef89a6" providerId="ADAL" clId="{B5885DFB-F24E-4F00-9344-25058BF5E28E}" dt="2026-08-04T06:12:57.531" v="524" actId="1076"/>
        <pc:sldMkLst>
          <pc:docMk/>
          <pc:sldMk cId="1955710361" sldId="2147481033"/>
        </pc:sldMkLst>
        <pc:spChg chg="mod">
          <ac:chgData name="Samreen Jahan" userId="56bd0a8e-232d-4a50-8522-552bc3ef89a6" providerId="ADAL" clId="{B5885DFB-F24E-4F00-9344-25058BF5E28E}" dt="2026-08-04T06:12:57.531" v="524" actId="1076"/>
          <ac:spMkLst>
            <pc:docMk/>
            <pc:sldMk cId="1955710361" sldId="2147481033"/>
            <ac:spMk id="2" creationId="{2F2129F7-1CB9-DBD0-7D76-49BCC4CE3B48}"/>
          </ac:spMkLst>
        </pc:spChg>
      </pc:sldChg>
      <pc:sldChg chg="modSp mod">
        <pc:chgData name="Samreen Jahan" userId="56bd0a8e-232d-4a50-8522-552bc3ef89a6" providerId="ADAL" clId="{B5885DFB-F24E-4F00-9344-25058BF5E28E}" dt="2026-08-04T05:21:14.554" v="127" actId="1076"/>
        <pc:sldMkLst>
          <pc:docMk/>
          <pc:sldMk cId="1879107522" sldId="2147481066"/>
        </pc:sldMkLst>
        <pc:spChg chg="mod">
          <ac:chgData name="Samreen Jahan" userId="56bd0a8e-232d-4a50-8522-552bc3ef89a6" providerId="ADAL" clId="{B5885DFB-F24E-4F00-9344-25058BF5E28E}" dt="2026-08-04T05:21:14.554" v="127" actId="1076"/>
          <ac:spMkLst>
            <pc:docMk/>
            <pc:sldMk cId="1879107522" sldId="2147481066"/>
            <ac:spMk id="2" creationId="{6E887F61-A3EA-03B9-17F1-18AF6354A1AC}"/>
          </ac:spMkLst>
        </pc:spChg>
      </pc:sldChg>
      <pc:sldChg chg="modSp mod">
        <pc:chgData name="Samreen Jahan" userId="56bd0a8e-232d-4a50-8522-552bc3ef89a6" providerId="ADAL" clId="{B5885DFB-F24E-4F00-9344-25058BF5E28E}" dt="2026-08-04T05:11:38.745" v="10" actId="14100"/>
        <pc:sldMkLst>
          <pc:docMk/>
          <pc:sldMk cId="3080582204" sldId="2147481070"/>
        </pc:sldMkLst>
        <pc:spChg chg="mod">
          <ac:chgData name="Samreen Jahan" userId="56bd0a8e-232d-4a50-8522-552bc3ef89a6" providerId="ADAL" clId="{B5885DFB-F24E-4F00-9344-25058BF5E28E}" dt="2026-08-04T05:11:38.745" v="10" actId="14100"/>
          <ac:spMkLst>
            <pc:docMk/>
            <pc:sldMk cId="3080582204" sldId="2147481070"/>
            <ac:spMk id="6" creationId="{9E09B8E7-3259-C40E-738E-D431B6BC1ECD}"/>
          </ac:spMkLst>
        </pc:spChg>
      </pc:sldChg>
      <pc:sldChg chg="modSp mod">
        <pc:chgData name="Samreen Jahan" userId="56bd0a8e-232d-4a50-8522-552bc3ef89a6" providerId="ADAL" clId="{B5885DFB-F24E-4F00-9344-25058BF5E28E}" dt="2026-08-04T05:21:57.559" v="129" actId="1076"/>
        <pc:sldMkLst>
          <pc:docMk/>
          <pc:sldMk cId="3570032804" sldId="2147481095"/>
        </pc:sldMkLst>
        <pc:spChg chg="mod">
          <ac:chgData name="Samreen Jahan" userId="56bd0a8e-232d-4a50-8522-552bc3ef89a6" providerId="ADAL" clId="{B5885DFB-F24E-4F00-9344-25058BF5E28E}" dt="2026-08-04T05:21:57.559" v="129" actId="1076"/>
          <ac:spMkLst>
            <pc:docMk/>
            <pc:sldMk cId="3570032804" sldId="2147481095"/>
            <ac:spMk id="33" creationId="{711815CB-352F-9730-97D7-08966B30D77A}"/>
          </ac:spMkLst>
        </pc:spChg>
        <pc:spChg chg="mod">
          <ac:chgData name="Samreen Jahan" userId="56bd0a8e-232d-4a50-8522-552bc3ef89a6" providerId="ADAL" clId="{B5885DFB-F24E-4F00-9344-25058BF5E28E}" dt="2026-08-04T05:11:59.099" v="11" actId="2711"/>
          <ac:spMkLst>
            <pc:docMk/>
            <pc:sldMk cId="3570032804" sldId="2147481095"/>
            <ac:spMk id="54" creationId="{AA8D28E3-38C9-3CEC-1CF4-012C9C4BCC4D}"/>
          </ac:spMkLst>
        </pc:spChg>
      </pc:sldChg>
      <pc:sldChg chg="modSp mod">
        <pc:chgData name="Samreen Jahan" userId="56bd0a8e-232d-4a50-8522-552bc3ef89a6" providerId="ADAL" clId="{B5885DFB-F24E-4F00-9344-25058BF5E28E}" dt="2026-08-04T05:11:01.860" v="9" actId="1076"/>
        <pc:sldMkLst>
          <pc:docMk/>
          <pc:sldMk cId="3889771088" sldId="2147481096"/>
        </pc:sldMkLst>
        <pc:spChg chg="mod">
          <ac:chgData name="Samreen Jahan" userId="56bd0a8e-232d-4a50-8522-552bc3ef89a6" providerId="ADAL" clId="{B5885DFB-F24E-4F00-9344-25058BF5E28E}" dt="2026-08-04T05:09:52.882" v="2" actId="2711"/>
          <ac:spMkLst>
            <pc:docMk/>
            <pc:sldMk cId="3889771088" sldId="2147481096"/>
            <ac:spMk id="2" creationId="{CADCA79C-14F1-9741-7367-CA1F744C7103}"/>
          </ac:spMkLst>
        </pc:spChg>
        <pc:spChg chg="mod">
          <ac:chgData name="Samreen Jahan" userId="56bd0a8e-232d-4a50-8522-552bc3ef89a6" providerId="ADAL" clId="{B5885DFB-F24E-4F00-9344-25058BF5E28E}" dt="2026-08-04T05:10:36.494" v="7" actId="1076"/>
          <ac:spMkLst>
            <pc:docMk/>
            <pc:sldMk cId="3889771088" sldId="2147481096"/>
            <ac:spMk id="9" creationId="{8F0FF2B6-B014-6C0D-DA5A-0F5F77736DF8}"/>
          </ac:spMkLst>
        </pc:spChg>
        <pc:spChg chg="mod">
          <ac:chgData name="Samreen Jahan" userId="56bd0a8e-232d-4a50-8522-552bc3ef89a6" providerId="ADAL" clId="{B5885DFB-F24E-4F00-9344-25058BF5E28E}" dt="2026-08-04T05:10:23.956" v="5" actId="1076"/>
          <ac:spMkLst>
            <pc:docMk/>
            <pc:sldMk cId="3889771088" sldId="2147481096"/>
            <ac:spMk id="22" creationId="{FB7F6736-655A-9A19-758E-CBCF29A12A70}"/>
          </ac:spMkLst>
        </pc:spChg>
        <pc:spChg chg="mod">
          <ac:chgData name="Samreen Jahan" userId="56bd0a8e-232d-4a50-8522-552bc3ef89a6" providerId="ADAL" clId="{B5885DFB-F24E-4F00-9344-25058BF5E28E}" dt="2026-08-04T05:11:01.860" v="9" actId="1076"/>
          <ac:spMkLst>
            <pc:docMk/>
            <pc:sldMk cId="3889771088" sldId="2147481096"/>
            <ac:spMk id="27" creationId="{960D1A26-78DA-A48C-E8AD-82E6605AC7B3}"/>
          </ac:spMkLst>
        </pc:spChg>
      </pc:sldChg>
      <pc:sldChg chg="addSp delSp modSp mod">
        <pc:chgData name="Samreen Jahan" userId="56bd0a8e-232d-4a50-8522-552bc3ef89a6" providerId="ADAL" clId="{B5885DFB-F24E-4F00-9344-25058BF5E28E}" dt="2026-08-04T07:34:26.357" v="1643" actId="20577"/>
        <pc:sldMkLst>
          <pc:docMk/>
          <pc:sldMk cId="3443356339" sldId="2147481104"/>
        </pc:sldMkLst>
        <pc:spChg chg="mod">
          <ac:chgData name="Samreen Jahan" userId="56bd0a8e-232d-4a50-8522-552bc3ef89a6" providerId="ADAL" clId="{B5885DFB-F24E-4F00-9344-25058BF5E28E}" dt="2026-08-04T06:29:53.287" v="638" actId="1076"/>
          <ac:spMkLst>
            <pc:docMk/>
            <pc:sldMk cId="3443356339" sldId="2147481104"/>
            <ac:spMk id="2" creationId="{F0608CE0-EA3B-AF08-4C25-13472AACB49E}"/>
          </ac:spMkLst>
        </pc:spChg>
        <pc:spChg chg="mod">
          <ac:chgData name="Samreen Jahan" userId="56bd0a8e-232d-4a50-8522-552bc3ef89a6" providerId="ADAL" clId="{B5885DFB-F24E-4F00-9344-25058BF5E28E}" dt="2026-08-04T07:34:26.357" v="1643" actId="20577"/>
          <ac:spMkLst>
            <pc:docMk/>
            <pc:sldMk cId="3443356339" sldId="2147481104"/>
            <ac:spMk id="4" creationId="{C1B3832F-166C-4228-2FDE-3DB6F33E2B3B}"/>
          </ac:spMkLst>
        </pc:spChg>
        <pc:spChg chg="mod">
          <ac:chgData name="Samreen Jahan" userId="56bd0a8e-232d-4a50-8522-552bc3ef89a6" providerId="ADAL" clId="{B5885DFB-F24E-4F00-9344-25058BF5E28E}" dt="2026-08-04T06:06:11.354" v="383" actId="14100"/>
          <ac:spMkLst>
            <pc:docMk/>
            <pc:sldMk cId="3443356339" sldId="2147481104"/>
            <ac:spMk id="5" creationId="{B4692921-EA0B-6C69-44EE-38741153639B}"/>
          </ac:spMkLst>
        </pc:spChg>
        <pc:spChg chg="mod">
          <ac:chgData name="Samreen Jahan" userId="56bd0a8e-232d-4a50-8522-552bc3ef89a6" providerId="ADAL" clId="{B5885DFB-F24E-4F00-9344-25058BF5E28E}" dt="2026-08-04T06:30:30.849" v="647" actId="1037"/>
          <ac:spMkLst>
            <pc:docMk/>
            <pc:sldMk cId="3443356339" sldId="2147481104"/>
            <ac:spMk id="9" creationId="{3B991799-F22D-8E4A-86A6-58070EC95E5C}"/>
          </ac:spMkLst>
        </pc:spChg>
        <pc:graphicFrameChg chg="add del modGraphic">
          <ac:chgData name="Samreen Jahan" userId="56bd0a8e-232d-4a50-8522-552bc3ef89a6" providerId="ADAL" clId="{B5885DFB-F24E-4F00-9344-25058BF5E28E}" dt="2026-08-04T06:30:06.242" v="640" actId="478"/>
          <ac:graphicFrameMkLst>
            <pc:docMk/>
            <pc:sldMk cId="3443356339" sldId="2147481104"/>
            <ac:graphicFrameMk id="7" creationId="{62C950C4-E5A7-EA6F-9D02-94F51A5CA9AA}"/>
          </ac:graphicFrameMkLst>
        </pc:graphicFrameChg>
        <pc:picChg chg="mod">
          <ac:chgData name="Samreen Jahan" userId="56bd0a8e-232d-4a50-8522-552bc3ef89a6" providerId="ADAL" clId="{B5885DFB-F24E-4F00-9344-25058BF5E28E}" dt="2026-08-04T06:30:42.034" v="654" actId="14100"/>
          <ac:picMkLst>
            <pc:docMk/>
            <pc:sldMk cId="3443356339" sldId="2147481104"/>
            <ac:picMk id="3" creationId="{B8B1CB17-9CBC-C0AD-B0DE-9DE95CF57357}"/>
          </ac:picMkLst>
        </pc:picChg>
      </pc:sldChg>
      <pc:sldChg chg="addSp modSp mod">
        <pc:chgData name="Samreen Jahan" userId="56bd0a8e-232d-4a50-8522-552bc3ef89a6" providerId="ADAL" clId="{B5885DFB-F24E-4F00-9344-25058BF5E28E}" dt="2026-08-04T05:47:45.231" v="229" actId="22"/>
        <pc:sldMkLst>
          <pc:docMk/>
          <pc:sldMk cId="840490811" sldId="2147481105"/>
        </pc:sldMkLst>
        <pc:spChg chg="mod">
          <ac:chgData name="Samreen Jahan" userId="56bd0a8e-232d-4a50-8522-552bc3ef89a6" providerId="ADAL" clId="{B5885DFB-F24E-4F00-9344-25058BF5E28E}" dt="2026-08-04T05:39:15.232" v="187" actId="1076"/>
          <ac:spMkLst>
            <pc:docMk/>
            <pc:sldMk cId="840490811" sldId="2147481105"/>
            <ac:spMk id="2" creationId="{5DC9CA99-DD46-CEBE-44A6-05470856B59B}"/>
          </ac:spMkLst>
        </pc:spChg>
        <pc:spChg chg="add">
          <ac:chgData name="Samreen Jahan" userId="56bd0a8e-232d-4a50-8522-552bc3ef89a6" providerId="ADAL" clId="{B5885DFB-F24E-4F00-9344-25058BF5E28E}" dt="2026-08-04T05:47:45.231" v="229" actId="22"/>
          <ac:spMkLst>
            <pc:docMk/>
            <pc:sldMk cId="840490811" sldId="2147481105"/>
            <ac:spMk id="5" creationId="{8555BCEC-CA1A-8F0F-BEDB-E2430A26F510}"/>
          </ac:spMkLst>
        </pc:spChg>
        <pc:spChg chg="mod">
          <ac:chgData name="Samreen Jahan" userId="56bd0a8e-232d-4a50-8522-552bc3ef89a6" providerId="ADAL" clId="{B5885DFB-F24E-4F00-9344-25058BF5E28E}" dt="2026-08-04T05:45:22.122" v="217" actId="113"/>
          <ac:spMkLst>
            <pc:docMk/>
            <pc:sldMk cId="840490811" sldId="2147481105"/>
            <ac:spMk id="9" creationId="{544A18EB-BB19-A5E6-F06D-461AF9850D6B}"/>
          </ac:spMkLst>
        </pc:spChg>
        <pc:spChg chg="mod">
          <ac:chgData name="Samreen Jahan" userId="56bd0a8e-232d-4a50-8522-552bc3ef89a6" providerId="ADAL" clId="{B5885DFB-F24E-4F00-9344-25058BF5E28E}" dt="2026-08-04T05:44:58.963" v="211" actId="123"/>
          <ac:spMkLst>
            <pc:docMk/>
            <pc:sldMk cId="840490811" sldId="2147481105"/>
            <ac:spMk id="12" creationId="{6FB79D0E-4F09-37B9-7CED-9675852F3922}"/>
          </ac:spMkLst>
        </pc:spChg>
      </pc:sldChg>
      <pc:sldChg chg="modSp mod">
        <pc:chgData name="Samreen Jahan" userId="56bd0a8e-232d-4a50-8522-552bc3ef89a6" providerId="ADAL" clId="{B5885DFB-F24E-4F00-9344-25058BF5E28E}" dt="2026-08-04T07:45:29.947" v="1717" actId="20577"/>
        <pc:sldMkLst>
          <pc:docMk/>
          <pc:sldMk cId="639745441" sldId="2147481106"/>
        </pc:sldMkLst>
        <pc:spChg chg="mod">
          <ac:chgData name="Samreen Jahan" userId="56bd0a8e-232d-4a50-8522-552bc3ef89a6" providerId="ADAL" clId="{B5885DFB-F24E-4F00-9344-25058BF5E28E}" dt="2026-08-04T05:59:54.839" v="325" actId="1035"/>
          <ac:spMkLst>
            <pc:docMk/>
            <pc:sldMk cId="639745441" sldId="2147481106"/>
            <ac:spMk id="2" creationId="{A46C8899-817A-A578-D9EC-DBCC1C368254}"/>
          </ac:spMkLst>
        </pc:spChg>
        <pc:spChg chg="mod">
          <ac:chgData name="Samreen Jahan" userId="56bd0a8e-232d-4a50-8522-552bc3ef89a6" providerId="ADAL" clId="{B5885DFB-F24E-4F00-9344-25058BF5E28E}" dt="2026-08-04T07:45:29.947" v="1717" actId="20577"/>
          <ac:spMkLst>
            <pc:docMk/>
            <pc:sldMk cId="639745441" sldId="2147481106"/>
            <ac:spMk id="4" creationId="{161ED91A-8149-7EB3-7518-3CDE2455F701}"/>
          </ac:spMkLst>
        </pc:spChg>
        <pc:spChg chg="mod">
          <ac:chgData name="Samreen Jahan" userId="56bd0a8e-232d-4a50-8522-552bc3ef89a6" providerId="ADAL" clId="{B5885DFB-F24E-4F00-9344-25058BF5E28E}" dt="2026-08-04T05:50:37.314" v="247" actId="14100"/>
          <ac:spMkLst>
            <pc:docMk/>
            <pc:sldMk cId="639745441" sldId="2147481106"/>
            <ac:spMk id="5" creationId="{26AA044D-9CA0-518D-71B7-FC88378C88B7}"/>
          </ac:spMkLst>
        </pc:spChg>
        <pc:spChg chg="mod">
          <ac:chgData name="Samreen Jahan" userId="56bd0a8e-232d-4a50-8522-552bc3ef89a6" providerId="ADAL" clId="{B5885DFB-F24E-4F00-9344-25058BF5E28E}" dt="2026-08-04T06:00:00.219" v="337" actId="1035"/>
          <ac:spMkLst>
            <pc:docMk/>
            <pc:sldMk cId="639745441" sldId="2147481106"/>
            <ac:spMk id="11" creationId="{755D1E80-AD50-F4C0-2120-CB8B984EBEAA}"/>
          </ac:spMkLst>
        </pc:spChg>
        <pc:picChg chg="mod">
          <ac:chgData name="Samreen Jahan" userId="56bd0a8e-232d-4a50-8522-552bc3ef89a6" providerId="ADAL" clId="{B5885DFB-F24E-4F00-9344-25058BF5E28E}" dt="2026-08-04T06:00:03.353" v="346" actId="1035"/>
          <ac:picMkLst>
            <pc:docMk/>
            <pc:sldMk cId="639745441" sldId="2147481106"/>
            <ac:picMk id="8" creationId="{71200185-6125-72C2-AEB3-D3015C2B53F2}"/>
          </ac:picMkLst>
        </pc:picChg>
      </pc:sldChg>
      <pc:sldChg chg="addSp modSp mod modNotesTx">
        <pc:chgData name="Samreen Jahan" userId="56bd0a8e-232d-4a50-8522-552bc3ef89a6" providerId="ADAL" clId="{B5885DFB-F24E-4F00-9344-25058BF5E28E}" dt="2026-08-04T06:26:51.803" v="620" actId="2711"/>
        <pc:sldMkLst>
          <pc:docMk/>
          <pc:sldMk cId="3116953454" sldId="2147481107"/>
        </pc:sldMkLst>
        <pc:spChg chg="add">
          <ac:chgData name="Samreen Jahan" userId="56bd0a8e-232d-4a50-8522-552bc3ef89a6" providerId="ADAL" clId="{B5885DFB-F24E-4F00-9344-25058BF5E28E}" dt="2026-08-04T06:06:01.148" v="381" actId="22"/>
          <ac:spMkLst>
            <pc:docMk/>
            <pc:sldMk cId="3116953454" sldId="2147481107"/>
            <ac:spMk id="5" creationId="{E8CB19C8-D60F-36A8-F5C9-5E69FFF34C34}"/>
          </ac:spMkLst>
        </pc:spChg>
        <pc:spChg chg="mod">
          <ac:chgData name="Samreen Jahan" userId="56bd0a8e-232d-4a50-8522-552bc3ef89a6" providerId="ADAL" clId="{B5885DFB-F24E-4F00-9344-25058BF5E28E}" dt="2026-08-04T06:12:52.334" v="517" actId="1035"/>
          <ac:spMkLst>
            <pc:docMk/>
            <pc:sldMk cId="3116953454" sldId="2147481107"/>
            <ac:spMk id="6" creationId="{0611BFFF-534F-8B78-FCF1-51759C0EEAD5}"/>
          </ac:spMkLst>
        </pc:spChg>
        <pc:spChg chg="mod">
          <ac:chgData name="Samreen Jahan" userId="56bd0a8e-232d-4a50-8522-552bc3ef89a6" providerId="ADAL" clId="{B5885DFB-F24E-4F00-9344-25058BF5E28E}" dt="2026-08-04T06:12:58.320" v="525" actId="1035"/>
          <ac:spMkLst>
            <pc:docMk/>
            <pc:sldMk cId="3116953454" sldId="2147481107"/>
            <ac:spMk id="14" creationId="{3316E441-6328-D525-6273-05C95EBDD1F6}"/>
          </ac:spMkLst>
        </pc:spChg>
        <pc:spChg chg="mod">
          <ac:chgData name="Samreen Jahan" userId="56bd0a8e-232d-4a50-8522-552bc3ef89a6" providerId="ADAL" clId="{B5885DFB-F24E-4F00-9344-25058BF5E28E}" dt="2026-08-04T06:13:10.371" v="528" actId="20577"/>
          <ac:spMkLst>
            <pc:docMk/>
            <pc:sldMk cId="3116953454" sldId="2147481107"/>
            <ac:spMk id="31" creationId="{783F583E-DB81-28C1-75FD-058FD61714E3}"/>
          </ac:spMkLst>
        </pc:spChg>
        <pc:spChg chg="mod">
          <ac:chgData name="Samreen Jahan" userId="56bd0a8e-232d-4a50-8522-552bc3ef89a6" providerId="ADAL" clId="{B5885DFB-F24E-4F00-9344-25058BF5E28E}" dt="2026-08-04T06:12:52.152" v="516" actId="1035"/>
          <ac:spMkLst>
            <pc:docMk/>
            <pc:sldMk cId="3116953454" sldId="2147481107"/>
            <ac:spMk id="33" creationId="{F89B5EDB-7D63-1ECD-BCE5-9D6B29F75E30}"/>
          </ac:spMkLst>
        </pc:spChg>
        <pc:picChg chg="mod">
          <ac:chgData name="Samreen Jahan" userId="56bd0a8e-232d-4a50-8522-552bc3ef89a6" providerId="ADAL" clId="{B5885DFB-F24E-4F00-9344-25058BF5E28E}" dt="2026-08-04T06:12:51.976" v="515" actId="1035"/>
          <ac:picMkLst>
            <pc:docMk/>
            <pc:sldMk cId="3116953454" sldId="2147481107"/>
            <ac:picMk id="4" creationId="{A1B5BA73-84F0-0BA5-6F2A-E4985E001BAD}"/>
          </ac:picMkLst>
        </pc:picChg>
      </pc:sldChg>
      <pc:sldChg chg="addSp modSp mod">
        <pc:chgData name="Samreen Jahan" userId="56bd0a8e-232d-4a50-8522-552bc3ef89a6" providerId="ADAL" clId="{B5885DFB-F24E-4F00-9344-25058BF5E28E}" dt="2026-08-04T10:58:55.084" v="2178" actId="20577"/>
        <pc:sldMkLst>
          <pc:docMk/>
          <pc:sldMk cId="2936163207" sldId="2147481108"/>
        </pc:sldMkLst>
        <pc:spChg chg="mod">
          <ac:chgData name="Samreen Jahan" userId="56bd0a8e-232d-4a50-8522-552bc3ef89a6" providerId="ADAL" clId="{B5885DFB-F24E-4F00-9344-25058BF5E28E}" dt="2026-08-04T06:42:01.911" v="827" actId="14100"/>
          <ac:spMkLst>
            <pc:docMk/>
            <pc:sldMk cId="2936163207" sldId="2147481108"/>
            <ac:spMk id="2" creationId="{0CBB9C51-3C13-0CDF-F4EB-C4C703B30EFB}"/>
          </ac:spMkLst>
        </pc:spChg>
        <pc:spChg chg="mod">
          <ac:chgData name="Samreen Jahan" userId="56bd0a8e-232d-4a50-8522-552bc3ef89a6" providerId="ADAL" clId="{B5885DFB-F24E-4F00-9344-25058BF5E28E}" dt="2026-08-04T06:43:33.324" v="858" actId="113"/>
          <ac:spMkLst>
            <pc:docMk/>
            <pc:sldMk cId="2936163207" sldId="2147481108"/>
            <ac:spMk id="4" creationId="{08AD91FD-9038-56E8-302A-92318B1FDAC4}"/>
          </ac:spMkLst>
        </pc:spChg>
        <pc:spChg chg="add mod">
          <ac:chgData name="Samreen Jahan" userId="56bd0a8e-232d-4a50-8522-552bc3ef89a6" providerId="ADAL" clId="{B5885DFB-F24E-4F00-9344-25058BF5E28E}" dt="2026-08-04T10:58:55.084" v="2178" actId="20577"/>
          <ac:spMkLst>
            <pc:docMk/>
            <pc:sldMk cId="2936163207" sldId="2147481108"/>
            <ac:spMk id="4" creationId="{F0E8B0BA-95AD-8001-E835-6E20CF5D9158}"/>
          </ac:spMkLst>
        </pc:spChg>
        <pc:spChg chg="mod">
          <ac:chgData name="Samreen Jahan" userId="56bd0a8e-232d-4a50-8522-552bc3ef89a6" providerId="ADAL" clId="{B5885DFB-F24E-4F00-9344-25058BF5E28E}" dt="2026-08-04T06:06:21.853" v="384" actId="14100"/>
          <ac:spMkLst>
            <pc:docMk/>
            <pc:sldMk cId="2936163207" sldId="2147481108"/>
            <ac:spMk id="5" creationId="{A03AB072-3373-C69B-6BC6-D10E898B5D1C}"/>
          </ac:spMkLst>
        </pc:spChg>
        <pc:spChg chg="mod">
          <ac:chgData name="Samreen Jahan" userId="56bd0a8e-232d-4a50-8522-552bc3ef89a6" providerId="ADAL" clId="{B5885DFB-F24E-4F00-9344-25058BF5E28E}" dt="2026-08-04T06:43:47.708" v="874" actId="1035"/>
          <ac:spMkLst>
            <pc:docMk/>
            <pc:sldMk cId="2936163207" sldId="2147481108"/>
            <ac:spMk id="6" creationId="{53D27837-DC88-FA27-8847-69E511E13B15}"/>
          </ac:spMkLst>
        </pc:spChg>
        <pc:spChg chg="mod">
          <ac:chgData name="Samreen Jahan" userId="56bd0a8e-232d-4a50-8522-552bc3ef89a6" providerId="ADAL" clId="{B5885DFB-F24E-4F00-9344-25058BF5E28E}" dt="2026-08-04T06:43:47.708" v="874" actId="1035"/>
          <ac:spMkLst>
            <pc:docMk/>
            <pc:sldMk cId="2936163207" sldId="2147481108"/>
            <ac:spMk id="7" creationId="{FF780E11-5A41-9E2F-E523-590A11E8F2BE}"/>
          </ac:spMkLst>
        </pc:spChg>
        <pc:spChg chg="mod">
          <ac:chgData name="Samreen Jahan" userId="56bd0a8e-232d-4a50-8522-552bc3ef89a6" providerId="ADAL" clId="{B5885DFB-F24E-4F00-9344-25058BF5E28E}" dt="2026-08-04T06:45:10.815" v="879" actId="14100"/>
          <ac:spMkLst>
            <pc:docMk/>
            <pc:sldMk cId="2936163207" sldId="2147481108"/>
            <ac:spMk id="40" creationId="{8473391B-ED73-AEF5-864A-171A379FBF30}"/>
          </ac:spMkLst>
        </pc:spChg>
        <pc:spChg chg="mod">
          <ac:chgData name="Samreen Jahan" userId="56bd0a8e-232d-4a50-8522-552bc3ef89a6" providerId="ADAL" clId="{B5885DFB-F24E-4F00-9344-25058BF5E28E}" dt="2026-08-04T06:45:27.072" v="880" actId="14100"/>
          <ac:spMkLst>
            <pc:docMk/>
            <pc:sldMk cId="2936163207" sldId="2147481108"/>
            <ac:spMk id="50" creationId="{49621182-7068-1AFA-1A14-A4557AE27EC8}"/>
          </ac:spMkLst>
        </pc:spChg>
        <pc:spChg chg="mod">
          <ac:chgData name="Samreen Jahan" userId="56bd0a8e-232d-4a50-8522-552bc3ef89a6" providerId="ADAL" clId="{B5885DFB-F24E-4F00-9344-25058BF5E28E}" dt="2026-08-04T06:47:05.013" v="904" actId="1037"/>
          <ac:spMkLst>
            <pc:docMk/>
            <pc:sldMk cId="2936163207" sldId="2147481108"/>
            <ac:spMk id="52" creationId="{25858362-13ED-D0A6-23F6-F6EB8BF4FCEC}"/>
          </ac:spMkLst>
        </pc:spChg>
        <pc:spChg chg="mod">
          <ac:chgData name="Samreen Jahan" userId="56bd0a8e-232d-4a50-8522-552bc3ef89a6" providerId="ADAL" clId="{B5885DFB-F24E-4F00-9344-25058BF5E28E}" dt="2026-08-04T06:44:20.502" v="876" actId="113"/>
          <ac:spMkLst>
            <pc:docMk/>
            <pc:sldMk cId="2936163207" sldId="2147481108"/>
            <ac:spMk id="56" creationId="{FB69F912-EF38-A95C-86CC-3113CD02DAC4}"/>
          </ac:spMkLst>
        </pc:spChg>
        <pc:spChg chg="mod">
          <ac:chgData name="Samreen Jahan" userId="56bd0a8e-232d-4a50-8522-552bc3ef89a6" providerId="ADAL" clId="{B5885DFB-F24E-4F00-9344-25058BF5E28E}" dt="2026-08-04T06:42:35.590" v="828" actId="404"/>
          <ac:spMkLst>
            <pc:docMk/>
            <pc:sldMk cId="2936163207" sldId="2147481108"/>
            <ac:spMk id="62" creationId="{7504605D-DD21-9A0B-1BCB-C7F9000178E2}"/>
          </ac:spMkLst>
        </pc:spChg>
        <pc:spChg chg="mod">
          <ac:chgData name="Samreen Jahan" userId="56bd0a8e-232d-4a50-8522-552bc3ef89a6" providerId="ADAL" clId="{B5885DFB-F24E-4F00-9344-25058BF5E28E}" dt="2026-08-04T06:46:35.853" v="893" actId="1035"/>
          <ac:spMkLst>
            <pc:docMk/>
            <pc:sldMk cId="2936163207" sldId="2147481108"/>
            <ac:spMk id="71" creationId="{6D3B9BC9-1118-9D76-F957-C643A3DAA50A}"/>
          </ac:spMkLst>
        </pc:spChg>
        <pc:spChg chg="mod">
          <ac:chgData name="Samreen Jahan" userId="56bd0a8e-232d-4a50-8522-552bc3ef89a6" providerId="ADAL" clId="{B5885DFB-F24E-4F00-9344-25058BF5E28E}" dt="2026-08-04T06:47:27.362" v="906" actId="1035"/>
          <ac:spMkLst>
            <pc:docMk/>
            <pc:sldMk cId="2936163207" sldId="2147481108"/>
            <ac:spMk id="75" creationId="{F7B6E471-61DF-3526-D89A-51141A1BECF6}"/>
          </ac:spMkLst>
        </pc:spChg>
        <pc:spChg chg="mod">
          <ac:chgData name="Samreen Jahan" userId="56bd0a8e-232d-4a50-8522-552bc3ef89a6" providerId="ADAL" clId="{B5885DFB-F24E-4F00-9344-25058BF5E28E}" dt="2026-08-04T06:44:49.628" v="878" actId="14100"/>
          <ac:spMkLst>
            <pc:docMk/>
            <pc:sldMk cId="2936163207" sldId="2147481108"/>
            <ac:spMk id="79" creationId="{6940EF5D-C8AB-F8B1-E39E-F63351C87004}"/>
          </ac:spMkLst>
        </pc:spChg>
        <pc:spChg chg="mod">
          <ac:chgData name="Samreen Jahan" userId="56bd0a8e-232d-4a50-8522-552bc3ef89a6" providerId="ADAL" clId="{B5885DFB-F24E-4F00-9344-25058BF5E28E}" dt="2026-08-04T06:46:56.195" v="902" actId="1037"/>
          <ac:spMkLst>
            <pc:docMk/>
            <pc:sldMk cId="2936163207" sldId="2147481108"/>
            <ac:spMk id="81" creationId="{A0FB692A-E2FD-9265-CB16-76C6E09AC718}"/>
          </ac:spMkLst>
        </pc:spChg>
      </pc:sldChg>
      <pc:sldChg chg="modSp mod">
        <pc:chgData name="Samreen Jahan" userId="56bd0a8e-232d-4a50-8522-552bc3ef89a6" providerId="ADAL" clId="{B5885DFB-F24E-4F00-9344-25058BF5E28E}" dt="2026-08-04T06:36:13.331" v="745" actId="14100"/>
        <pc:sldMkLst>
          <pc:docMk/>
          <pc:sldMk cId="537004941" sldId="2147481109"/>
        </pc:sldMkLst>
        <pc:spChg chg="mod">
          <ac:chgData name="Samreen Jahan" userId="56bd0a8e-232d-4a50-8522-552bc3ef89a6" providerId="ADAL" clId="{B5885DFB-F24E-4F00-9344-25058BF5E28E}" dt="2026-08-04T06:36:13.331" v="745" actId="14100"/>
          <ac:spMkLst>
            <pc:docMk/>
            <pc:sldMk cId="537004941" sldId="2147481109"/>
            <ac:spMk id="2" creationId="{BABC5E5B-FF6D-A7B6-9F30-8D5F58CF60CB}"/>
          </ac:spMkLst>
        </pc:spChg>
      </pc:sldChg>
      <pc:sldChg chg="modSp mod">
        <pc:chgData name="Samreen Jahan" userId="56bd0a8e-232d-4a50-8522-552bc3ef89a6" providerId="ADAL" clId="{B5885DFB-F24E-4F00-9344-25058BF5E28E}" dt="2026-08-04T06:41:30.593" v="826" actId="123"/>
        <pc:sldMkLst>
          <pc:docMk/>
          <pc:sldMk cId="3884273770" sldId="2147481112"/>
        </pc:sldMkLst>
        <pc:spChg chg="mod">
          <ac:chgData name="Samreen Jahan" userId="56bd0a8e-232d-4a50-8522-552bc3ef89a6" providerId="ADAL" clId="{B5885DFB-F24E-4F00-9344-25058BF5E28E}" dt="2026-08-04T06:41:30.593" v="826" actId="123"/>
          <ac:spMkLst>
            <pc:docMk/>
            <pc:sldMk cId="3884273770" sldId="2147481112"/>
            <ac:spMk id="2" creationId="{4150C7B1-D494-30E7-74D9-52146308B271}"/>
          </ac:spMkLst>
        </pc:spChg>
      </pc:sldChg>
      <pc:sldChg chg="modSp mod">
        <pc:chgData name="Samreen Jahan" userId="56bd0a8e-232d-4a50-8522-552bc3ef89a6" providerId="ADAL" clId="{B5885DFB-F24E-4F00-9344-25058BF5E28E}" dt="2026-08-04T06:47:53.038" v="907" actId="1076"/>
        <pc:sldMkLst>
          <pc:docMk/>
          <pc:sldMk cId="2495152564" sldId="2147481113"/>
        </pc:sldMkLst>
        <pc:spChg chg="mod">
          <ac:chgData name="Samreen Jahan" userId="56bd0a8e-232d-4a50-8522-552bc3ef89a6" providerId="ADAL" clId="{B5885DFB-F24E-4F00-9344-25058BF5E28E}" dt="2026-08-04T06:47:53.038" v="907" actId="1076"/>
          <ac:spMkLst>
            <pc:docMk/>
            <pc:sldMk cId="2495152564" sldId="2147481113"/>
            <ac:spMk id="2" creationId="{5BCCF969-2A85-55A2-B077-A5778D1C53D4}"/>
          </ac:spMkLst>
        </pc:spChg>
      </pc:sldChg>
      <pc:sldChg chg="addSp modSp mod">
        <pc:chgData name="Samreen Jahan" userId="56bd0a8e-232d-4a50-8522-552bc3ef89a6" providerId="ADAL" clId="{B5885DFB-F24E-4F00-9344-25058BF5E28E}" dt="2026-08-04T12:51:48.307" v="4021" actId="20577"/>
        <pc:sldMkLst>
          <pc:docMk/>
          <pc:sldMk cId="1138818699" sldId="2147481130"/>
        </pc:sldMkLst>
        <pc:spChg chg="mod">
          <ac:chgData name="Samreen Jahan" userId="56bd0a8e-232d-4a50-8522-552bc3ef89a6" providerId="ADAL" clId="{B5885DFB-F24E-4F00-9344-25058BF5E28E}" dt="2026-08-04T11:06:58.413" v="2360" actId="20577"/>
          <ac:spMkLst>
            <pc:docMk/>
            <pc:sldMk cId="1138818699" sldId="2147481130"/>
            <ac:spMk id="4" creationId="{F67E37CD-4CBF-F6F5-9A71-E1A48ACEB16A}"/>
          </ac:spMkLst>
        </pc:spChg>
        <pc:spChg chg="mod">
          <ac:chgData name="Samreen Jahan" userId="56bd0a8e-232d-4a50-8522-552bc3ef89a6" providerId="ADAL" clId="{B5885DFB-F24E-4F00-9344-25058BF5E28E}" dt="2026-08-04T06:06:51.245" v="388" actId="14100"/>
          <ac:spMkLst>
            <pc:docMk/>
            <pc:sldMk cId="1138818699" sldId="2147481130"/>
            <ac:spMk id="5" creationId="{0AFFBE73-C735-D8D4-F50C-E8F7D9D56E32}"/>
          </ac:spMkLst>
        </pc:spChg>
        <pc:spChg chg="mod">
          <ac:chgData name="Samreen Jahan" userId="56bd0a8e-232d-4a50-8522-552bc3ef89a6" providerId="ADAL" clId="{B5885DFB-F24E-4F00-9344-25058BF5E28E}" dt="2026-08-04T07:43:55.363" v="1709" actId="113"/>
          <ac:spMkLst>
            <pc:docMk/>
            <pc:sldMk cId="1138818699" sldId="2147481130"/>
            <ac:spMk id="6" creationId="{4950B737-D4CA-AC36-93C7-5019873743B7}"/>
          </ac:spMkLst>
        </pc:spChg>
        <pc:spChg chg="add mod">
          <ac:chgData name="Samreen Jahan" userId="56bd0a8e-232d-4a50-8522-552bc3ef89a6" providerId="ADAL" clId="{B5885DFB-F24E-4F00-9344-25058BF5E28E}" dt="2026-08-04T12:51:48.307" v="4021" actId="20577"/>
          <ac:spMkLst>
            <pc:docMk/>
            <pc:sldMk cId="1138818699" sldId="2147481130"/>
            <ac:spMk id="7" creationId="{6F7D609C-ADD9-9C61-AD6F-3A2150E869ED}"/>
          </ac:spMkLst>
        </pc:spChg>
      </pc:sldChg>
      <pc:sldChg chg="addSp modSp mod">
        <pc:chgData name="Samreen Jahan" userId="56bd0a8e-232d-4a50-8522-552bc3ef89a6" providerId="ADAL" clId="{B5885DFB-F24E-4F00-9344-25058BF5E28E}" dt="2026-08-04T11:08:26.497" v="2379" actId="113"/>
        <pc:sldMkLst>
          <pc:docMk/>
          <pc:sldMk cId="73922036" sldId="2147481132"/>
        </pc:sldMkLst>
        <pc:spChg chg="mod">
          <ac:chgData name="Samreen Jahan" userId="56bd0a8e-232d-4a50-8522-552bc3ef89a6" providerId="ADAL" clId="{B5885DFB-F24E-4F00-9344-25058BF5E28E}" dt="2026-08-04T11:07:37.473" v="2365" actId="1076"/>
          <ac:spMkLst>
            <pc:docMk/>
            <pc:sldMk cId="73922036" sldId="2147481132"/>
            <ac:spMk id="4" creationId="{50DB8D2A-E022-E03E-3CDA-CC0BDEF7E068}"/>
          </ac:spMkLst>
        </pc:spChg>
        <pc:spChg chg="mod">
          <ac:chgData name="Samreen Jahan" userId="56bd0a8e-232d-4a50-8522-552bc3ef89a6" providerId="ADAL" clId="{B5885DFB-F24E-4F00-9344-25058BF5E28E}" dt="2026-08-04T06:06:59.938" v="389" actId="14100"/>
          <ac:spMkLst>
            <pc:docMk/>
            <pc:sldMk cId="73922036" sldId="2147481132"/>
            <ac:spMk id="5" creationId="{81E3EFCE-9E17-962E-ABB5-585FACCCB26D}"/>
          </ac:spMkLst>
        </pc:spChg>
        <pc:spChg chg="mod">
          <ac:chgData name="Samreen Jahan" userId="56bd0a8e-232d-4a50-8522-552bc3ef89a6" providerId="ADAL" clId="{B5885DFB-F24E-4F00-9344-25058BF5E28E}" dt="2026-08-04T07:48:00.055" v="1762" actId="20577"/>
          <ac:spMkLst>
            <pc:docMk/>
            <pc:sldMk cId="73922036" sldId="2147481132"/>
            <ac:spMk id="6" creationId="{05A4074B-E27D-DB24-A706-C20AE664AE2A}"/>
          </ac:spMkLst>
        </pc:spChg>
        <pc:spChg chg="add mod">
          <ac:chgData name="Samreen Jahan" userId="56bd0a8e-232d-4a50-8522-552bc3ef89a6" providerId="ADAL" clId="{B5885DFB-F24E-4F00-9344-25058BF5E28E}" dt="2026-08-04T11:08:26.497" v="2379" actId="113"/>
          <ac:spMkLst>
            <pc:docMk/>
            <pc:sldMk cId="73922036" sldId="2147481132"/>
            <ac:spMk id="7" creationId="{89AEF3BA-D40C-9C93-AFAA-2A605FCBD77C}"/>
          </ac:spMkLst>
        </pc:spChg>
      </pc:sldChg>
      <pc:sldChg chg="modSp mod">
        <pc:chgData name="Samreen Jahan" userId="56bd0a8e-232d-4a50-8522-552bc3ef89a6" providerId="ADAL" clId="{B5885DFB-F24E-4F00-9344-25058BF5E28E}" dt="2026-08-04T07:49:12.197" v="1783" actId="14100"/>
        <pc:sldMkLst>
          <pc:docMk/>
          <pc:sldMk cId="350169085" sldId="2147481134"/>
        </pc:sldMkLst>
        <pc:spChg chg="mod">
          <ac:chgData name="Samreen Jahan" userId="56bd0a8e-232d-4a50-8522-552bc3ef89a6" providerId="ADAL" clId="{B5885DFB-F24E-4F00-9344-25058BF5E28E}" dt="2026-08-04T07:49:12.197" v="1783" actId="14100"/>
          <ac:spMkLst>
            <pc:docMk/>
            <pc:sldMk cId="350169085" sldId="2147481134"/>
            <ac:spMk id="2" creationId="{12495949-5DB4-DA69-9C26-1705683A2C91}"/>
          </ac:spMkLst>
        </pc:spChg>
        <pc:spChg chg="mod">
          <ac:chgData name="Samreen Jahan" userId="56bd0a8e-232d-4a50-8522-552bc3ef89a6" providerId="ADAL" clId="{B5885DFB-F24E-4F00-9344-25058BF5E28E}" dt="2026-08-04T06:07:06.269" v="390" actId="14100"/>
          <ac:spMkLst>
            <pc:docMk/>
            <pc:sldMk cId="350169085" sldId="2147481134"/>
            <ac:spMk id="5" creationId="{3A9F63F6-972E-B4B2-AB20-9565E8B6F052}"/>
          </ac:spMkLst>
        </pc:spChg>
        <pc:spChg chg="mod">
          <ac:chgData name="Samreen Jahan" userId="56bd0a8e-232d-4a50-8522-552bc3ef89a6" providerId="ADAL" clId="{B5885DFB-F24E-4F00-9344-25058BF5E28E}" dt="2026-08-04T07:48:35.495" v="1781"/>
          <ac:spMkLst>
            <pc:docMk/>
            <pc:sldMk cId="350169085" sldId="2147481134"/>
            <ac:spMk id="6" creationId="{1F2784F8-8E7B-CB13-3DE7-84475A8354C0}"/>
          </ac:spMkLst>
        </pc:spChg>
      </pc:sldChg>
      <pc:sldChg chg="modSp mod">
        <pc:chgData name="Samreen Jahan" userId="56bd0a8e-232d-4a50-8522-552bc3ef89a6" providerId="ADAL" clId="{B5885DFB-F24E-4F00-9344-25058BF5E28E}" dt="2026-08-04T07:48:56.981" v="1782" actId="113"/>
        <pc:sldMkLst>
          <pc:docMk/>
          <pc:sldMk cId="187281468" sldId="2147481136"/>
        </pc:sldMkLst>
        <pc:spChg chg="mod">
          <ac:chgData name="Samreen Jahan" userId="56bd0a8e-232d-4a50-8522-552bc3ef89a6" providerId="ADAL" clId="{B5885DFB-F24E-4F00-9344-25058BF5E28E}" dt="2026-08-04T06:07:11.669" v="391" actId="14100"/>
          <ac:spMkLst>
            <pc:docMk/>
            <pc:sldMk cId="187281468" sldId="2147481136"/>
            <ac:spMk id="5" creationId="{C39F5752-D71E-C3B5-FBF4-272FACFD16CD}"/>
          </ac:spMkLst>
        </pc:spChg>
        <pc:spChg chg="mod">
          <ac:chgData name="Samreen Jahan" userId="56bd0a8e-232d-4a50-8522-552bc3ef89a6" providerId="ADAL" clId="{B5885DFB-F24E-4F00-9344-25058BF5E28E}" dt="2026-08-04T07:48:56.981" v="1782" actId="113"/>
          <ac:spMkLst>
            <pc:docMk/>
            <pc:sldMk cId="187281468" sldId="2147481136"/>
            <ac:spMk id="6" creationId="{57E7837B-C1C7-6C8E-59F2-BBB88B4F16D8}"/>
          </ac:spMkLst>
        </pc:spChg>
      </pc:sldChg>
      <pc:sldChg chg="modSp mod">
        <pc:chgData name="Samreen Jahan" userId="56bd0a8e-232d-4a50-8522-552bc3ef89a6" providerId="ADAL" clId="{B5885DFB-F24E-4F00-9344-25058BF5E28E}" dt="2026-08-04T07:49:43.865" v="1787" actId="1076"/>
        <pc:sldMkLst>
          <pc:docMk/>
          <pc:sldMk cId="553676281" sldId="2147481137"/>
        </pc:sldMkLst>
        <pc:spChg chg="mod">
          <ac:chgData name="Samreen Jahan" userId="56bd0a8e-232d-4a50-8522-552bc3ef89a6" providerId="ADAL" clId="{B5885DFB-F24E-4F00-9344-25058BF5E28E}" dt="2026-08-04T07:49:43.865" v="1787" actId="1076"/>
          <ac:spMkLst>
            <pc:docMk/>
            <pc:sldMk cId="553676281" sldId="2147481137"/>
            <ac:spMk id="2" creationId="{5032C3A6-DC58-67C7-5C21-8D96524039BC}"/>
          </ac:spMkLst>
        </pc:spChg>
      </pc:sldChg>
      <pc:sldChg chg="addSp modSp mod">
        <pc:chgData name="Samreen Jahan" userId="56bd0a8e-232d-4a50-8522-552bc3ef89a6" providerId="ADAL" clId="{B5885DFB-F24E-4F00-9344-25058BF5E28E}" dt="2026-08-04T07:55:17.248" v="1900"/>
        <pc:sldMkLst>
          <pc:docMk/>
          <pc:sldMk cId="578742125" sldId="2147481138"/>
        </pc:sldMkLst>
        <pc:spChg chg="mod">
          <ac:chgData name="Samreen Jahan" userId="56bd0a8e-232d-4a50-8522-552bc3ef89a6" providerId="ADAL" clId="{B5885DFB-F24E-4F00-9344-25058BF5E28E}" dt="2026-08-04T07:51:43.843" v="1811" actId="1076"/>
          <ac:spMkLst>
            <pc:docMk/>
            <pc:sldMk cId="578742125" sldId="2147481138"/>
            <ac:spMk id="3" creationId="{14181C8A-A07C-D9C5-6D1C-5B44D5322EAA}"/>
          </ac:spMkLst>
        </pc:spChg>
        <pc:spChg chg="mod">
          <ac:chgData name="Samreen Jahan" userId="56bd0a8e-232d-4a50-8522-552bc3ef89a6" providerId="ADAL" clId="{B5885DFB-F24E-4F00-9344-25058BF5E28E}" dt="2026-08-04T07:51:30.141" v="1810" actId="14100"/>
          <ac:spMkLst>
            <pc:docMk/>
            <pc:sldMk cId="578742125" sldId="2147481138"/>
            <ac:spMk id="4" creationId="{97E68C0B-8490-CFA7-3955-75D4DF885AAF}"/>
          </ac:spMkLst>
        </pc:spChg>
        <pc:spChg chg="add">
          <ac:chgData name="Samreen Jahan" userId="56bd0a8e-232d-4a50-8522-552bc3ef89a6" providerId="ADAL" clId="{B5885DFB-F24E-4F00-9344-25058BF5E28E}" dt="2026-08-04T06:07:16.836" v="392" actId="22"/>
          <ac:spMkLst>
            <pc:docMk/>
            <pc:sldMk cId="578742125" sldId="2147481138"/>
            <ac:spMk id="5" creationId="{404F6F1F-1AF9-7E38-B8D1-4218CCA12CE2}"/>
          </ac:spMkLst>
        </pc:spChg>
        <pc:spChg chg="add mod">
          <ac:chgData name="Samreen Jahan" userId="56bd0a8e-232d-4a50-8522-552bc3ef89a6" providerId="ADAL" clId="{B5885DFB-F24E-4F00-9344-25058BF5E28E}" dt="2026-08-04T07:55:17.248" v="1900"/>
          <ac:spMkLst>
            <pc:docMk/>
            <pc:sldMk cId="578742125" sldId="2147481138"/>
            <ac:spMk id="8" creationId="{EF0E5E14-ABEA-8D2D-38CA-FA3E7D14F375}"/>
          </ac:spMkLst>
        </pc:spChg>
      </pc:sldChg>
      <pc:sldChg chg="modSp mod">
        <pc:chgData name="Samreen Jahan" userId="56bd0a8e-232d-4a50-8522-552bc3ef89a6" providerId="ADAL" clId="{B5885DFB-F24E-4F00-9344-25058BF5E28E}" dt="2026-08-04T08:03:06.811" v="2074" actId="1076"/>
        <pc:sldMkLst>
          <pc:docMk/>
          <pc:sldMk cId="1779625427" sldId="2147481142"/>
        </pc:sldMkLst>
        <pc:spChg chg="mod">
          <ac:chgData name="Samreen Jahan" userId="56bd0a8e-232d-4a50-8522-552bc3ef89a6" providerId="ADAL" clId="{B5885DFB-F24E-4F00-9344-25058BF5E28E}" dt="2026-08-04T08:03:06.811" v="2074" actId="1076"/>
          <ac:spMkLst>
            <pc:docMk/>
            <pc:sldMk cId="1779625427" sldId="2147481142"/>
            <ac:spMk id="2" creationId="{967F54A1-CE87-E661-57FD-13127D74D1DB}"/>
          </ac:spMkLst>
        </pc:spChg>
        <pc:spChg chg="mod">
          <ac:chgData name="Samreen Jahan" userId="56bd0a8e-232d-4a50-8522-552bc3ef89a6" providerId="ADAL" clId="{B5885DFB-F24E-4F00-9344-25058BF5E28E}" dt="2026-08-04T08:02:34.166" v="2070" actId="113"/>
          <ac:spMkLst>
            <pc:docMk/>
            <pc:sldMk cId="1779625427" sldId="2147481142"/>
            <ac:spMk id="4" creationId="{5A53645D-92B4-EA10-9800-66A346F1723B}"/>
          </ac:spMkLst>
        </pc:spChg>
        <pc:spChg chg="mod">
          <ac:chgData name="Samreen Jahan" userId="56bd0a8e-232d-4a50-8522-552bc3ef89a6" providerId="ADAL" clId="{B5885DFB-F24E-4F00-9344-25058BF5E28E}" dt="2026-08-04T08:03:00.692" v="2073" actId="20577"/>
          <ac:spMkLst>
            <pc:docMk/>
            <pc:sldMk cId="1779625427" sldId="2147481142"/>
            <ac:spMk id="6" creationId="{BD36B67B-59CB-A6DC-03AF-3B1AA2E0EF10}"/>
          </ac:spMkLst>
        </pc:spChg>
      </pc:sldChg>
      <pc:sldChg chg="modSp mod">
        <pc:chgData name="Samreen Jahan" userId="56bd0a8e-232d-4a50-8522-552bc3ef89a6" providerId="ADAL" clId="{B5885DFB-F24E-4F00-9344-25058BF5E28E}" dt="2026-08-04T08:07:24.851" v="2132" actId="20577"/>
        <pc:sldMkLst>
          <pc:docMk/>
          <pc:sldMk cId="2814994489" sldId="2147481143"/>
        </pc:sldMkLst>
        <pc:spChg chg="mod">
          <ac:chgData name="Samreen Jahan" userId="56bd0a8e-232d-4a50-8522-552bc3ef89a6" providerId="ADAL" clId="{B5885DFB-F24E-4F00-9344-25058BF5E28E}" dt="2026-08-04T08:03:19.387" v="2075" actId="1076"/>
          <ac:spMkLst>
            <pc:docMk/>
            <pc:sldMk cId="2814994489" sldId="2147481143"/>
            <ac:spMk id="8" creationId="{3C318A3A-2AC5-E839-8C8A-BF347E6165A6}"/>
          </ac:spMkLst>
        </pc:spChg>
        <pc:spChg chg="mod">
          <ac:chgData name="Samreen Jahan" userId="56bd0a8e-232d-4a50-8522-552bc3ef89a6" providerId="ADAL" clId="{B5885DFB-F24E-4F00-9344-25058BF5E28E}" dt="2026-08-04T08:07:24.851" v="2132" actId="20577"/>
          <ac:spMkLst>
            <pc:docMk/>
            <pc:sldMk cId="2814994489" sldId="2147481143"/>
            <ac:spMk id="9" creationId="{AC113658-9875-4363-767D-81158DDBE6E3}"/>
          </ac:spMkLst>
        </pc:spChg>
      </pc:sldChg>
      <pc:sldChg chg="modSp mod">
        <pc:chgData name="Samreen Jahan" userId="56bd0a8e-232d-4a50-8522-552bc3ef89a6" providerId="ADAL" clId="{B5885DFB-F24E-4F00-9344-25058BF5E28E}" dt="2026-08-04T12:52:57.514" v="4026" actId="113"/>
        <pc:sldMkLst>
          <pc:docMk/>
          <pc:sldMk cId="1725606629" sldId="2147481145"/>
        </pc:sldMkLst>
        <pc:spChg chg="mod">
          <ac:chgData name="Samreen Jahan" userId="56bd0a8e-232d-4a50-8522-552bc3ef89a6" providerId="ADAL" clId="{B5885DFB-F24E-4F00-9344-25058BF5E28E}" dt="2026-08-04T12:52:57.514" v="4026" actId="113"/>
          <ac:spMkLst>
            <pc:docMk/>
            <pc:sldMk cId="1725606629" sldId="2147481145"/>
            <ac:spMk id="6" creationId="{D2CA1809-A70F-83EF-EF64-A7BE259F5BE1}"/>
          </ac:spMkLst>
        </pc:spChg>
      </pc:sldChg>
      <pc:sldChg chg="modSp mod">
        <pc:chgData name="Samreen Jahan" userId="56bd0a8e-232d-4a50-8522-552bc3ef89a6" providerId="ADAL" clId="{B5885DFB-F24E-4F00-9344-25058BF5E28E}" dt="2026-08-04T12:53:04.414" v="4027" actId="113"/>
        <pc:sldMkLst>
          <pc:docMk/>
          <pc:sldMk cId="640455241" sldId="2147481146"/>
        </pc:sldMkLst>
        <pc:spChg chg="mod">
          <ac:chgData name="Samreen Jahan" userId="56bd0a8e-232d-4a50-8522-552bc3ef89a6" providerId="ADAL" clId="{B5885DFB-F24E-4F00-9344-25058BF5E28E}" dt="2026-08-04T12:53:04.414" v="4027" actId="113"/>
          <ac:spMkLst>
            <pc:docMk/>
            <pc:sldMk cId="640455241" sldId="2147481146"/>
            <ac:spMk id="4" creationId="{13AE392D-9543-86DA-702A-B76B02D1DDEB}"/>
          </ac:spMkLst>
        </pc:spChg>
        <pc:spChg chg="mod">
          <ac:chgData name="Samreen Jahan" userId="56bd0a8e-232d-4a50-8522-552bc3ef89a6" providerId="ADAL" clId="{B5885DFB-F24E-4F00-9344-25058BF5E28E}" dt="2026-08-04T11:16:01.171" v="2536" actId="14100"/>
          <ac:spMkLst>
            <pc:docMk/>
            <pc:sldMk cId="640455241" sldId="2147481146"/>
            <ac:spMk id="10" creationId="{013138BC-33B8-406F-95D9-88952CEA0738}"/>
          </ac:spMkLst>
        </pc:spChg>
      </pc:sldChg>
      <pc:sldChg chg="addSp modSp mod">
        <pc:chgData name="Samreen Jahan" userId="56bd0a8e-232d-4a50-8522-552bc3ef89a6" providerId="ADAL" clId="{B5885DFB-F24E-4F00-9344-25058BF5E28E}" dt="2026-08-04T11:22:57.366" v="2762" actId="20577"/>
        <pc:sldMkLst>
          <pc:docMk/>
          <pc:sldMk cId="2871233158" sldId="2147481147"/>
        </pc:sldMkLst>
        <pc:spChg chg="add mod">
          <ac:chgData name="Samreen Jahan" userId="56bd0a8e-232d-4a50-8522-552bc3ef89a6" providerId="ADAL" clId="{B5885DFB-F24E-4F00-9344-25058BF5E28E}" dt="2026-08-04T11:19:45.186" v="2619" actId="1076"/>
          <ac:spMkLst>
            <pc:docMk/>
            <pc:sldMk cId="2871233158" sldId="2147481147"/>
            <ac:spMk id="6" creationId="{6C163750-BBEB-49CD-F8A4-4DF27164289F}"/>
          </ac:spMkLst>
        </pc:spChg>
        <pc:spChg chg="mod">
          <ac:chgData name="Samreen Jahan" userId="56bd0a8e-232d-4a50-8522-552bc3ef89a6" providerId="ADAL" clId="{B5885DFB-F24E-4F00-9344-25058BF5E28E}" dt="2026-08-04T11:22:57.366" v="2762" actId="20577"/>
          <ac:spMkLst>
            <pc:docMk/>
            <pc:sldMk cId="2871233158" sldId="2147481147"/>
            <ac:spMk id="7" creationId="{D5F084C6-4A68-9021-249D-4EB192DA6320}"/>
          </ac:spMkLst>
        </pc:spChg>
        <pc:picChg chg="mod modCrop">
          <ac:chgData name="Samreen Jahan" userId="56bd0a8e-232d-4a50-8522-552bc3ef89a6" providerId="ADAL" clId="{B5885DFB-F24E-4F00-9344-25058BF5E28E}" dt="2026-08-04T11:19:41.854" v="2618" actId="1076"/>
          <ac:picMkLst>
            <pc:docMk/>
            <pc:sldMk cId="2871233158" sldId="2147481147"/>
            <ac:picMk id="3" creationId="{4A315B24-7BA5-6202-C7D8-F65A7A697F27}"/>
          </ac:picMkLst>
        </pc:picChg>
      </pc:sldChg>
      <pc:sldChg chg="addSp modSp mod">
        <pc:chgData name="Samreen Jahan" userId="56bd0a8e-232d-4a50-8522-552bc3ef89a6" providerId="ADAL" clId="{B5885DFB-F24E-4F00-9344-25058BF5E28E}" dt="2026-08-04T13:57:18.310" v="4070"/>
        <pc:sldMkLst>
          <pc:docMk/>
          <pc:sldMk cId="1459689092" sldId="2147481148"/>
        </pc:sldMkLst>
        <pc:spChg chg="add mod">
          <ac:chgData name="Samreen Jahan" userId="56bd0a8e-232d-4a50-8522-552bc3ef89a6" providerId="ADAL" clId="{B5885DFB-F24E-4F00-9344-25058BF5E28E}" dt="2026-08-04T13:57:18.310" v="4070"/>
          <ac:spMkLst>
            <pc:docMk/>
            <pc:sldMk cId="1459689092" sldId="2147481148"/>
            <ac:spMk id="4" creationId="{A103E6B7-C4AE-4E13-2FC4-9D78C26E964A}"/>
          </ac:spMkLst>
        </pc:spChg>
        <pc:spChg chg="mod">
          <ac:chgData name="Samreen Jahan" userId="56bd0a8e-232d-4a50-8522-552bc3ef89a6" providerId="ADAL" clId="{B5885DFB-F24E-4F00-9344-25058BF5E28E}" dt="2026-08-04T11:42:39.461" v="2793" actId="1036"/>
          <ac:spMkLst>
            <pc:docMk/>
            <pc:sldMk cId="1459689092" sldId="2147481148"/>
            <ac:spMk id="6" creationId="{908E64D2-5CDF-57C0-F5B1-EA6834589037}"/>
          </ac:spMkLst>
        </pc:spChg>
        <pc:picChg chg="mod">
          <ac:chgData name="Samreen Jahan" userId="56bd0a8e-232d-4a50-8522-552bc3ef89a6" providerId="ADAL" clId="{B5885DFB-F24E-4F00-9344-25058BF5E28E}" dt="2026-08-04T11:42:45.104" v="2811" actId="1035"/>
          <ac:picMkLst>
            <pc:docMk/>
            <pc:sldMk cId="1459689092" sldId="2147481148"/>
            <ac:picMk id="8" creationId="{6E48731C-0420-AEE3-3C3D-4BE64888B329}"/>
          </ac:picMkLst>
        </pc:picChg>
      </pc:sldChg>
      <pc:sldChg chg="modSp mod">
        <pc:chgData name="Samreen Jahan" userId="56bd0a8e-232d-4a50-8522-552bc3ef89a6" providerId="ADAL" clId="{B5885DFB-F24E-4F00-9344-25058BF5E28E}" dt="2026-08-04T11:50:15.750" v="3042" actId="123"/>
        <pc:sldMkLst>
          <pc:docMk/>
          <pc:sldMk cId="218703968" sldId="2147481149"/>
        </pc:sldMkLst>
        <pc:spChg chg="mod">
          <ac:chgData name="Samreen Jahan" userId="56bd0a8e-232d-4a50-8522-552bc3ef89a6" providerId="ADAL" clId="{B5885DFB-F24E-4F00-9344-25058BF5E28E}" dt="2026-08-04T11:50:09.510" v="3041" actId="113"/>
          <ac:spMkLst>
            <pc:docMk/>
            <pc:sldMk cId="218703968" sldId="2147481149"/>
            <ac:spMk id="6" creationId="{23A7D6BC-3816-9DEC-6C93-615613A46B65}"/>
          </ac:spMkLst>
        </pc:spChg>
        <pc:spChg chg="mod">
          <ac:chgData name="Samreen Jahan" userId="56bd0a8e-232d-4a50-8522-552bc3ef89a6" providerId="ADAL" clId="{B5885DFB-F24E-4F00-9344-25058BF5E28E}" dt="2026-08-04T11:50:15.750" v="3042" actId="123"/>
          <ac:spMkLst>
            <pc:docMk/>
            <pc:sldMk cId="218703968" sldId="2147481149"/>
            <ac:spMk id="9" creationId="{D3357493-D777-3C86-F750-9C2786A6F49D}"/>
          </ac:spMkLst>
        </pc:spChg>
      </pc:sldChg>
      <pc:sldChg chg="addSp modSp mod">
        <pc:chgData name="Samreen Jahan" userId="56bd0a8e-232d-4a50-8522-552bc3ef89a6" providerId="ADAL" clId="{B5885DFB-F24E-4F00-9344-25058BF5E28E}" dt="2026-08-04T13:58:05.677" v="4072" actId="20577"/>
        <pc:sldMkLst>
          <pc:docMk/>
          <pc:sldMk cId="2992355616" sldId="2147481150"/>
        </pc:sldMkLst>
        <pc:spChg chg="mod">
          <ac:chgData name="Samreen Jahan" userId="56bd0a8e-232d-4a50-8522-552bc3ef89a6" providerId="ADAL" clId="{B5885DFB-F24E-4F00-9344-25058BF5E28E}" dt="2026-08-04T11:57:48.424" v="3065" actId="20577"/>
          <ac:spMkLst>
            <pc:docMk/>
            <pc:sldMk cId="2992355616" sldId="2147481150"/>
            <ac:spMk id="6" creationId="{DA2B067A-2DBF-033C-19FC-7F428562AD98}"/>
          </ac:spMkLst>
        </pc:spChg>
        <pc:spChg chg="add mod">
          <ac:chgData name="Samreen Jahan" userId="56bd0a8e-232d-4a50-8522-552bc3ef89a6" providerId="ADAL" clId="{B5885DFB-F24E-4F00-9344-25058BF5E28E}" dt="2026-08-04T13:58:05.677" v="4072" actId="20577"/>
          <ac:spMkLst>
            <pc:docMk/>
            <pc:sldMk cId="2992355616" sldId="2147481150"/>
            <ac:spMk id="7" creationId="{904DC1F1-0E10-E268-260F-8F61E04BFDB2}"/>
          </ac:spMkLst>
        </pc:spChg>
        <pc:picChg chg="mod">
          <ac:chgData name="Samreen Jahan" userId="56bd0a8e-232d-4a50-8522-552bc3ef89a6" providerId="ADAL" clId="{B5885DFB-F24E-4F00-9344-25058BF5E28E}" dt="2026-08-04T12:04:09.244" v="3260" actId="14100"/>
          <ac:picMkLst>
            <pc:docMk/>
            <pc:sldMk cId="2992355616" sldId="2147481150"/>
            <ac:picMk id="3" creationId="{C70A57EF-056B-9EBC-58A7-7855BD5EE950}"/>
          </ac:picMkLst>
        </pc:picChg>
      </pc:sldChg>
      <pc:sldChg chg="addSp modSp mod">
        <pc:chgData name="Samreen Jahan" userId="56bd0a8e-232d-4a50-8522-552bc3ef89a6" providerId="ADAL" clId="{B5885DFB-F24E-4F00-9344-25058BF5E28E}" dt="2026-08-04T12:11:26.654" v="3448" actId="113"/>
        <pc:sldMkLst>
          <pc:docMk/>
          <pc:sldMk cId="2656521778" sldId="2147481151"/>
        </pc:sldMkLst>
        <pc:spChg chg="mod">
          <ac:chgData name="Samreen Jahan" userId="56bd0a8e-232d-4a50-8522-552bc3ef89a6" providerId="ADAL" clId="{B5885DFB-F24E-4F00-9344-25058BF5E28E}" dt="2026-08-04T12:07:57.628" v="3331" actId="1035"/>
          <ac:spMkLst>
            <pc:docMk/>
            <pc:sldMk cId="2656521778" sldId="2147481151"/>
            <ac:spMk id="2" creationId="{2D37340F-B07D-FE9C-FE78-656B30AA2B03}"/>
          </ac:spMkLst>
        </pc:spChg>
        <pc:spChg chg="add mod">
          <ac:chgData name="Samreen Jahan" userId="56bd0a8e-232d-4a50-8522-552bc3ef89a6" providerId="ADAL" clId="{B5885DFB-F24E-4F00-9344-25058BF5E28E}" dt="2026-08-04T12:11:26.654" v="3448" actId="113"/>
          <ac:spMkLst>
            <pc:docMk/>
            <pc:sldMk cId="2656521778" sldId="2147481151"/>
            <ac:spMk id="4" creationId="{2687AC80-D159-1559-217E-4401755965E7}"/>
          </ac:spMkLst>
        </pc:spChg>
        <pc:spChg chg="mod">
          <ac:chgData name="Samreen Jahan" userId="56bd0a8e-232d-4a50-8522-552bc3ef89a6" providerId="ADAL" clId="{B5885DFB-F24E-4F00-9344-25058BF5E28E}" dt="2026-08-04T12:08:02.694" v="3340" actId="1035"/>
          <ac:spMkLst>
            <pc:docMk/>
            <pc:sldMk cId="2656521778" sldId="2147481151"/>
            <ac:spMk id="9" creationId="{41B44E63-19E9-11B0-1BBC-9643471FA558}"/>
          </ac:spMkLst>
        </pc:spChg>
        <pc:spChg chg="mod">
          <ac:chgData name="Samreen Jahan" userId="56bd0a8e-232d-4a50-8522-552bc3ef89a6" providerId="ADAL" clId="{B5885DFB-F24E-4F00-9344-25058BF5E28E}" dt="2026-08-04T12:08:10.698" v="3364" actId="1035"/>
          <ac:spMkLst>
            <pc:docMk/>
            <pc:sldMk cId="2656521778" sldId="2147481151"/>
            <ac:spMk id="13" creationId="{AEBC9AA2-753B-8D7C-669A-51EB82773E2D}"/>
          </ac:spMkLst>
        </pc:spChg>
        <pc:picChg chg="mod">
          <ac:chgData name="Samreen Jahan" userId="56bd0a8e-232d-4a50-8522-552bc3ef89a6" providerId="ADAL" clId="{B5885DFB-F24E-4F00-9344-25058BF5E28E}" dt="2026-08-04T12:08:06.165" v="3352" actId="1035"/>
          <ac:picMkLst>
            <pc:docMk/>
            <pc:sldMk cId="2656521778" sldId="2147481151"/>
            <ac:picMk id="11" creationId="{D3CF5EC0-3800-3431-0D26-B73E87835C15}"/>
          </ac:picMkLst>
        </pc:picChg>
      </pc:sldChg>
      <pc:sldChg chg="addSp modSp mod">
        <pc:chgData name="Samreen Jahan" userId="56bd0a8e-232d-4a50-8522-552bc3ef89a6" providerId="ADAL" clId="{B5885DFB-F24E-4F00-9344-25058BF5E28E}" dt="2026-08-04T12:13:22.455" v="3524" actId="6549"/>
        <pc:sldMkLst>
          <pc:docMk/>
          <pc:sldMk cId="1075783396" sldId="2147481152"/>
        </pc:sldMkLst>
        <pc:spChg chg="mod">
          <ac:chgData name="Samreen Jahan" userId="56bd0a8e-232d-4a50-8522-552bc3ef89a6" providerId="ADAL" clId="{B5885DFB-F24E-4F00-9344-25058BF5E28E}" dt="2026-08-04T12:12:04.611" v="3470" actId="21"/>
          <ac:spMkLst>
            <pc:docMk/>
            <pc:sldMk cId="1075783396" sldId="2147481152"/>
            <ac:spMk id="6" creationId="{8280577B-E156-98D1-CC7F-75A6650CC81E}"/>
          </ac:spMkLst>
        </pc:spChg>
        <pc:spChg chg="add mod">
          <ac:chgData name="Samreen Jahan" userId="56bd0a8e-232d-4a50-8522-552bc3ef89a6" providerId="ADAL" clId="{B5885DFB-F24E-4F00-9344-25058BF5E28E}" dt="2026-08-04T12:13:22.455" v="3524" actId="6549"/>
          <ac:spMkLst>
            <pc:docMk/>
            <pc:sldMk cId="1075783396" sldId="2147481152"/>
            <ac:spMk id="7" creationId="{EDB7B5D9-5815-0B47-3011-817C0658AA2F}"/>
          </ac:spMkLst>
        </pc:spChg>
      </pc:sldChg>
      <pc:sldChg chg="modSp mod">
        <pc:chgData name="Samreen Jahan" userId="56bd0a8e-232d-4a50-8522-552bc3ef89a6" providerId="ADAL" clId="{B5885DFB-F24E-4F00-9344-25058BF5E28E}" dt="2026-08-04T12:16:22.246" v="3606" actId="20577"/>
        <pc:sldMkLst>
          <pc:docMk/>
          <pc:sldMk cId="3551271464" sldId="2147481153"/>
        </pc:sldMkLst>
        <pc:spChg chg="mod">
          <ac:chgData name="Samreen Jahan" userId="56bd0a8e-232d-4a50-8522-552bc3ef89a6" providerId="ADAL" clId="{B5885DFB-F24E-4F00-9344-25058BF5E28E}" dt="2026-08-04T12:16:22.246" v="3606" actId="20577"/>
          <ac:spMkLst>
            <pc:docMk/>
            <pc:sldMk cId="3551271464" sldId="2147481153"/>
            <ac:spMk id="4" creationId="{9828B857-8B53-E32C-48E2-C5600AEE2405}"/>
          </ac:spMkLst>
        </pc:spChg>
        <pc:spChg chg="mod">
          <ac:chgData name="Samreen Jahan" userId="56bd0a8e-232d-4a50-8522-552bc3ef89a6" providerId="ADAL" clId="{B5885DFB-F24E-4F00-9344-25058BF5E28E}" dt="2026-08-04T12:13:47.736" v="3527" actId="113"/>
          <ac:spMkLst>
            <pc:docMk/>
            <pc:sldMk cId="3551271464" sldId="2147481153"/>
            <ac:spMk id="9" creationId="{4FFFB14B-D190-377A-9ED4-B7B708E4D8B5}"/>
          </ac:spMkLst>
        </pc:spChg>
        <pc:spChg chg="mod">
          <ac:chgData name="Samreen Jahan" userId="56bd0a8e-232d-4a50-8522-552bc3ef89a6" providerId="ADAL" clId="{B5885DFB-F24E-4F00-9344-25058BF5E28E}" dt="2026-08-04T12:13:50.793" v="3528" actId="113"/>
          <ac:spMkLst>
            <pc:docMk/>
            <pc:sldMk cId="3551271464" sldId="2147481153"/>
            <ac:spMk id="13" creationId="{1CE2B318-F696-DAAF-6525-0505B49FE4F8}"/>
          </ac:spMkLst>
        </pc:spChg>
        <pc:spChg chg="mod">
          <ac:chgData name="Samreen Jahan" userId="56bd0a8e-232d-4a50-8522-552bc3ef89a6" providerId="ADAL" clId="{B5885DFB-F24E-4F00-9344-25058BF5E28E}" dt="2026-08-04T12:16:00.674" v="3603" actId="1076"/>
          <ac:spMkLst>
            <pc:docMk/>
            <pc:sldMk cId="3551271464" sldId="2147481153"/>
            <ac:spMk id="17" creationId="{D43CE492-8E5F-6902-738B-96D48820F8D5}"/>
          </ac:spMkLst>
        </pc:spChg>
      </pc:sldChg>
      <pc:sldChg chg="modSp mod">
        <pc:chgData name="Samreen Jahan" userId="56bd0a8e-232d-4a50-8522-552bc3ef89a6" providerId="ADAL" clId="{B5885DFB-F24E-4F00-9344-25058BF5E28E}" dt="2026-08-04T12:17:36.511" v="3657" actId="113"/>
        <pc:sldMkLst>
          <pc:docMk/>
          <pc:sldMk cId="3465881397" sldId="2147481154"/>
        </pc:sldMkLst>
        <pc:spChg chg="mod">
          <ac:chgData name="Samreen Jahan" userId="56bd0a8e-232d-4a50-8522-552bc3ef89a6" providerId="ADAL" clId="{B5885DFB-F24E-4F00-9344-25058BF5E28E}" dt="2026-08-04T12:17:36.511" v="3657" actId="113"/>
          <ac:spMkLst>
            <pc:docMk/>
            <pc:sldMk cId="3465881397" sldId="2147481154"/>
            <ac:spMk id="6" creationId="{1AC04A2E-FC8D-A2DB-530E-DBB4123B83ED}"/>
          </ac:spMkLst>
        </pc:spChg>
      </pc:sldChg>
      <pc:sldChg chg="modSp mod">
        <pc:chgData name="Samreen Jahan" userId="56bd0a8e-232d-4a50-8522-552bc3ef89a6" providerId="ADAL" clId="{B5885DFB-F24E-4F00-9344-25058BF5E28E}" dt="2026-08-04T13:58:42.982" v="4076" actId="20577"/>
        <pc:sldMkLst>
          <pc:docMk/>
          <pc:sldMk cId="1264309939" sldId="2147481155"/>
        </pc:sldMkLst>
        <pc:spChg chg="mod">
          <ac:chgData name="Samreen Jahan" userId="56bd0a8e-232d-4a50-8522-552bc3ef89a6" providerId="ADAL" clId="{B5885DFB-F24E-4F00-9344-25058BF5E28E}" dt="2026-08-04T13:58:42.982" v="4076" actId="20577"/>
          <ac:spMkLst>
            <pc:docMk/>
            <pc:sldMk cId="1264309939" sldId="2147481155"/>
            <ac:spMk id="4" creationId="{0082D422-9322-3C6A-C92F-9E60E5B12232}"/>
          </ac:spMkLst>
        </pc:spChg>
        <pc:spChg chg="mod">
          <ac:chgData name="Samreen Jahan" userId="56bd0a8e-232d-4a50-8522-552bc3ef89a6" providerId="ADAL" clId="{B5885DFB-F24E-4F00-9344-25058BF5E28E}" dt="2026-08-04T12:17:54.555" v="3658" actId="255"/>
          <ac:spMkLst>
            <pc:docMk/>
            <pc:sldMk cId="1264309939" sldId="2147481155"/>
            <ac:spMk id="10" creationId="{55313A57-41A2-4C08-3617-1F58D02969CE}"/>
          </ac:spMkLst>
        </pc:spChg>
      </pc:sldChg>
      <pc:sldChg chg="addSp modSp mod">
        <pc:chgData name="Samreen Jahan" userId="56bd0a8e-232d-4a50-8522-552bc3ef89a6" providerId="ADAL" clId="{B5885DFB-F24E-4F00-9344-25058BF5E28E}" dt="2026-08-04T12:21:48.064" v="3738" actId="1076"/>
        <pc:sldMkLst>
          <pc:docMk/>
          <pc:sldMk cId="2928940322" sldId="2147481157"/>
        </pc:sldMkLst>
        <pc:spChg chg="mod">
          <ac:chgData name="Samreen Jahan" userId="56bd0a8e-232d-4a50-8522-552bc3ef89a6" providerId="ADAL" clId="{B5885DFB-F24E-4F00-9344-25058BF5E28E}" dt="2026-08-04T12:20:39.030" v="3721" actId="123"/>
          <ac:spMkLst>
            <pc:docMk/>
            <pc:sldMk cId="2928940322" sldId="2147481157"/>
            <ac:spMk id="2" creationId="{3407619E-60D0-BC5E-E160-09F200EDBBA0}"/>
          </ac:spMkLst>
        </pc:spChg>
        <pc:spChg chg="add mod">
          <ac:chgData name="Samreen Jahan" userId="56bd0a8e-232d-4a50-8522-552bc3ef89a6" providerId="ADAL" clId="{B5885DFB-F24E-4F00-9344-25058BF5E28E}" dt="2026-08-04T12:21:48.064" v="3738" actId="1076"/>
          <ac:spMkLst>
            <pc:docMk/>
            <pc:sldMk cId="2928940322" sldId="2147481157"/>
            <ac:spMk id="5" creationId="{BF91A1D2-CFE4-C5E1-B116-5AD3F9DFC9EE}"/>
          </ac:spMkLst>
        </pc:spChg>
      </pc:sldChg>
      <pc:sldChg chg="addSp modSp mod">
        <pc:chgData name="Samreen Jahan" userId="56bd0a8e-232d-4a50-8522-552bc3ef89a6" providerId="ADAL" clId="{B5885DFB-F24E-4F00-9344-25058BF5E28E}" dt="2026-08-04T12:35:50.933" v="3832" actId="20577"/>
        <pc:sldMkLst>
          <pc:docMk/>
          <pc:sldMk cId="716935480" sldId="2147481158"/>
        </pc:sldMkLst>
        <pc:spChg chg="mod">
          <ac:chgData name="Samreen Jahan" userId="56bd0a8e-232d-4a50-8522-552bc3ef89a6" providerId="ADAL" clId="{B5885DFB-F24E-4F00-9344-25058BF5E28E}" dt="2026-08-04T12:29:28.463" v="3760" actId="113"/>
          <ac:spMkLst>
            <pc:docMk/>
            <pc:sldMk cId="716935480" sldId="2147481158"/>
            <ac:spMk id="4" creationId="{907491A2-D4CC-8340-7AB5-AFB97D92606A}"/>
          </ac:spMkLst>
        </pc:spChg>
        <pc:spChg chg="add mod">
          <ac:chgData name="Samreen Jahan" userId="56bd0a8e-232d-4a50-8522-552bc3ef89a6" providerId="ADAL" clId="{B5885DFB-F24E-4F00-9344-25058BF5E28E}" dt="2026-08-04T12:35:50.933" v="3832" actId="20577"/>
          <ac:spMkLst>
            <pc:docMk/>
            <pc:sldMk cId="716935480" sldId="2147481158"/>
            <ac:spMk id="7" creationId="{EA58483E-CEB4-A3E4-91A5-93C4C1586E03}"/>
          </ac:spMkLst>
        </pc:spChg>
      </pc:sldChg>
      <pc:sldChg chg="modSp mod">
        <pc:chgData name="Samreen Jahan" userId="56bd0a8e-232d-4a50-8522-552bc3ef89a6" providerId="ADAL" clId="{B5885DFB-F24E-4F00-9344-25058BF5E28E}" dt="2026-08-04T12:31:22.541" v="3785" actId="123"/>
        <pc:sldMkLst>
          <pc:docMk/>
          <pc:sldMk cId="4097553921" sldId="2147481159"/>
        </pc:sldMkLst>
        <pc:spChg chg="mod">
          <ac:chgData name="Samreen Jahan" userId="56bd0a8e-232d-4a50-8522-552bc3ef89a6" providerId="ADAL" clId="{B5885DFB-F24E-4F00-9344-25058BF5E28E}" dt="2026-08-04T12:31:22.541" v="3785" actId="123"/>
          <ac:spMkLst>
            <pc:docMk/>
            <pc:sldMk cId="4097553921" sldId="2147481159"/>
            <ac:spMk id="2" creationId="{21B66203-7AF8-5A60-099C-D926DE4EB6CA}"/>
          </ac:spMkLst>
        </pc:spChg>
      </pc:sldChg>
      <pc:sldChg chg="addSp modSp mod">
        <pc:chgData name="Samreen Jahan" userId="56bd0a8e-232d-4a50-8522-552bc3ef89a6" providerId="ADAL" clId="{B5885DFB-F24E-4F00-9344-25058BF5E28E}" dt="2026-08-04T12:48:38.740" v="4001" actId="20577"/>
        <pc:sldMkLst>
          <pc:docMk/>
          <pc:sldMk cId="1325616203" sldId="2147481160"/>
        </pc:sldMkLst>
        <pc:spChg chg="mod">
          <ac:chgData name="Samreen Jahan" userId="56bd0a8e-232d-4a50-8522-552bc3ef89a6" providerId="ADAL" clId="{B5885DFB-F24E-4F00-9344-25058BF5E28E}" dt="2026-08-04T12:31:28.780" v="3786" actId="123"/>
          <ac:spMkLst>
            <pc:docMk/>
            <pc:sldMk cId="1325616203" sldId="2147481160"/>
            <ac:spMk id="4" creationId="{E84350E7-B8E9-CEBE-188B-F30531FA728F}"/>
          </ac:spMkLst>
        </pc:spChg>
        <pc:spChg chg="add mod">
          <ac:chgData name="Samreen Jahan" userId="56bd0a8e-232d-4a50-8522-552bc3ef89a6" providerId="ADAL" clId="{B5885DFB-F24E-4F00-9344-25058BF5E28E}" dt="2026-08-04T12:48:38.740" v="4001" actId="20577"/>
          <ac:spMkLst>
            <pc:docMk/>
            <pc:sldMk cId="1325616203" sldId="2147481160"/>
            <ac:spMk id="8" creationId="{3B84AF33-BB45-437A-BC58-462C5BCBBF56}"/>
          </ac:spMkLst>
        </pc:spChg>
      </pc:sldChg>
      <pc:sldChg chg="addSp modSp mod">
        <pc:chgData name="Samreen Jahan" userId="56bd0a8e-232d-4a50-8522-552bc3ef89a6" providerId="ADAL" clId="{B5885DFB-F24E-4F00-9344-25058BF5E28E}" dt="2026-08-04T12:47:53.876" v="3994" actId="20577"/>
        <pc:sldMkLst>
          <pc:docMk/>
          <pc:sldMk cId="457576657" sldId="2147481162"/>
        </pc:sldMkLst>
        <pc:spChg chg="mod">
          <ac:chgData name="Samreen Jahan" userId="56bd0a8e-232d-4a50-8522-552bc3ef89a6" providerId="ADAL" clId="{B5885DFB-F24E-4F00-9344-25058BF5E28E}" dt="2026-08-04T12:37:36.024" v="3852" actId="14100"/>
          <ac:spMkLst>
            <pc:docMk/>
            <pc:sldMk cId="457576657" sldId="2147481162"/>
            <ac:spMk id="4" creationId="{1D13506E-61AB-833F-3D92-33D5ECB16164}"/>
          </ac:spMkLst>
        </pc:spChg>
        <pc:spChg chg="add mod">
          <ac:chgData name="Samreen Jahan" userId="56bd0a8e-232d-4a50-8522-552bc3ef89a6" providerId="ADAL" clId="{B5885DFB-F24E-4F00-9344-25058BF5E28E}" dt="2026-08-04T12:47:53.876" v="3994" actId="20577"/>
          <ac:spMkLst>
            <pc:docMk/>
            <pc:sldMk cId="457576657" sldId="2147481162"/>
            <ac:spMk id="7" creationId="{130E9C39-C6A8-BCAC-F196-7068F9904727}"/>
          </ac:spMkLst>
        </pc:spChg>
      </pc:sldChg>
      <pc:sldChg chg="addSp modSp mod">
        <pc:chgData name="Samreen Jahan" userId="56bd0a8e-232d-4a50-8522-552bc3ef89a6" providerId="ADAL" clId="{B5885DFB-F24E-4F00-9344-25058BF5E28E}" dt="2026-08-04T12:47:36.134" v="3990" actId="14100"/>
        <pc:sldMkLst>
          <pc:docMk/>
          <pc:sldMk cId="2151360137" sldId="2147481164"/>
        </pc:sldMkLst>
        <pc:spChg chg="add mod">
          <ac:chgData name="Samreen Jahan" userId="56bd0a8e-232d-4a50-8522-552bc3ef89a6" providerId="ADAL" clId="{B5885DFB-F24E-4F00-9344-25058BF5E28E}" dt="2026-08-04T12:47:36.134" v="3990" actId="14100"/>
          <ac:spMkLst>
            <pc:docMk/>
            <pc:sldMk cId="2151360137" sldId="2147481164"/>
            <ac:spMk id="7" creationId="{B3B8AD3D-8CBB-8946-AB80-1FD3001A3098}"/>
          </ac:spMkLst>
        </pc:spChg>
      </pc:sldChg>
      <pc:sldChg chg="modSp mod">
        <pc:chgData name="Samreen Jahan" userId="56bd0a8e-232d-4a50-8522-552bc3ef89a6" providerId="ADAL" clId="{B5885DFB-F24E-4F00-9344-25058BF5E28E}" dt="2026-08-04T07:36:08.701" v="1648"/>
        <pc:sldMkLst>
          <pc:docMk/>
          <pc:sldMk cId="781299799" sldId="2147481182"/>
        </pc:sldMkLst>
        <pc:spChg chg="mod">
          <ac:chgData name="Samreen Jahan" userId="56bd0a8e-232d-4a50-8522-552bc3ef89a6" providerId="ADAL" clId="{B5885DFB-F24E-4F00-9344-25058BF5E28E}" dt="2026-08-04T05:39:44.043" v="188" actId="14100"/>
          <ac:spMkLst>
            <pc:docMk/>
            <pc:sldMk cId="781299799" sldId="2147481182"/>
            <ac:spMk id="2" creationId="{E72C3B3F-4F85-F19C-542F-7D22F78D3CA1}"/>
          </ac:spMkLst>
        </pc:spChg>
        <pc:spChg chg="mod">
          <ac:chgData name="Samreen Jahan" userId="56bd0a8e-232d-4a50-8522-552bc3ef89a6" providerId="ADAL" clId="{B5885DFB-F24E-4F00-9344-25058BF5E28E}" dt="2026-08-04T07:36:08.701" v="1648"/>
          <ac:spMkLst>
            <pc:docMk/>
            <pc:sldMk cId="781299799" sldId="2147481182"/>
            <ac:spMk id="4" creationId="{3F3D642A-8F50-3DF6-8A23-E5C43721FF5F}"/>
          </ac:spMkLst>
        </pc:spChg>
        <pc:spChg chg="mod">
          <ac:chgData name="Samreen Jahan" userId="56bd0a8e-232d-4a50-8522-552bc3ef89a6" providerId="ADAL" clId="{B5885DFB-F24E-4F00-9344-25058BF5E28E}" dt="2026-08-04T05:47:13.624" v="228" actId="14100"/>
          <ac:spMkLst>
            <pc:docMk/>
            <pc:sldMk cId="781299799" sldId="2147481182"/>
            <ac:spMk id="5" creationId="{FB04F717-9C05-04E9-9A50-F2E3976CBC77}"/>
          </ac:spMkLst>
        </pc:spChg>
        <pc:spChg chg="mod">
          <ac:chgData name="Samreen Jahan" userId="56bd0a8e-232d-4a50-8522-552bc3ef89a6" providerId="ADAL" clId="{B5885DFB-F24E-4F00-9344-25058BF5E28E}" dt="2026-08-04T05:40:03.581" v="190" actId="1076"/>
          <ac:spMkLst>
            <pc:docMk/>
            <pc:sldMk cId="781299799" sldId="2147481182"/>
            <ac:spMk id="11" creationId="{152A0C01-084F-D99D-2CA5-4540410B4936}"/>
          </ac:spMkLst>
        </pc:spChg>
        <pc:spChg chg="mod">
          <ac:chgData name="Samreen Jahan" userId="56bd0a8e-232d-4a50-8522-552bc3ef89a6" providerId="ADAL" clId="{B5885DFB-F24E-4F00-9344-25058BF5E28E}" dt="2026-08-04T05:40:08.155" v="191" actId="14100"/>
          <ac:spMkLst>
            <pc:docMk/>
            <pc:sldMk cId="781299799" sldId="2147481182"/>
            <ac:spMk id="15" creationId="{D4B537F1-32B7-A94A-A033-C5EC7BF8E22A}"/>
          </ac:spMkLst>
        </pc:spChg>
        <pc:spChg chg="mod">
          <ac:chgData name="Samreen Jahan" userId="56bd0a8e-232d-4a50-8522-552bc3ef89a6" providerId="ADAL" clId="{B5885DFB-F24E-4F00-9344-25058BF5E28E}" dt="2026-08-04T06:23:08.254" v="619" actId="14100"/>
          <ac:spMkLst>
            <pc:docMk/>
            <pc:sldMk cId="781299799" sldId="2147481182"/>
            <ac:spMk id="17" creationId="{D39AAC3B-7BD3-0D8C-A889-E78F1974A395}"/>
          </ac:spMkLst>
        </pc:spChg>
      </pc:sldChg>
      <pc:sldChg chg="addSp modSp mod">
        <pc:chgData name="Samreen Jahan" userId="56bd0a8e-232d-4a50-8522-552bc3ef89a6" providerId="ADAL" clId="{B5885DFB-F24E-4F00-9344-25058BF5E28E}" dt="2026-08-04T07:40:47.699" v="1680" actId="20577"/>
        <pc:sldMkLst>
          <pc:docMk/>
          <pc:sldMk cId="4164596262" sldId="2147481183"/>
        </pc:sldMkLst>
        <pc:spChg chg="mod">
          <ac:chgData name="Samreen Jahan" userId="56bd0a8e-232d-4a50-8522-552bc3ef89a6" providerId="ADAL" clId="{B5885DFB-F24E-4F00-9344-25058BF5E28E}" dt="2026-08-04T06:29:31.070" v="636" actId="1076"/>
          <ac:spMkLst>
            <pc:docMk/>
            <pc:sldMk cId="4164596262" sldId="2147481183"/>
            <ac:spMk id="2" creationId="{E0E8E5E5-06F8-AB74-4E93-7F529E6D178E}"/>
          </ac:spMkLst>
        </pc:spChg>
        <pc:spChg chg="mod">
          <ac:chgData name="Samreen Jahan" userId="56bd0a8e-232d-4a50-8522-552bc3ef89a6" providerId="ADAL" clId="{B5885DFB-F24E-4F00-9344-25058BF5E28E}" dt="2026-08-04T06:29:03.512" v="634" actId="2711"/>
          <ac:spMkLst>
            <pc:docMk/>
            <pc:sldMk cId="4164596262" sldId="2147481183"/>
            <ac:spMk id="3" creationId="{79D0D2B4-3A95-8A5D-2F41-0BCDF8823593}"/>
          </ac:spMkLst>
        </pc:spChg>
        <pc:spChg chg="mod">
          <ac:chgData name="Samreen Jahan" userId="56bd0a8e-232d-4a50-8522-552bc3ef89a6" providerId="ADAL" clId="{B5885DFB-F24E-4F00-9344-25058BF5E28E}" dt="2026-08-04T07:40:47.699" v="1680" actId="20577"/>
          <ac:spMkLst>
            <pc:docMk/>
            <pc:sldMk cId="4164596262" sldId="2147481183"/>
            <ac:spMk id="4" creationId="{E1A08642-4EDC-686A-A8E6-96F83B4E7E7C}"/>
          </ac:spMkLst>
        </pc:spChg>
        <pc:spChg chg="add">
          <ac:chgData name="Samreen Jahan" userId="56bd0a8e-232d-4a50-8522-552bc3ef89a6" providerId="ADAL" clId="{B5885DFB-F24E-4F00-9344-25058BF5E28E}" dt="2026-08-04T06:06:04.920" v="382" actId="22"/>
          <ac:spMkLst>
            <pc:docMk/>
            <pc:sldMk cId="4164596262" sldId="2147481183"/>
            <ac:spMk id="6" creationId="{73A7F1E3-24CF-0042-BB1D-2F9C5B490E02}"/>
          </ac:spMkLst>
        </pc:spChg>
        <pc:spChg chg="mod">
          <ac:chgData name="Samreen Jahan" userId="56bd0a8e-232d-4a50-8522-552bc3ef89a6" providerId="ADAL" clId="{B5885DFB-F24E-4F00-9344-25058BF5E28E}" dt="2026-08-04T06:16:13.615" v="582" actId="20577"/>
          <ac:spMkLst>
            <pc:docMk/>
            <pc:sldMk cId="4164596262" sldId="2147481183"/>
            <ac:spMk id="9" creationId="{165FB427-668C-2714-71F6-F57F37534070}"/>
          </ac:spMkLst>
        </pc:spChg>
      </pc:sldChg>
      <pc:sldChg chg="modSp mod">
        <pc:chgData name="Samreen Jahan" userId="56bd0a8e-232d-4a50-8522-552bc3ef89a6" providerId="ADAL" clId="{B5885DFB-F24E-4F00-9344-25058BF5E28E}" dt="2026-08-04T12:52:41.894" v="4024"/>
        <pc:sldMkLst>
          <pc:docMk/>
          <pc:sldMk cId="789945410" sldId="2147481184"/>
        </pc:sldMkLst>
        <pc:spChg chg="mod">
          <ac:chgData name="Samreen Jahan" userId="56bd0a8e-232d-4a50-8522-552bc3ef89a6" providerId="ADAL" clId="{B5885DFB-F24E-4F00-9344-25058BF5E28E}" dt="2026-08-04T12:52:41.894" v="4024"/>
          <ac:spMkLst>
            <pc:docMk/>
            <pc:sldMk cId="789945410" sldId="2147481184"/>
            <ac:spMk id="6" creationId="{91FFF464-334B-5749-3FD5-CF5BCB182F41}"/>
          </ac:spMkLst>
        </pc:spChg>
        <pc:spChg chg="mod">
          <ac:chgData name="Samreen Jahan" userId="56bd0a8e-232d-4a50-8522-552bc3ef89a6" providerId="ADAL" clId="{B5885DFB-F24E-4F00-9344-25058BF5E28E}" dt="2026-08-04T11:12:35.488" v="2457" actId="123"/>
          <ac:spMkLst>
            <pc:docMk/>
            <pc:sldMk cId="789945410" sldId="2147481184"/>
            <ac:spMk id="8" creationId="{19053FF9-2114-7023-B3A0-352962969E2A}"/>
          </ac:spMkLst>
        </pc:spChg>
        <pc:spChg chg="mod">
          <ac:chgData name="Samreen Jahan" userId="56bd0a8e-232d-4a50-8522-552bc3ef89a6" providerId="ADAL" clId="{B5885DFB-F24E-4F00-9344-25058BF5E28E}" dt="2026-08-04T11:12:52.481" v="2461" actId="1076"/>
          <ac:spMkLst>
            <pc:docMk/>
            <pc:sldMk cId="789945410" sldId="2147481184"/>
            <ac:spMk id="10" creationId="{1ED413B0-4ABD-8231-9B9A-D29F50E39E31}"/>
          </ac:spMkLst>
        </pc:spChg>
        <pc:picChg chg="mod">
          <ac:chgData name="Samreen Jahan" userId="56bd0a8e-232d-4a50-8522-552bc3ef89a6" providerId="ADAL" clId="{B5885DFB-F24E-4F00-9344-25058BF5E28E}" dt="2026-08-04T11:12:54.733" v="2462" actId="14100"/>
          <ac:picMkLst>
            <pc:docMk/>
            <pc:sldMk cId="789945410" sldId="2147481184"/>
            <ac:picMk id="4" creationId="{4BAFC9CC-61EA-4317-2F5B-900CE86CB9FC}"/>
          </ac:picMkLst>
        </pc:picChg>
      </pc:sldChg>
      <pc:sldChg chg="modSp mod">
        <pc:chgData name="Samreen Jahan" userId="56bd0a8e-232d-4a50-8522-552bc3ef89a6" providerId="ADAL" clId="{B5885DFB-F24E-4F00-9344-25058BF5E28E}" dt="2026-08-04T07:45:58.503" v="1719" actId="20577"/>
        <pc:sldMkLst>
          <pc:docMk/>
          <pc:sldMk cId="4092257193" sldId="2147481185"/>
        </pc:sldMkLst>
        <pc:spChg chg="mod">
          <ac:chgData name="Samreen Jahan" userId="56bd0a8e-232d-4a50-8522-552bc3ef89a6" providerId="ADAL" clId="{B5885DFB-F24E-4F00-9344-25058BF5E28E}" dt="2026-08-04T07:45:58.503" v="1719" actId="20577"/>
          <ac:spMkLst>
            <pc:docMk/>
            <pc:sldMk cId="4092257193" sldId="2147481185"/>
            <ac:spMk id="4" creationId="{C107132A-1EF1-5060-3BC8-70653B6CF4A2}"/>
          </ac:spMkLst>
        </pc:spChg>
        <pc:spChg chg="mod">
          <ac:chgData name="Samreen Jahan" userId="56bd0a8e-232d-4a50-8522-552bc3ef89a6" providerId="ADAL" clId="{B5885DFB-F24E-4F00-9344-25058BF5E28E}" dt="2026-08-04T06:05:57.126" v="380" actId="1076"/>
          <ac:spMkLst>
            <pc:docMk/>
            <pc:sldMk cId="4092257193" sldId="2147481185"/>
            <ac:spMk id="5" creationId="{147E16F3-B716-2E45-F4E2-5BC3B4EB7B4C}"/>
          </ac:spMkLst>
        </pc:spChg>
      </pc:sldChg>
      <pc:sldChg chg="addSp delSp modSp mod">
        <pc:chgData name="Samreen Jahan" userId="56bd0a8e-232d-4a50-8522-552bc3ef89a6" providerId="ADAL" clId="{B5885DFB-F24E-4F00-9344-25058BF5E28E}" dt="2026-08-04T05:49:56.126" v="246" actId="20577"/>
        <pc:sldMkLst>
          <pc:docMk/>
          <pc:sldMk cId="2910829315" sldId="2147481186"/>
        </pc:sldMkLst>
        <pc:spChg chg="mod">
          <ac:chgData name="Samreen Jahan" userId="56bd0a8e-232d-4a50-8522-552bc3ef89a6" providerId="ADAL" clId="{B5885DFB-F24E-4F00-9344-25058BF5E28E}" dt="2026-08-04T05:48:54.674" v="232" actId="123"/>
          <ac:spMkLst>
            <pc:docMk/>
            <pc:sldMk cId="2910829315" sldId="2147481186"/>
            <ac:spMk id="2" creationId="{80B1467A-6386-84E1-C0F0-E331A97CFAEE}"/>
          </ac:spMkLst>
        </pc:spChg>
        <pc:spChg chg="mod">
          <ac:chgData name="Samreen Jahan" userId="56bd0a8e-232d-4a50-8522-552bc3ef89a6" providerId="ADAL" clId="{B5885DFB-F24E-4F00-9344-25058BF5E28E}" dt="2026-08-04T05:49:56.126" v="246" actId="20577"/>
          <ac:spMkLst>
            <pc:docMk/>
            <pc:sldMk cId="2910829315" sldId="2147481186"/>
            <ac:spMk id="4" creationId="{F15A706B-CAC9-E2D3-9A32-CFFE4FDEE854}"/>
          </ac:spMkLst>
        </pc:spChg>
        <pc:spChg chg="mod">
          <ac:chgData name="Samreen Jahan" userId="56bd0a8e-232d-4a50-8522-552bc3ef89a6" providerId="ADAL" clId="{B5885DFB-F24E-4F00-9344-25058BF5E28E}" dt="2026-08-04T05:49:20.090" v="236" actId="14100"/>
          <ac:spMkLst>
            <pc:docMk/>
            <pc:sldMk cId="2910829315" sldId="2147481186"/>
            <ac:spMk id="5" creationId="{DF181F0B-91C5-132B-112D-72DCC9C1C334}"/>
          </ac:spMkLst>
        </pc:spChg>
        <pc:spChg chg="add del">
          <ac:chgData name="Samreen Jahan" userId="56bd0a8e-232d-4a50-8522-552bc3ef89a6" providerId="ADAL" clId="{B5885DFB-F24E-4F00-9344-25058BF5E28E}" dt="2026-08-04T05:49:14.780" v="234" actId="22"/>
          <ac:spMkLst>
            <pc:docMk/>
            <pc:sldMk cId="2910829315" sldId="2147481186"/>
            <ac:spMk id="7" creationId="{AE82FE35-A5A0-1163-9CA2-B5A16D1B6ED6}"/>
          </ac:spMkLst>
        </pc:spChg>
      </pc:sldChg>
      <pc:sldChg chg="addSp modSp mod">
        <pc:chgData name="Samreen Jahan" userId="56bd0a8e-232d-4a50-8522-552bc3ef89a6" providerId="ADAL" clId="{B5885DFB-F24E-4F00-9344-25058BF5E28E}" dt="2026-08-04T11:02:13.835" v="2258" actId="1076"/>
        <pc:sldMkLst>
          <pc:docMk/>
          <pc:sldMk cId="1218680027" sldId="2147481188"/>
        </pc:sldMkLst>
        <pc:spChg chg="mod">
          <ac:chgData name="Samreen Jahan" userId="56bd0a8e-232d-4a50-8522-552bc3ef89a6" providerId="ADAL" clId="{B5885DFB-F24E-4F00-9344-25058BF5E28E}" dt="2026-08-04T06:48:06.893" v="908" actId="14100"/>
          <ac:spMkLst>
            <pc:docMk/>
            <pc:sldMk cId="1218680027" sldId="2147481188"/>
            <ac:spMk id="2" creationId="{34527B74-8A3E-73DC-8DE9-99E558918E35}"/>
          </ac:spMkLst>
        </pc:spChg>
        <pc:spChg chg="add">
          <ac:chgData name="Samreen Jahan" userId="56bd0a8e-232d-4a50-8522-552bc3ef89a6" providerId="ADAL" clId="{B5885DFB-F24E-4F00-9344-25058BF5E28E}" dt="2026-08-04T06:06:28.448" v="385" actId="22"/>
          <ac:spMkLst>
            <pc:docMk/>
            <pc:sldMk cId="1218680027" sldId="2147481188"/>
            <ac:spMk id="4" creationId="{943A2299-28AB-8C82-D9C4-A2204850FEEC}"/>
          </ac:spMkLst>
        </pc:spChg>
        <pc:spChg chg="mod">
          <ac:chgData name="Samreen Jahan" userId="56bd0a8e-232d-4a50-8522-552bc3ef89a6" providerId="ADAL" clId="{B5885DFB-F24E-4F00-9344-25058BF5E28E}" dt="2026-08-04T11:02:13.835" v="2258" actId="1076"/>
          <ac:spMkLst>
            <pc:docMk/>
            <pc:sldMk cId="1218680027" sldId="2147481188"/>
            <ac:spMk id="5" creationId="{938049AF-6DE7-9C7C-4A28-4751A8057548}"/>
          </ac:spMkLst>
        </pc:spChg>
        <pc:spChg chg="add mod">
          <ac:chgData name="Samreen Jahan" userId="56bd0a8e-232d-4a50-8522-552bc3ef89a6" providerId="ADAL" clId="{B5885DFB-F24E-4F00-9344-25058BF5E28E}" dt="2026-08-04T11:01:53.492" v="2255" actId="20577"/>
          <ac:spMkLst>
            <pc:docMk/>
            <pc:sldMk cId="1218680027" sldId="2147481188"/>
            <ac:spMk id="6" creationId="{4D04AFB8-22D0-8B43-6012-EA0F2C2E153F}"/>
          </ac:spMkLst>
        </pc:spChg>
        <pc:spChg chg="add mod">
          <ac:chgData name="Samreen Jahan" userId="56bd0a8e-232d-4a50-8522-552bc3ef89a6" providerId="ADAL" clId="{B5885DFB-F24E-4F00-9344-25058BF5E28E}" dt="2026-08-04T07:42:52.456" v="1698" actId="20577"/>
          <ac:spMkLst>
            <pc:docMk/>
            <pc:sldMk cId="1218680027" sldId="2147481188"/>
            <ac:spMk id="7" creationId="{3CA28647-9D2E-2DA7-9FB8-7DB6B3442546}"/>
          </ac:spMkLst>
        </pc:spChg>
        <pc:spChg chg="mod">
          <ac:chgData name="Samreen Jahan" userId="56bd0a8e-232d-4a50-8522-552bc3ef89a6" providerId="ADAL" clId="{B5885DFB-F24E-4F00-9344-25058BF5E28E}" dt="2026-08-04T11:02:02.616" v="2256" actId="1076"/>
          <ac:spMkLst>
            <pc:docMk/>
            <pc:sldMk cId="1218680027" sldId="2147481188"/>
            <ac:spMk id="8" creationId="{82A87BEC-DF87-6244-45B5-549ACBB3E30B}"/>
          </ac:spMkLst>
        </pc:spChg>
        <pc:graphicFrameChg chg="mod modGraphic">
          <ac:chgData name="Samreen Jahan" userId="56bd0a8e-232d-4a50-8522-552bc3ef89a6" providerId="ADAL" clId="{B5885DFB-F24E-4F00-9344-25058BF5E28E}" dt="2026-08-04T07:07:26.840" v="1336" actId="255"/>
          <ac:graphicFrameMkLst>
            <pc:docMk/>
            <pc:sldMk cId="1218680027" sldId="2147481188"/>
            <ac:graphicFrameMk id="9" creationId="{CA1A355E-2AA6-83DF-5A2D-0D1E10DEA358}"/>
          </ac:graphicFrameMkLst>
        </pc:graphicFrameChg>
      </pc:sldChg>
      <pc:sldChg chg="addSp modSp mod">
        <pc:chgData name="Samreen Jahan" userId="56bd0a8e-232d-4a50-8522-552bc3ef89a6" providerId="ADAL" clId="{B5885DFB-F24E-4F00-9344-25058BF5E28E}" dt="2026-08-04T07:43:20.802" v="1707" actId="20577"/>
        <pc:sldMkLst>
          <pc:docMk/>
          <pc:sldMk cId="4053209073" sldId="2147481189"/>
        </pc:sldMkLst>
        <pc:spChg chg="mod">
          <ac:chgData name="Samreen Jahan" userId="56bd0a8e-232d-4a50-8522-552bc3ef89a6" providerId="ADAL" clId="{B5885DFB-F24E-4F00-9344-25058BF5E28E}" dt="2026-08-04T06:06:34.063" v="386" actId="14100"/>
          <ac:spMkLst>
            <pc:docMk/>
            <pc:sldMk cId="4053209073" sldId="2147481189"/>
            <ac:spMk id="5" creationId="{EE7E21DB-8E9E-AB31-E36C-5C32754DB8F7}"/>
          </ac:spMkLst>
        </pc:spChg>
        <pc:spChg chg="add mod">
          <ac:chgData name="Samreen Jahan" userId="56bd0a8e-232d-4a50-8522-552bc3ef89a6" providerId="ADAL" clId="{B5885DFB-F24E-4F00-9344-25058BF5E28E}" dt="2026-08-04T07:43:20.802" v="1707" actId="20577"/>
          <ac:spMkLst>
            <pc:docMk/>
            <pc:sldMk cId="4053209073" sldId="2147481189"/>
            <ac:spMk id="6" creationId="{B65BFF97-6968-3B70-71FC-BF8EC9469A72}"/>
          </ac:spMkLst>
        </pc:spChg>
        <pc:spChg chg="mod">
          <ac:chgData name="Samreen Jahan" userId="56bd0a8e-232d-4a50-8522-552bc3ef89a6" providerId="ADAL" clId="{B5885DFB-F24E-4F00-9344-25058BF5E28E}" dt="2026-08-04T07:10:40.726" v="1389" actId="1035"/>
          <ac:spMkLst>
            <pc:docMk/>
            <pc:sldMk cId="4053209073" sldId="2147481189"/>
            <ac:spMk id="8" creationId="{1CD5BB3B-BB39-EE62-E6E4-191B2C4A96EB}"/>
          </ac:spMkLst>
        </pc:spChg>
        <pc:spChg chg="mod">
          <ac:chgData name="Samreen Jahan" userId="56bd0a8e-232d-4a50-8522-552bc3ef89a6" providerId="ADAL" clId="{B5885DFB-F24E-4F00-9344-25058BF5E28E}" dt="2026-08-04T07:10:40.726" v="1389" actId="1035"/>
          <ac:spMkLst>
            <pc:docMk/>
            <pc:sldMk cId="4053209073" sldId="2147481189"/>
            <ac:spMk id="11" creationId="{CACB3D75-AA4F-3C76-17EB-2BA40CBDF071}"/>
          </ac:spMkLst>
        </pc:spChg>
        <pc:graphicFrameChg chg="mod modGraphic">
          <ac:chgData name="Samreen Jahan" userId="56bd0a8e-232d-4a50-8522-552bc3ef89a6" providerId="ADAL" clId="{B5885DFB-F24E-4F00-9344-25058BF5E28E}" dt="2026-08-04T07:09:37.093" v="1373" actId="14734"/>
          <ac:graphicFrameMkLst>
            <pc:docMk/>
            <pc:sldMk cId="4053209073" sldId="2147481189"/>
            <ac:graphicFrameMk id="3" creationId="{922E9C8B-5135-A2FB-E7BA-B450E43DBCA2}"/>
          </ac:graphicFrameMkLst>
        </pc:graphicFrameChg>
      </pc:sldChg>
      <pc:sldChg chg="addSp modSp mod">
        <pc:chgData name="Samreen Jahan" userId="56bd0a8e-232d-4a50-8522-552bc3ef89a6" providerId="ADAL" clId="{B5885DFB-F24E-4F00-9344-25058BF5E28E}" dt="2026-08-04T11:05:34.098" v="2342" actId="1035"/>
        <pc:sldMkLst>
          <pc:docMk/>
          <pc:sldMk cId="1224184685" sldId="2147481190"/>
        </pc:sldMkLst>
        <pc:spChg chg="mod">
          <ac:chgData name="Samreen Jahan" userId="56bd0a8e-232d-4a50-8522-552bc3ef89a6" providerId="ADAL" clId="{B5885DFB-F24E-4F00-9344-25058BF5E28E}" dt="2026-08-04T06:06:42.057" v="387" actId="14100"/>
          <ac:spMkLst>
            <pc:docMk/>
            <pc:sldMk cId="1224184685" sldId="2147481190"/>
            <ac:spMk id="5" creationId="{994FFC60-088C-DD05-6FA0-BEFC06B9FFCF}"/>
          </ac:spMkLst>
        </pc:spChg>
        <pc:spChg chg="mod">
          <ac:chgData name="Samreen Jahan" userId="56bd0a8e-232d-4a50-8522-552bc3ef89a6" providerId="ADAL" clId="{B5885DFB-F24E-4F00-9344-25058BF5E28E}" dt="2026-08-04T11:03:12.127" v="2278" actId="1035"/>
          <ac:spMkLst>
            <pc:docMk/>
            <pc:sldMk cId="1224184685" sldId="2147481190"/>
            <ac:spMk id="6" creationId="{892C6074-A014-009E-D8E6-3B85148CE1AB}"/>
          </ac:spMkLst>
        </pc:spChg>
        <pc:spChg chg="add mod">
          <ac:chgData name="Samreen Jahan" userId="56bd0a8e-232d-4a50-8522-552bc3ef89a6" providerId="ADAL" clId="{B5885DFB-F24E-4F00-9344-25058BF5E28E}" dt="2026-08-04T11:05:34.098" v="2342" actId="1035"/>
          <ac:spMkLst>
            <pc:docMk/>
            <pc:sldMk cId="1224184685" sldId="2147481190"/>
            <ac:spMk id="7" creationId="{ED8BE482-A14C-121B-D6D8-CECFCEDEF5F2}"/>
          </ac:spMkLst>
        </pc:spChg>
        <pc:spChg chg="mod">
          <ac:chgData name="Samreen Jahan" userId="56bd0a8e-232d-4a50-8522-552bc3ef89a6" providerId="ADAL" clId="{B5885DFB-F24E-4F00-9344-25058BF5E28E}" dt="2026-08-04T11:03:20.036" v="2279" actId="14100"/>
          <ac:spMkLst>
            <pc:docMk/>
            <pc:sldMk cId="1224184685" sldId="2147481190"/>
            <ac:spMk id="8" creationId="{7F08FF9F-551C-6955-CDCC-C0601209AD38}"/>
          </ac:spMkLst>
        </pc:spChg>
        <pc:spChg chg="mod">
          <ac:chgData name="Samreen Jahan" userId="56bd0a8e-232d-4a50-8522-552bc3ef89a6" providerId="ADAL" clId="{B5885DFB-F24E-4F00-9344-25058BF5E28E}" dt="2026-08-04T11:03:38.061" v="2281" actId="255"/>
          <ac:spMkLst>
            <pc:docMk/>
            <pc:sldMk cId="1224184685" sldId="2147481190"/>
            <ac:spMk id="9" creationId="{B79C66B7-A2F6-AFB3-FC11-41B9DB883959}"/>
          </ac:spMkLst>
        </pc:spChg>
        <pc:picChg chg="mod">
          <ac:chgData name="Samreen Jahan" userId="56bd0a8e-232d-4a50-8522-552bc3ef89a6" providerId="ADAL" clId="{B5885DFB-F24E-4F00-9344-25058BF5E28E}" dt="2026-08-04T11:05:08.427" v="2335" actId="1035"/>
          <ac:picMkLst>
            <pc:docMk/>
            <pc:sldMk cId="1224184685" sldId="2147481190"/>
            <ac:picMk id="10" creationId="{A396FD1B-96AD-6955-9508-F94FB249DBC4}"/>
          </ac:picMkLst>
        </pc:picChg>
      </pc:sldChg>
      <pc:sldChg chg="modSp mod">
        <pc:chgData name="Samreen Jahan" userId="56bd0a8e-232d-4a50-8522-552bc3ef89a6" providerId="ADAL" clId="{B5885DFB-F24E-4F00-9344-25058BF5E28E}" dt="2026-08-04T07:14:47.474" v="1526" actId="1076"/>
        <pc:sldMkLst>
          <pc:docMk/>
          <pc:sldMk cId="1881467514" sldId="2147481191"/>
        </pc:sldMkLst>
        <pc:spChg chg="mod">
          <ac:chgData name="Samreen Jahan" userId="56bd0a8e-232d-4a50-8522-552bc3ef89a6" providerId="ADAL" clId="{B5885DFB-F24E-4F00-9344-25058BF5E28E}" dt="2026-08-04T07:14:47.474" v="1526" actId="1076"/>
          <ac:spMkLst>
            <pc:docMk/>
            <pc:sldMk cId="1881467514" sldId="2147481191"/>
            <ac:spMk id="2" creationId="{6F87B0CD-321F-B205-E56E-F537C7EC2A86}"/>
          </ac:spMkLst>
        </pc:spChg>
      </pc:sldChg>
      <pc:sldChg chg="addSp modSp mod">
        <pc:chgData name="Samreen Jahan" userId="56bd0a8e-232d-4a50-8522-552bc3ef89a6" providerId="ADAL" clId="{B5885DFB-F24E-4F00-9344-25058BF5E28E}" dt="2026-08-04T11:10:51.801" v="2434" actId="1076"/>
        <pc:sldMkLst>
          <pc:docMk/>
          <pc:sldMk cId="3521765931" sldId="2147481192"/>
        </pc:sldMkLst>
        <pc:spChg chg="add mod">
          <ac:chgData name="Samreen Jahan" userId="56bd0a8e-232d-4a50-8522-552bc3ef89a6" providerId="ADAL" clId="{B5885DFB-F24E-4F00-9344-25058BF5E28E}" dt="2026-08-04T07:57:31.832" v="1953" actId="1036"/>
          <ac:spMkLst>
            <pc:docMk/>
            <pc:sldMk cId="3521765931" sldId="2147481192"/>
            <ac:spMk id="3" creationId="{1E8A83B1-13B3-3926-17E2-B9C647A0E7C0}"/>
          </ac:spMkLst>
        </pc:spChg>
        <pc:spChg chg="add mod">
          <ac:chgData name="Samreen Jahan" userId="56bd0a8e-232d-4a50-8522-552bc3ef89a6" providerId="ADAL" clId="{B5885DFB-F24E-4F00-9344-25058BF5E28E}" dt="2026-08-04T11:10:43.499" v="2433" actId="113"/>
          <ac:spMkLst>
            <pc:docMk/>
            <pc:sldMk cId="3521765931" sldId="2147481192"/>
            <ac:spMk id="4" creationId="{F1914103-87C7-1960-FBD4-9FA6706780FA}"/>
          </ac:spMkLst>
        </pc:spChg>
        <pc:spChg chg="mod">
          <ac:chgData name="Samreen Jahan" userId="56bd0a8e-232d-4a50-8522-552bc3ef89a6" providerId="ADAL" clId="{B5885DFB-F24E-4F00-9344-25058BF5E28E}" dt="2026-08-04T11:10:51.801" v="2434" actId="1076"/>
          <ac:spMkLst>
            <pc:docMk/>
            <pc:sldMk cId="3521765931" sldId="2147481192"/>
            <ac:spMk id="5" creationId="{2558E680-B4B9-408F-CFFD-A416219E852D}"/>
          </ac:spMkLst>
        </pc:spChg>
        <pc:spChg chg="mod">
          <ac:chgData name="Samreen Jahan" userId="56bd0a8e-232d-4a50-8522-552bc3ef89a6" providerId="ADAL" clId="{B5885DFB-F24E-4F00-9344-25058BF5E28E}" dt="2026-08-04T07:55:48.565" v="1915" actId="1035"/>
          <ac:spMkLst>
            <pc:docMk/>
            <pc:sldMk cId="3521765931" sldId="2147481192"/>
            <ac:spMk id="19" creationId="{24334C50-24F0-C078-C707-8BB7BAD0D414}"/>
          </ac:spMkLst>
        </pc:spChg>
        <pc:spChg chg="mod">
          <ac:chgData name="Samreen Jahan" userId="56bd0a8e-232d-4a50-8522-552bc3ef89a6" providerId="ADAL" clId="{B5885DFB-F24E-4F00-9344-25058BF5E28E}" dt="2026-08-04T11:08:58.682" v="2390" actId="123"/>
          <ac:spMkLst>
            <pc:docMk/>
            <pc:sldMk cId="3521765931" sldId="2147481192"/>
            <ac:spMk id="51" creationId="{8E1F9AA9-3DDF-992E-6424-6FDB10E585A2}"/>
          </ac:spMkLst>
        </pc:spChg>
        <pc:spChg chg="mod">
          <ac:chgData name="Samreen Jahan" userId="56bd0a8e-232d-4a50-8522-552bc3ef89a6" providerId="ADAL" clId="{B5885DFB-F24E-4F00-9344-25058BF5E28E}" dt="2026-08-04T11:09:00.693" v="2391" actId="123"/>
          <ac:spMkLst>
            <pc:docMk/>
            <pc:sldMk cId="3521765931" sldId="2147481192"/>
            <ac:spMk id="53" creationId="{150AC589-133F-76C5-6B59-D7125EA8C45D}"/>
          </ac:spMkLst>
        </pc:spChg>
        <pc:spChg chg="mod">
          <ac:chgData name="Samreen Jahan" userId="56bd0a8e-232d-4a50-8522-552bc3ef89a6" providerId="ADAL" clId="{B5885DFB-F24E-4F00-9344-25058BF5E28E}" dt="2026-08-04T11:09:02.633" v="2392" actId="123"/>
          <ac:spMkLst>
            <pc:docMk/>
            <pc:sldMk cId="3521765931" sldId="2147481192"/>
            <ac:spMk id="55" creationId="{9C1A924E-6CAB-08CD-A5F7-B0483745AA7E}"/>
          </ac:spMkLst>
        </pc:spChg>
        <pc:spChg chg="mod">
          <ac:chgData name="Samreen Jahan" userId="56bd0a8e-232d-4a50-8522-552bc3ef89a6" providerId="ADAL" clId="{B5885DFB-F24E-4F00-9344-25058BF5E28E}" dt="2026-08-04T11:09:04.540" v="2393" actId="123"/>
          <ac:spMkLst>
            <pc:docMk/>
            <pc:sldMk cId="3521765931" sldId="2147481192"/>
            <ac:spMk id="57" creationId="{2D0A0280-0250-18AA-7278-BF187FF74A3C}"/>
          </ac:spMkLst>
        </pc:spChg>
        <pc:spChg chg="mod">
          <ac:chgData name="Samreen Jahan" userId="56bd0a8e-232d-4a50-8522-552bc3ef89a6" providerId="ADAL" clId="{B5885DFB-F24E-4F00-9344-25058BF5E28E}" dt="2026-08-04T11:09:06.732" v="2394" actId="123"/>
          <ac:spMkLst>
            <pc:docMk/>
            <pc:sldMk cId="3521765931" sldId="2147481192"/>
            <ac:spMk id="59" creationId="{EE86E2A2-D659-93B2-AE46-1F60B7C0F823}"/>
          </ac:spMkLst>
        </pc:spChg>
        <pc:spChg chg="mod">
          <ac:chgData name="Samreen Jahan" userId="56bd0a8e-232d-4a50-8522-552bc3ef89a6" providerId="ADAL" clId="{B5885DFB-F24E-4F00-9344-25058BF5E28E}" dt="2026-08-04T11:08:55.941" v="2389" actId="123"/>
          <ac:spMkLst>
            <pc:docMk/>
            <pc:sldMk cId="3521765931" sldId="2147481192"/>
            <ac:spMk id="61" creationId="{95BAF73F-2AC7-2E85-A1A2-5B8DB3701A32}"/>
          </ac:spMkLst>
        </pc:spChg>
        <pc:graphicFrameChg chg="mod">
          <ac:chgData name="Samreen Jahan" userId="56bd0a8e-232d-4a50-8522-552bc3ef89a6" providerId="ADAL" clId="{B5885DFB-F24E-4F00-9344-25058BF5E28E}" dt="2026-08-04T07:55:53.483" v="1924" actId="1035"/>
          <ac:graphicFrameMkLst>
            <pc:docMk/>
            <pc:sldMk cId="3521765931" sldId="2147481192"/>
            <ac:graphicFrameMk id="39" creationId="{2C6225FE-3E57-22D1-59BE-D4C6396FBE59}"/>
          </ac:graphicFrameMkLst>
        </pc:graphicFrameChg>
        <pc:graphicFrameChg chg="mod">
          <ac:chgData name="Samreen Jahan" userId="56bd0a8e-232d-4a50-8522-552bc3ef89a6" providerId="ADAL" clId="{B5885DFB-F24E-4F00-9344-25058BF5E28E}" dt="2026-08-04T07:55:53.483" v="1924" actId="1035"/>
          <ac:graphicFrameMkLst>
            <pc:docMk/>
            <pc:sldMk cId="3521765931" sldId="2147481192"/>
            <ac:graphicFrameMk id="43" creationId="{57F10589-3519-B905-A28F-28DC79705B36}"/>
          </ac:graphicFrameMkLst>
        </pc:graphicFrameChg>
        <pc:graphicFrameChg chg="mod">
          <ac:chgData name="Samreen Jahan" userId="56bd0a8e-232d-4a50-8522-552bc3ef89a6" providerId="ADAL" clId="{B5885DFB-F24E-4F00-9344-25058BF5E28E}" dt="2026-08-04T07:55:53.483" v="1924" actId="1035"/>
          <ac:graphicFrameMkLst>
            <pc:docMk/>
            <pc:sldMk cId="3521765931" sldId="2147481192"/>
            <ac:graphicFrameMk id="47" creationId="{6D16288E-ED7A-951B-A479-7A1A55774164}"/>
          </ac:graphicFrameMkLst>
        </pc:graphicFrameChg>
      </pc:sldChg>
      <pc:sldChg chg="addSp modSp mod">
        <pc:chgData name="Samreen Jahan" userId="56bd0a8e-232d-4a50-8522-552bc3ef89a6" providerId="ADAL" clId="{B5885DFB-F24E-4F00-9344-25058BF5E28E}" dt="2026-08-04T11:11:17.480" v="2440" actId="20577"/>
        <pc:sldMkLst>
          <pc:docMk/>
          <pc:sldMk cId="307475087" sldId="2147481193"/>
        </pc:sldMkLst>
        <pc:spChg chg="mod">
          <ac:chgData name="Samreen Jahan" userId="56bd0a8e-232d-4a50-8522-552bc3ef89a6" providerId="ADAL" clId="{B5885DFB-F24E-4F00-9344-25058BF5E28E}" dt="2026-08-04T11:11:08.333" v="2436" actId="20577"/>
          <ac:spMkLst>
            <pc:docMk/>
            <pc:sldMk cId="307475087" sldId="2147481193"/>
            <ac:spMk id="3" creationId="{CAC97C62-77E5-A62B-A92E-C7894B1DE5C6}"/>
          </ac:spMkLst>
        </pc:spChg>
        <pc:spChg chg="add mod">
          <ac:chgData name="Samreen Jahan" userId="56bd0a8e-232d-4a50-8522-552bc3ef89a6" providerId="ADAL" clId="{B5885DFB-F24E-4F00-9344-25058BF5E28E}" dt="2026-08-04T11:11:03.782" v="2435" actId="123"/>
          <ac:spMkLst>
            <pc:docMk/>
            <pc:sldMk cId="307475087" sldId="2147481193"/>
            <ac:spMk id="4" creationId="{B41FEAD2-3BF7-29B0-0452-38D5DA209794}"/>
          </ac:spMkLst>
        </pc:spChg>
        <pc:spChg chg="mod">
          <ac:chgData name="Samreen Jahan" userId="56bd0a8e-232d-4a50-8522-552bc3ef89a6" providerId="ADAL" clId="{B5885DFB-F24E-4F00-9344-25058BF5E28E}" dt="2026-08-04T11:11:11.369" v="2437" actId="20577"/>
          <ac:spMkLst>
            <pc:docMk/>
            <pc:sldMk cId="307475087" sldId="2147481193"/>
            <ac:spMk id="6" creationId="{56F56BE3-EBAD-AC2F-A2E1-CFAAC699F23C}"/>
          </ac:spMkLst>
        </pc:spChg>
        <pc:spChg chg="mod">
          <ac:chgData name="Samreen Jahan" userId="56bd0a8e-232d-4a50-8522-552bc3ef89a6" providerId="ADAL" clId="{B5885DFB-F24E-4F00-9344-25058BF5E28E}" dt="2026-08-04T11:11:13.343" v="2438" actId="20577"/>
          <ac:spMkLst>
            <pc:docMk/>
            <pc:sldMk cId="307475087" sldId="2147481193"/>
            <ac:spMk id="8" creationId="{7F2B8F44-70F0-711E-ECEE-35B09C5A7E7F}"/>
          </ac:spMkLst>
        </pc:spChg>
        <pc:spChg chg="mod">
          <ac:chgData name="Samreen Jahan" userId="56bd0a8e-232d-4a50-8522-552bc3ef89a6" providerId="ADAL" clId="{B5885DFB-F24E-4F00-9344-25058BF5E28E}" dt="2026-08-04T11:11:15.639" v="2439" actId="20577"/>
          <ac:spMkLst>
            <pc:docMk/>
            <pc:sldMk cId="307475087" sldId="2147481193"/>
            <ac:spMk id="10" creationId="{51A12B58-22CB-CFA7-E81E-B3CA112007D6}"/>
          </ac:spMkLst>
        </pc:spChg>
        <pc:spChg chg="mod">
          <ac:chgData name="Samreen Jahan" userId="56bd0a8e-232d-4a50-8522-552bc3ef89a6" providerId="ADAL" clId="{B5885DFB-F24E-4F00-9344-25058BF5E28E}" dt="2026-08-04T11:11:03.782" v="2435" actId="123"/>
          <ac:spMkLst>
            <pc:docMk/>
            <pc:sldMk cId="307475087" sldId="2147481193"/>
            <ac:spMk id="19" creationId="{DA713C7D-EA74-55D3-6749-0B0063EBB109}"/>
          </ac:spMkLst>
        </pc:spChg>
        <pc:spChg chg="mod">
          <ac:chgData name="Samreen Jahan" userId="56bd0a8e-232d-4a50-8522-552bc3ef89a6" providerId="ADAL" clId="{B5885DFB-F24E-4F00-9344-25058BF5E28E}" dt="2026-08-04T11:11:03.782" v="2435" actId="123"/>
          <ac:spMkLst>
            <pc:docMk/>
            <pc:sldMk cId="307475087" sldId="2147481193"/>
            <ac:spMk id="21" creationId="{8BD5E581-A2A8-7AEA-8A44-989FF1E4A71F}"/>
          </ac:spMkLst>
        </pc:spChg>
        <pc:spChg chg="mod">
          <ac:chgData name="Samreen Jahan" userId="56bd0a8e-232d-4a50-8522-552bc3ef89a6" providerId="ADAL" clId="{B5885DFB-F24E-4F00-9344-25058BF5E28E}" dt="2026-08-04T11:11:03.782" v="2435" actId="123"/>
          <ac:spMkLst>
            <pc:docMk/>
            <pc:sldMk cId="307475087" sldId="2147481193"/>
            <ac:spMk id="22" creationId="{3430752E-216C-4783-B1ED-09C4BBC5E045}"/>
          </ac:spMkLst>
        </pc:spChg>
        <pc:spChg chg="mod">
          <ac:chgData name="Samreen Jahan" userId="56bd0a8e-232d-4a50-8522-552bc3ef89a6" providerId="ADAL" clId="{B5885DFB-F24E-4F00-9344-25058BF5E28E}" dt="2026-08-04T11:11:03.782" v="2435" actId="123"/>
          <ac:spMkLst>
            <pc:docMk/>
            <pc:sldMk cId="307475087" sldId="2147481193"/>
            <ac:spMk id="25" creationId="{3B79AD83-43D9-A0AD-5CCE-C068ABE9124E}"/>
          </ac:spMkLst>
        </pc:spChg>
        <pc:spChg chg="mod">
          <ac:chgData name="Samreen Jahan" userId="56bd0a8e-232d-4a50-8522-552bc3ef89a6" providerId="ADAL" clId="{B5885DFB-F24E-4F00-9344-25058BF5E28E}" dt="2026-08-04T11:11:03.782" v="2435" actId="123"/>
          <ac:spMkLst>
            <pc:docMk/>
            <pc:sldMk cId="307475087" sldId="2147481193"/>
            <ac:spMk id="30" creationId="{2A1F9D55-4FD5-BAC8-867D-362D3ED92C7B}"/>
          </ac:spMkLst>
        </pc:spChg>
        <pc:spChg chg="mod">
          <ac:chgData name="Samreen Jahan" userId="56bd0a8e-232d-4a50-8522-552bc3ef89a6" providerId="ADAL" clId="{B5885DFB-F24E-4F00-9344-25058BF5E28E}" dt="2026-08-04T11:11:03.782" v="2435" actId="123"/>
          <ac:spMkLst>
            <pc:docMk/>
            <pc:sldMk cId="307475087" sldId="2147481193"/>
            <ac:spMk id="31" creationId="{CCDCDCB5-DC8D-D99F-28C9-FC46E1C98758}"/>
          </ac:spMkLst>
        </pc:spChg>
        <pc:spChg chg="mod">
          <ac:chgData name="Samreen Jahan" userId="56bd0a8e-232d-4a50-8522-552bc3ef89a6" providerId="ADAL" clId="{B5885DFB-F24E-4F00-9344-25058BF5E28E}" dt="2026-08-04T11:11:03.782" v="2435" actId="123"/>
          <ac:spMkLst>
            <pc:docMk/>
            <pc:sldMk cId="307475087" sldId="2147481193"/>
            <ac:spMk id="33" creationId="{2D0401E8-9ED8-A57B-F5F3-E1BB4862EB80}"/>
          </ac:spMkLst>
        </pc:spChg>
        <pc:spChg chg="mod">
          <ac:chgData name="Samreen Jahan" userId="56bd0a8e-232d-4a50-8522-552bc3ef89a6" providerId="ADAL" clId="{B5885DFB-F24E-4F00-9344-25058BF5E28E}" dt="2026-08-04T11:11:03.782" v="2435" actId="123"/>
          <ac:spMkLst>
            <pc:docMk/>
            <pc:sldMk cId="307475087" sldId="2147481193"/>
            <ac:spMk id="34" creationId="{D7B4FB1E-2D24-0948-D149-05B61E2D749F}"/>
          </ac:spMkLst>
        </pc:spChg>
        <pc:spChg chg="mod">
          <ac:chgData name="Samreen Jahan" userId="56bd0a8e-232d-4a50-8522-552bc3ef89a6" providerId="ADAL" clId="{B5885DFB-F24E-4F00-9344-25058BF5E28E}" dt="2026-08-04T11:11:17.480" v="2440" actId="20577"/>
          <ac:spMkLst>
            <pc:docMk/>
            <pc:sldMk cId="307475087" sldId="2147481193"/>
            <ac:spMk id="51" creationId="{1F82F11D-7622-5648-A42D-FD8EE0992793}"/>
          </ac:spMkLst>
        </pc:spChg>
      </pc:sldChg>
      <pc:sldChg chg="addSp modSp mod">
        <pc:chgData name="Samreen Jahan" userId="56bd0a8e-232d-4a50-8522-552bc3ef89a6" providerId="ADAL" clId="{B5885DFB-F24E-4F00-9344-25058BF5E28E}" dt="2026-08-04T12:46:15.435" v="3967" actId="20577"/>
        <pc:sldMkLst>
          <pc:docMk/>
          <pc:sldMk cId="141473038" sldId="2147481197"/>
        </pc:sldMkLst>
        <pc:spChg chg="add mod">
          <ac:chgData name="Samreen Jahan" userId="56bd0a8e-232d-4a50-8522-552bc3ef89a6" providerId="ADAL" clId="{B5885DFB-F24E-4F00-9344-25058BF5E28E}" dt="2026-08-04T12:45:41.122" v="3959" actId="20577"/>
          <ac:spMkLst>
            <pc:docMk/>
            <pc:sldMk cId="141473038" sldId="2147481197"/>
            <ac:spMk id="3" creationId="{D787374D-014E-0E18-5313-65823A9B3B24}"/>
          </ac:spMkLst>
        </pc:spChg>
        <pc:spChg chg="mod">
          <ac:chgData name="Samreen Jahan" userId="56bd0a8e-232d-4a50-8522-552bc3ef89a6" providerId="ADAL" clId="{B5885DFB-F24E-4F00-9344-25058BF5E28E}" dt="2026-08-04T12:45:53.282" v="3960" actId="123"/>
          <ac:spMkLst>
            <pc:docMk/>
            <pc:sldMk cId="141473038" sldId="2147481197"/>
            <ac:spMk id="5" creationId="{5D0D456F-8AD9-CFCE-7411-9DAB3EA6E0CE}"/>
          </ac:spMkLst>
        </pc:spChg>
        <pc:spChg chg="mod">
          <ac:chgData name="Samreen Jahan" userId="56bd0a8e-232d-4a50-8522-552bc3ef89a6" providerId="ADAL" clId="{B5885DFB-F24E-4F00-9344-25058BF5E28E}" dt="2026-08-04T12:45:53.282" v="3960" actId="123"/>
          <ac:spMkLst>
            <pc:docMk/>
            <pc:sldMk cId="141473038" sldId="2147481197"/>
            <ac:spMk id="19" creationId="{4C4A04B2-7252-1613-1DB0-B77B241C1C3D}"/>
          </ac:spMkLst>
        </pc:spChg>
        <pc:spChg chg="mod">
          <ac:chgData name="Samreen Jahan" userId="56bd0a8e-232d-4a50-8522-552bc3ef89a6" providerId="ADAL" clId="{B5885DFB-F24E-4F00-9344-25058BF5E28E}" dt="2026-08-04T12:45:53.282" v="3960" actId="123"/>
          <ac:spMkLst>
            <pc:docMk/>
            <pc:sldMk cId="141473038" sldId="2147481197"/>
            <ac:spMk id="25" creationId="{3EF1B82A-5101-BA6D-7DA9-CACA94650D00}"/>
          </ac:spMkLst>
        </pc:spChg>
        <pc:spChg chg="mod">
          <ac:chgData name="Samreen Jahan" userId="56bd0a8e-232d-4a50-8522-552bc3ef89a6" providerId="ADAL" clId="{B5885DFB-F24E-4F00-9344-25058BF5E28E}" dt="2026-08-04T12:45:53.282" v="3960" actId="123"/>
          <ac:spMkLst>
            <pc:docMk/>
            <pc:sldMk cId="141473038" sldId="2147481197"/>
            <ac:spMk id="27" creationId="{F8F202A5-409E-7F28-3067-0FBD125A81BF}"/>
          </ac:spMkLst>
        </pc:spChg>
        <pc:spChg chg="mod">
          <ac:chgData name="Samreen Jahan" userId="56bd0a8e-232d-4a50-8522-552bc3ef89a6" providerId="ADAL" clId="{B5885DFB-F24E-4F00-9344-25058BF5E28E}" dt="2026-08-04T12:45:53.282" v="3960" actId="123"/>
          <ac:spMkLst>
            <pc:docMk/>
            <pc:sldMk cId="141473038" sldId="2147481197"/>
            <ac:spMk id="33" creationId="{24052CA5-A57C-5919-9D52-DB397E49F2AA}"/>
          </ac:spMkLst>
        </pc:spChg>
        <pc:spChg chg="mod">
          <ac:chgData name="Samreen Jahan" userId="56bd0a8e-232d-4a50-8522-552bc3ef89a6" providerId="ADAL" clId="{B5885DFB-F24E-4F00-9344-25058BF5E28E}" dt="2026-08-04T12:45:53.282" v="3960" actId="123"/>
          <ac:spMkLst>
            <pc:docMk/>
            <pc:sldMk cId="141473038" sldId="2147481197"/>
            <ac:spMk id="34" creationId="{57887FC8-91B3-8F9C-680F-53F160BBA900}"/>
          </ac:spMkLst>
        </pc:spChg>
        <pc:spChg chg="mod">
          <ac:chgData name="Samreen Jahan" userId="56bd0a8e-232d-4a50-8522-552bc3ef89a6" providerId="ADAL" clId="{B5885DFB-F24E-4F00-9344-25058BF5E28E}" dt="2026-08-04T12:45:53.282" v="3960" actId="123"/>
          <ac:spMkLst>
            <pc:docMk/>
            <pc:sldMk cId="141473038" sldId="2147481197"/>
            <ac:spMk id="36" creationId="{2E86FC28-2B80-72A3-1DE8-C6FB232D8997}"/>
          </ac:spMkLst>
        </pc:spChg>
        <pc:spChg chg="mod">
          <ac:chgData name="Samreen Jahan" userId="56bd0a8e-232d-4a50-8522-552bc3ef89a6" providerId="ADAL" clId="{B5885DFB-F24E-4F00-9344-25058BF5E28E}" dt="2026-08-04T12:45:53.282" v="3960" actId="123"/>
          <ac:spMkLst>
            <pc:docMk/>
            <pc:sldMk cId="141473038" sldId="2147481197"/>
            <ac:spMk id="37" creationId="{85BB9E8F-F92A-016D-C654-A30CED9973FA}"/>
          </ac:spMkLst>
        </pc:spChg>
        <pc:spChg chg="mod">
          <ac:chgData name="Samreen Jahan" userId="56bd0a8e-232d-4a50-8522-552bc3ef89a6" providerId="ADAL" clId="{B5885DFB-F24E-4F00-9344-25058BF5E28E}" dt="2026-08-04T12:46:15.435" v="3967" actId="20577"/>
          <ac:spMkLst>
            <pc:docMk/>
            <pc:sldMk cId="141473038" sldId="2147481197"/>
            <ac:spMk id="51" creationId="{899EE5F7-8EAA-4BC5-F0A0-BA8BB81BFC43}"/>
          </ac:spMkLst>
        </pc:spChg>
        <pc:spChg chg="mod">
          <ac:chgData name="Samreen Jahan" userId="56bd0a8e-232d-4a50-8522-552bc3ef89a6" providerId="ADAL" clId="{B5885DFB-F24E-4F00-9344-25058BF5E28E}" dt="2026-08-04T12:46:12.128" v="3966" actId="20577"/>
          <ac:spMkLst>
            <pc:docMk/>
            <pc:sldMk cId="141473038" sldId="2147481197"/>
            <ac:spMk id="53" creationId="{16B80EDD-FF26-3C73-3CA3-51C2736D8E63}"/>
          </ac:spMkLst>
        </pc:spChg>
        <pc:spChg chg="mod">
          <ac:chgData name="Samreen Jahan" userId="56bd0a8e-232d-4a50-8522-552bc3ef89a6" providerId="ADAL" clId="{B5885DFB-F24E-4F00-9344-25058BF5E28E}" dt="2026-08-04T12:46:09.267" v="3965" actId="20577"/>
          <ac:spMkLst>
            <pc:docMk/>
            <pc:sldMk cId="141473038" sldId="2147481197"/>
            <ac:spMk id="55" creationId="{C0E9458E-A8F5-801A-8917-13B06FD8B9B5}"/>
          </ac:spMkLst>
        </pc:spChg>
        <pc:spChg chg="mod">
          <ac:chgData name="Samreen Jahan" userId="56bd0a8e-232d-4a50-8522-552bc3ef89a6" providerId="ADAL" clId="{B5885DFB-F24E-4F00-9344-25058BF5E28E}" dt="2026-08-04T12:46:07.084" v="3964" actId="20577"/>
          <ac:spMkLst>
            <pc:docMk/>
            <pc:sldMk cId="141473038" sldId="2147481197"/>
            <ac:spMk id="57" creationId="{2B68A92D-2282-BF37-6027-3DA54D1B0DAA}"/>
          </ac:spMkLst>
        </pc:spChg>
        <pc:spChg chg="mod">
          <ac:chgData name="Samreen Jahan" userId="56bd0a8e-232d-4a50-8522-552bc3ef89a6" providerId="ADAL" clId="{B5885DFB-F24E-4F00-9344-25058BF5E28E}" dt="2026-08-04T12:46:04.557" v="3963" actId="20577"/>
          <ac:spMkLst>
            <pc:docMk/>
            <pc:sldMk cId="141473038" sldId="2147481197"/>
            <ac:spMk id="59" creationId="{2207B18F-259D-A61C-06AC-4648D4C9AA87}"/>
          </ac:spMkLst>
        </pc:spChg>
        <pc:spChg chg="mod">
          <ac:chgData name="Samreen Jahan" userId="56bd0a8e-232d-4a50-8522-552bc3ef89a6" providerId="ADAL" clId="{B5885DFB-F24E-4F00-9344-25058BF5E28E}" dt="2026-08-04T12:46:01.822" v="3962" actId="6549"/>
          <ac:spMkLst>
            <pc:docMk/>
            <pc:sldMk cId="141473038" sldId="2147481197"/>
            <ac:spMk id="61" creationId="{E8F9CFE6-30FD-83B5-FDF2-565FE46A7F81}"/>
          </ac:spMkLst>
        </pc:spChg>
        <pc:graphicFrameChg chg="mod">
          <ac:chgData name="Samreen Jahan" userId="56bd0a8e-232d-4a50-8522-552bc3ef89a6" providerId="ADAL" clId="{B5885DFB-F24E-4F00-9344-25058BF5E28E}" dt="2026-08-04T12:40:54.431" v="3914" actId="1035"/>
          <ac:graphicFrameMkLst>
            <pc:docMk/>
            <pc:sldMk cId="141473038" sldId="2147481197"/>
            <ac:graphicFrameMk id="39" creationId="{A7A602D7-C878-3AF7-977D-904CD198D2EF}"/>
          </ac:graphicFrameMkLst>
        </pc:graphicFrameChg>
        <pc:graphicFrameChg chg="mod">
          <ac:chgData name="Samreen Jahan" userId="56bd0a8e-232d-4a50-8522-552bc3ef89a6" providerId="ADAL" clId="{B5885DFB-F24E-4F00-9344-25058BF5E28E}" dt="2026-08-04T12:40:54.431" v="3914" actId="1035"/>
          <ac:graphicFrameMkLst>
            <pc:docMk/>
            <pc:sldMk cId="141473038" sldId="2147481197"/>
            <ac:graphicFrameMk id="45" creationId="{82FB128B-C39F-B8C1-2E3F-AA07727B747B}"/>
          </ac:graphicFrameMkLst>
        </pc:graphicFrameChg>
        <pc:graphicFrameChg chg="mod">
          <ac:chgData name="Samreen Jahan" userId="56bd0a8e-232d-4a50-8522-552bc3ef89a6" providerId="ADAL" clId="{B5885DFB-F24E-4F00-9344-25058BF5E28E}" dt="2026-08-04T12:40:54.431" v="3914" actId="1035"/>
          <ac:graphicFrameMkLst>
            <pc:docMk/>
            <pc:sldMk cId="141473038" sldId="2147481197"/>
            <ac:graphicFrameMk id="49" creationId="{97B69312-CABB-59C3-D993-0E735F2AAD11}"/>
          </ac:graphicFrameMkLst>
        </pc:graphicFrameChg>
      </pc:sldChg>
      <pc:sldChg chg="addSp modSp mod">
        <pc:chgData name="Samreen Jahan" userId="56bd0a8e-232d-4a50-8522-552bc3ef89a6" providerId="ADAL" clId="{B5885DFB-F24E-4F00-9344-25058BF5E28E}" dt="2026-08-04T12:40:29.395" v="3897" actId="1035"/>
        <pc:sldMkLst>
          <pc:docMk/>
          <pc:sldMk cId="1692799811" sldId="2147481198"/>
        </pc:sldMkLst>
        <pc:spChg chg="mod">
          <ac:chgData name="Samreen Jahan" userId="56bd0a8e-232d-4a50-8522-552bc3ef89a6" providerId="ADAL" clId="{B5885DFB-F24E-4F00-9344-25058BF5E28E}" dt="2026-08-04T12:38:40.830" v="3868" actId="123"/>
          <ac:spMkLst>
            <pc:docMk/>
            <pc:sldMk cId="1692799811" sldId="2147481198"/>
            <ac:spMk id="3" creationId="{6887CFF7-9C8E-C327-6FA3-B975877C8F02}"/>
          </ac:spMkLst>
        </pc:spChg>
        <pc:spChg chg="add mod">
          <ac:chgData name="Samreen Jahan" userId="56bd0a8e-232d-4a50-8522-552bc3ef89a6" providerId="ADAL" clId="{B5885DFB-F24E-4F00-9344-25058BF5E28E}" dt="2026-08-04T12:40:29.395" v="3897" actId="1035"/>
          <ac:spMkLst>
            <pc:docMk/>
            <pc:sldMk cId="1692799811" sldId="2147481198"/>
            <ac:spMk id="4" creationId="{73A96B40-DBE9-854D-0FBE-8BD769C323E9}"/>
          </ac:spMkLst>
        </pc:spChg>
        <pc:spChg chg="mod">
          <ac:chgData name="Samreen Jahan" userId="56bd0a8e-232d-4a50-8522-552bc3ef89a6" providerId="ADAL" clId="{B5885DFB-F24E-4F00-9344-25058BF5E28E}" dt="2026-08-04T12:38:40.830" v="3868" actId="123"/>
          <ac:spMkLst>
            <pc:docMk/>
            <pc:sldMk cId="1692799811" sldId="2147481198"/>
            <ac:spMk id="5" creationId="{353FC021-9EC5-037D-B9B4-9F41204D1283}"/>
          </ac:spMkLst>
        </pc:spChg>
        <pc:spChg chg="mod">
          <ac:chgData name="Samreen Jahan" userId="56bd0a8e-232d-4a50-8522-552bc3ef89a6" providerId="ADAL" clId="{B5885DFB-F24E-4F00-9344-25058BF5E28E}" dt="2026-08-04T12:38:40.830" v="3868" actId="123"/>
          <ac:spMkLst>
            <pc:docMk/>
            <pc:sldMk cId="1692799811" sldId="2147481198"/>
            <ac:spMk id="6" creationId="{40AFDA10-93EE-AA2E-ABA9-B853E0B1C571}"/>
          </ac:spMkLst>
        </pc:spChg>
        <pc:spChg chg="mod">
          <ac:chgData name="Samreen Jahan" userId="56bd0a8e-232d-4a50-8522-552bc3ef89a6" providerId="ADAL" clId="{B5885DFB-F24E-4F00-9344-25058BF5E28E}" dt="2026-08-04T12:38:40.830" v="3868" actId="123"/>
          <ac:spMkLst>
            <pc:docMk/>
            <pc:sldMk cId="1692799811" sldId="2147481198"/>
            <ac:spMk id="8" creationId="{E30A7632-F1B5-12A1-1C29-88700E226AD4}"/>
          </ac:spMkLst>
        </pc:spChg>
        <pc:spChg chg="mod">
          <ac:chgData name="Samreen Jahan" userId="56bd0a8e-232d-4a50-8522-552bc3ef89a6" providerId="ADAL" clId="{B5885DFB-F24E-4F00-9344-25058BF5E28E}" dt="2026-08-04T12:38:40.830" v="3868" actId="123"/>
          <ac:spMkLst>
            <pc:docMk/>
            <pc:sldMk cId="1692799811" sldId="2147481198"/>
            <ac:spMk id="21" creationId="{CC178283-5FA0-A690-097A-C57B5822C558}"/>
          </ac:spMkLst>
        </pc:spChg>
        <pc:spChg chg="mod">
          <ac:chgData name="Samreen Jahan" userId="56bd0a8e-232d-4a50-8522-552bc3ef89a6" providerId="ADAL" clId="{B5885DFB-F24E-4F00-9344-25058BF5E28E}" dt="2026-08-04T12:38:40.830" v="3868" actId="123"/>
          <ac:spMkLst>
            <pc:docMk/>
            <pc:sldMk cId="1692799811" sldId="2147481198"/>
            <ac:spMk id="22" creationId="{6FB9E7E3-ECF9-1DA6-C563-3ED27B1851CE}"/>
          </ac:spMkLst>
        </pc:spChg>
        <pc:spChg chg="mod">
          <ac:chgData name="Samreen Jahan" userId="56bd0a8e-232d-4a50-8522-552bc3ef89a6" providerId="ADAL" clId="{B5885DFB-F24E-4F00-9344-25058BF5E28E}" dt="2026-08-04T12:38:40.830" v="3868" actId="123"/>
          <ac:spMkLst>
            <pc:docMk/>
            <pc:sldMk cId="1692799811" sldId="2147481198"/>
            <ac:spMk id="24" creationId="{15489BB8-8ADD-3890-57E8-DCC1067DA56F}"/>
          </ac:spMkLst>
        </pc:spChg>
        <pc:spChg chg="mod">
          <ac:chgData name="Samreen Jahan" userId="56bd0a8e-232d-4a50-8522-552bc3ef89a6" providerId="ADAL" clId="{B5885DFB-F24E-4F00-9344-25058BF5E28E}" dt="2026-08-04T12:38:40.830" v="3868" actId="123"/>
          <ac:spMkLst>
            <pc:docMk/>
            <pc:sldMk cId="1692799811" sldId="2147481198"/>
            <ac:spMk id="25" creationId="{94C479AC-49DF-9905-25D9-3C4AD7BF3AF1}"/>
          </ac:spMkLst>
        </pc:spChg>
        <pc:spChg chg="mod">
          <ac:chgData name="Samreen Jahan" userId="56bd0a8e-232d-4a50-8522-552bc3ef89a6" providerId="ADAL" clId="{B5885DFB-F24E-4F00-9344-25058BF5E28E}" dt="2026-08-04T12:38:40.830" v="3868" actId="123"/>
          <ac:spMkLst>
            <pc:docMk/>
            <pc:sldMk cId="1692799811" sldId="2147481198"/>
            <ac:spMk id="33" creationId="{8668611F-8588-C5E7-12EA-B655CB1986F4}"/>
          </ac:spMkLst>
        </pc:spChg>
        <pc:spChg chg="mod">
          <ac:chgData name="Samreen Jahan" userId="56bd0a8e-232d-4a50-8522-552bc3ef89a6" providerId="ADAL" clId="{B5885DFB-F24E-4F00-9344-25058BF5E28E}" dt="2026-08-04T12:38:40.830" v="3868" actId="123"/>
          <ac:spMkLst>
            <pc:docMk/>
            <pc:sldMk cId="1692799811" sldId="2147481198"/>
            <ac:spMk id="34" creationId="{DB731E2F-756F-403D-A3A7-28EF2A5E0583}"/>
          </ac:spMkLst>
        </pc:spChg>
      </pc:sldChg>
      <pc:sldChg chg="modSp mod">
        <pc:chgData name="Samreen Jahan" userId="56bd0a8e-232d-4a50-8522-552bc3ef89a6" providerId="ADAL" clId="{B5885DFB-F24E-4F00-9344-25058BF5E28E}" dt="2026-08-04T12:56:30.454" v="4065" actId="1036"/>
        <pc:sldMkLst>
          <pc:docMk/>
          <pc:sldMk cId="3563576174" sldId="2147481200"/>
        </pc:sldMkLst>
        <pc:spChg chg="mod">
          <ac:chgData name="Samreen Jahan" userId="56bd0a8e-232d-4a50-8522-552bc3ef89a6" providerId="ADAL" clId="{B5885DFB-F24E-4F00-9344-25058BF5E28E}" dt="2026-08-04T12:56:30.454" v="4065" actId="1036"/>
          <ac:spMkLst>
            <pc:docMk/>
            <pc:sldMk cId="3563576174" sldId="2147481200"/>
            <ac:spMk id="4" creationId="{8391CE00-D02C-E18D-4414-2B936ECB8E7B}"/>
          </ac:spMkLst>
        </pc:spChg>
        <pc:picChg chg="mod">
          <ac:chgData name="Samreen Jahan" userId="56bd0a8e-232d-4a50-8522-552bc3ef89a6" providerId="ADAL" clId="{B5885DFB-F24E-4F00-9344-25058BF5E28E}" dt="2026-08-04T11:16:41.703" v="2547" actId="14100"/>
          <ac:picMkLst>
            <pc:docMk/>
            <pc:sldMk cId="3563576174" sldId="2147481200"/>
            <ac:picMk id="7" creationId="{CAD4B1E8-DEAF-76E3-17A2-876F792C17B0}"/>
          </ac:picMkLst>
        </pc:picChg>
      </pc:sldChg>
      <pc:sldChg chg="modSp mod">
        <pc:chgData name="Samreen Jahan" userId="56bd0a8e-232d-4a50-8522-552bc3ef89a6" providerId="ADAL" clId="{B5885DFB-F24E-4F00-9344-25058BF5E28E}" dt="2026-08-04T12:28:39.201" v="3752" actId="1076"/>
        <pc:sldMkLst>
          <pc:docMk/>
          <pc:sldMk cId="2703317193" sldId="2147481201"/>
        </pc:sldMkLst>
        <pc:spChg chg="mod">
          <ac:chgData name="Samreen Jahan" userId="56bd0a8e-232d-4a50-8522-552bc3ef89a6" providerId="ADAL" clId="{B5885DFB-F24E-4F00-9344-25058BF5E28E}" dt="2026-08-04T12:28:39.201" v="3752" actId="1076"/>
          <ac:spMkLst>
            <pc:docMk/>
            <pc:sldMk cId="2703317193" sldId="2147481201"/>
            <ac:spMk id="2" creationId="{E7DE9B55-0815-9D85-D718-5E03308E16C8}"/>
          </ac:spMkLst>
        </pc:spChg>
      </pc:sldChg>
      <pc:sldChg chg="addSp modSp mod">
        <pc:chgData name="Samreen Jahan" userId="56bd0a8e-232d-4a50-8522-552bc3ef89a6" providerId="ADAL" clId="{B5885DFB-F24E-4F00-9344-25058BF5E28E}" dt="2026-08-04T12:48:54.926" v="4007" actId="20577"/>
        <pc:sldMkLst>
          <pc:docMk/>
          <pc:sldMk cId="960419177" sldId="2147481202"/>
        </pc:sldMkLst>
        <pc:spChg chg="add mod">
          <ac:chgData name="Samreen Jahan" userId="56bd0a8e-232d-4a50-8522-552bc3ef89a6" providerId="ADAL" clId="{B5885DFB-F24E-4F00-9344-25058BF5E28E}" dt="2026-08-04T12:48:54.926" v="4007" actId="20577"/>
          <ac:spMkLst>
            <pc:docMk/>
            <pc:sldMk cId="960419177" sldId="2147481202"/>
            <ac:spMk id="5" creationId="{A17CEA4D-1592-119C-F05C-853FF743519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FB2CE6-63E1-791A-CB09-4E1EE1A0D8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90C8DA-DFB5-934E-E5D2-5D07D4BCF9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58849-B325-4E89-8942-38F665FAE190}" type="datetimeFigureOut">
              <a:rPr lang="en-AE" smtClean="0"/>
              <a:t>04/08/2026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B394AC-7C88-1D1E-369D-3A00E66596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71FC5-227A-19F1-1322-7EA0695507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90335-2E22-4E15-8F24-842CF8DE4EB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984719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AD79C-CBFD-4F11-BD43-831C4541D8D6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2E29-888F-4DAA-85E2-553D84B2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7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742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>
                <a:latin typeface="Trebuchet MS" panose="020B0603020202020204" pitchFamily="34" charset="0"/>
              </a:rPr>
              <a:t>2L:</a:t>
            </a:r>
            <a:r>
              <a:rPr lang="en-IN">
                <a:latin typeface="Trebuchet MS" panose="020B0603020202020204" pitchFamily="34" charset="0"/>
              </a:rPr>
              <a:t> second-line therapy; </a:t>
            </a:r>
            <a:r>
              <a:rPr lang="en-IN" b="1">
                <a:latin typeface="Trebuchet MS" panose="020B0603020202020204" pitchFamily="34" charset="0"/>
              </a:rPr>
              <a:t>anti-CD38 Ab:</a:t>
            </a:r>
            <a:r>
              <a:rPr lang="en-IN">
                <a:latin typeface="Trebuchet MS" panose="020B0603020202020204" pitchFamily="34" charset="0"/>
              </a:rPr>
              <a:t> anti-cluster of differentiation 38 antibody; </a:t>
            </a:r>
            <a:r>
              <a:rPr lang="en-IN" b="1" err="1">
                <a:latin typeface="Trebuchet MS" panose="020B0603020202020204" pitchFamily="34" charset="0"/>
              </a:rPr>
              <a:t>BPd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</a:t>
            </a:r>
            <a:r>
              <a:rPr lang="en-IN" err="1">
                <a:latin typeface="Trebuchet MS" panose="020B0603020202020204" pitchFamily="34" charset="0"/>
              </a:rPr>
              <a:t>belantamab</a:t>
            </a:r>
            <a:r>
              <a:rPr lang="en-IN">
                <a:latin typeface="Trebuchet MS" panose="020B0603020202020204" pitchFamily="34" charset="0"/>
              </a:rPr>
              <a:t> mafodotin, pomalidomide and dexamethasone; </a:t>
            </a:r>
            <a:r>
              <a:rPr lang="en-IN" b="1" err="1">
                <a:latin typeface="Trebuchet MS" panose="020B0603020202020204" pitchFamily="34" charset="0"/>
              </a:rPr>
              <a:t>BVd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</a:t>
            </a:r>
            <a:r>
              <a:rPr lang="en-IN" err="1">
                <a:latin typeface="Trebuchet MS" panose="020B0603020202020204" pitchFamily="34" charset="0"/>
              </a:rPr>
              <a:t>belantamab</a:t>
            </a:r>
            <a:r>
              <a:rPr lang="en-IN">
                <a:latin typeface="Trebuchet MS" panose="020B0603020202020204" pitchFamily="34" charset="0"/>
              </a:rPr>
              <a:t> mafodotin, bortezomib and dexamethasone; </a:t>
            </a:r>
            <a:r>
              <a:rPr lang="en-IN" b="1" err="1">
                <a:latin typeface="Trebuchet MS" panose="020B0603020202020204" pitchFamily="34" charset="0"/>
              </a:rPr>
              <a:t>Cilta</a:t>
            </a:r>
            <a:r>
              <a:rPr lang="en-IN" b="1">
                <a:latin typeface="Trebuchet MS" panose="020B0603020202020204" pitchFamily="34" charset="0"/>
              </a:rPr>
              <a:t>-cel:</a:t>
            </a:r>
            <a:r>
              <a:rPr lang="en-IN">
                <a:latin typeface="Trebuchet MS" panose="020B0603020202020204" pitchFamily="34" charset="0"/>
              </a:rPr>
              <a:t> </a:t>
            </a:r>
            <a:r>
              <a:rPr lang="en-IN" err="1">
                <a:latin typeface="Trebuchet MS" panose="020B0603020202020204" pitchFamily="34" charset="0"/>
              </a:rPr>
              <a:t>ciltacabtagene</a:t>
            </a:r>
            <a:r>
              <a:rPr lang="en-IN">
                <a:latin typeface="Trebuchet MS" panose="020B0603020202020204" pitchFamily="34" charset="0"/>
              </a:rPr>
              <a:t> autoleucel; </a:t>
            </a:r>
            <a:r>
              <a:rPr lang="en-IN" b="1" err="1">
                <a:latin typeface="Trebuchet MS" panose="020B0603020202020204" pitchFamily="34" charset="0"/>
              </a:rPr>
              <a:t>DKd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daratumumab, carfilzomib and dexamethasone; </a:t>
            </a:r>
            <a:r>
              <a:rPr lang="en-IN" b="1" err="1">
                <a:latin typeface="Trebuchet MS" panose="020B0603020202020204" pitchFamily="34" charset="0"/>
              </a:rPr>
              <a:t>DPd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daratumumab, pomalidomide and dexamethasone; </a:t>
            </a:r>
            <a:r>
              <a:rPr lang="en-IN" b="1" err="1">
                <a:latin typeface="Trebuchet MS" panose="020B0603020202020204" pitchFamily="34" charset="0"/>
              </a:rPr>
              <a:t>DRd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daratumumab, lenalidomide and dexamethasone; </a:t>
            </a:r>
            <a:r>
              <a:rPr lang="en-IN" b="1" err="1">
                <a:latin typeface="Trebuchet MS" panose="020B0603020202020204" pitchFamily="34" charset="0"/>
              </a:rPr>
              <a:t>DVd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daratumumab, bortezomib and dexamethasone; </a:t>
            </a:r>
            <a:r>
              <a:rPr lang="en-IN" b="1">
                <a:latin typeface="Trebuchet MS" panose="020B0603020202020204" pitchFamily="34" charset="0"/>
              </a:rPr>
              <a:t>Elra:</a:t>
            </a:r>
            <a:r>
              <a:rPr lang="en-IN">
                <a:latin typeface="Trebuchet MS" panose="020B0603020202020204" pitchFamily="34" charset="0"/>
              </a:rPr>
              <a:t> </a:t>
            </a:r>
            <a:r>
              <a:rPr lang="en-IN" err="1">
                <a:latin typeface="Trebuchet MS" panose="020B0603020202020204" pitchFamily="34" charset="0"/>
              </a:rPr>
              <a:t>elranatamab</a:t>
            </a:r>
            <a:r>
              <a:rPr lang="en-IN">
                <a:latin typeface="Trebuchet MS" panose="020B0603020202020204" pitchFamily="34" charset="0"/>
              </a:rPr>
              <a:t>; </a:t>
            </a:r>
            <a:r>
              <a:rPr lang="en-IN" b="1" err="1">
                <a:latin typeface="Trebuchet MS" panose="020B0603020202020204" pitchFamily="34" charset="0"/>
              </a:rPr>
              <a:t>EPd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</a:t>
            </a:r>
            <a:r>
              <a:rPr lang="en-IN" err="1">
                <a:latin typeface="Trebuchet MS" panose="020B0603020202020204" pitchFamily="34" charset="0"/>
              </a:rPr>
              <a:t>elotuzumab</a:t>
            </a:r>
            <a:r>
              <a:rPr lang="en-IN">
                <a:latin typeface="Trebuchet MS" panose="020B0603020202020204" pitchFamily="34" charset="0"/>
              </a:rPr>
              <a:t>, pomalidomide and dexamethasone; </a:t>
            </a:r>
            <a:r>
              <a:rPr lang="en-IN" b="1" err="1">
                <a:latin typeface="Trebuchet MS" panose="020B0603020202020204" pitchFamily="34" charset="0"/>
              </a:rPr>
              <a:t>ERd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</a:t>
            </a:r>
            <a:r>
              <a:rPr lang="en-IN" err="1">
                <a:latin typeface="Trebuchet MS" panose="020B0603020202020204" pitchFamily="34" charset="0"/>
              </a:rPr>
              <a:t>elotuzumab</a:t>
            </a:r>
            <a:r>
              <a:rPr lang="en-IN">
                <a:latin typeface="Trebuchet MS" panose="020B0603020202020204" pitchFamily="34" charset="0"/>
              </a:rPr>
              <a:t>, lenalidomide and dexamethasone; </a:t>
            </a:r>
            <a:r>
              <a:rPr lang="en-IN" b="1">
                <a:latin typeface="Trebuchet MS" panose="020B0603020202020204" pitchFamily="34" charset="0"/>
              </a:rPr>
              <a:t>Ide-cel:</a:t>
            </a:r>
            <a:r>
              <a:rPr lang="en-IN">
                <a:latin typeface="Trebuchet MS" panose="020B0603020202020204" pitchFamily="34" charset="0"/>
              </a:rPr>
              <a:t> </a:t>
            </a:r>
            <a:r>
              <a:rPr lang="en-IN" err="1">
                <a:latin typeface="Trebuchet MS" panose="020B0603020202020204" pitchFamily="34" charset="0"/>
              </a:rPr>
              <a:t>idecabtagene</a:t>
            </a:r>
            <a:r>
              <a:rPr lang="en-IN">
                <a:latin typeface="Trebuchet MS" panose="020B0603020202020204" pitchFamily="34" charset="0"/>
              </a:rPr>
              <a:t> </a:t>
            </a:r>
            <a:r>
              <a:rPr lang="en-IN" err="1">
                <a:latin typeface="Trebuchet MS" panose="020B0603020202020204" pitchFamily="34" charset="0"/>
              </a:rPr>
              <a:t>vicleucel</a:t>
            </a:r>
            <a:r>
              <a:rPr lang="en-IN">
                <a:latin typeface="Trebuchet MS" panose="020B0603020202020204" pitchFamily="34" charset="0"/>
              </a:rPr>
              <a:t>; </a:t>
            </a:r>
            <a:r>
              <a:rPr lang="en-IN" b="1" err="1">
                <a:latin typeface="Trebuchet MS" panose="020B0603020202020204" pitchFamily="34" charset="0"/>
              </a:rPr>
              <a:t>IMiD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immunomodulatory drug; </a:t>
            </a:r>
            <a:r>
              <a:rPr lang="en-IN" b="1" err="1">
                <a:latin typeface="Trebuchet MS" panose="020B0603020202020204" pitchFamily="34" charset="0"/>
              </a:rPr>
              <a:t>IsaKd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isatuximab, carfilzomib and dexamethasone; </a:t>
            </a:r>
            <a:r>
              <a:rPr lang="en-IN" b="1" err="1">
                <a:latin typeface="Trebuchet MS" panose="020B0603020202020204" pitchFamily="34" charset="0"/>
              </a:rPr>
              <a:t>IsaPd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isatuximab, pomalidomide and dexamethasone; </a:t>
            </a:r>
            <a:r>
              <a:rPr lang="en-IN" b="1" err="1">
                <a:latin typeface="Trebuchet MS" panose="020B0603020202020204" pitchFamily="34" charset="0"/>
              </a:rPr>
              <a:t>IxaRd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</a:t>
            </a:r>
            <a:r>
              <a:rPr lang="en-IN" err="1">
                <a:latin typeface="Trebuchet MS" panose="020B0603020202020204" pitchFamily="34" charset="0"/>
              </a:rPr>
              <a:t>ixazomib</a:t>
            </a:r>
            <a:r>
              <a:rPr lang="en-IN">
                <a:latin typeface="Trebuchet MS" panose="020B0603020202020204" pitchFamily="34" charset="0"/>
              </a:rPr>
              <a:t>, lenalidomide and dexamethasone; </a:t>
            </a:r>
            <a:r>
              <a:rPr lang="en-IN" b="1" err="1">
                <a:latin typeface="Trebuchet MS" panose="020B0603020202020204" pitchFamily="34" charset="0"/>
              </a:rPr>
              <a:t>Kd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carfilzomib and dexamethasone; </a:t>
            </a:r>
            <a:r>
              <a:rPr lang="en-IN" b="1" err="1">
                <a:latin typeface="Trebuchet MS" panose="020B0603020202020204" pitchFamily="34" charset="0"/>
              </a:rPr>
              <a:t>KPd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carfilzomib, pomalidomide and dexamethasone; </a:t>
            </a:r>
            <a:r>
              <a:rPr lang="en-IN" b="1" err="1">
                <a:latin typeface="Trebuchet MS" panose="020B0603020202020204" pitchFamily="34" charset="0"/>
              </a:rPr>
              <a:t>KRd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carfilzomib, lenalidomide and dexamethasone; </a:t>
            </a:r>
            <a:r>
              <a:rPr lang="en-IN" b="1">
                <a:latin typeface="Trebuchet MS" panose="020B0603020202020204" pitchFamily="34" charset="0"/>
              </a:rPr>
              <a:t>LEN:</a:t>
            </a:r>
            <a:r>
              <a:rPr lang="en-IN">
                <a:latin typeface="Trebuchet MS" panose="020B0603020202020204" pitchFamily="34" charset="0"/>
              </a:rPr>
              <a:t> lenalidomide; </a:t>
            </a:r>
            <a:r>
              <a:rPr lang="en-IN" b="1" err="1">
                <a:latin typeface="Trebuchet MS" panose="020B0603020202020204" pitchFamily="34" charset="0"/>
              </a:rPr>
              <a:t>Linvo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</a:t>
            </a:r>
            <a:r>
              <a:rPr lang="en-IN" err="1">
                <a:latin typeface="Trebuchet MS" panose="020B0603020202020204" pitchFamily="34" charset="0"/>
              </a:rPr>
              <a:t>linvoseltamab</a:t>
            </a:r>
            <a:r>
              <a:rPr lang="en-IN">
                <a:latin typeface="Trebuchet MS" panose="020B0603020202020204" pitchFamily="34" charset="0"/>
              </a:rPr>
              <a:t>; </a:t>
            </a:r>
            <a:r>
              <a:rPr lang="en-IN" b="1">
                <a:latin typeface="Trebuchet MS" panose="020B0603020202020204" pitchFamily="34" charset="0"/>
              </a:rPr>
              <a:t>LOT:</a:t>
            </a:r>
            <a:r>
              <a:rPr lang="en-IN">
                <a:latin typeface="Trebuchet MS" panose="020B0603020202020204" pitchFamily="34" charset="0"/>
              </a:rPr>
              <a:t> line of therapy; </a:t>
            </a:r>
            <a:r>
              <a:rPr lang="en-IN" b="1">
                <a:latin typeface="Trebuchet MS" panose="020B0603020202020204" pitchFamily="34" charset="0"/>
              </a:rPr>
              <a:t>MM:</a:t>
            </a:r>
            <a:r>
              <a:rPr lang="en-IN">
                <a:latin typeface="Trebuchet MS" panose="020B0603020202020204" pitchFamily="34" charset="0"/>
              </a:rPr>
              <a:t> multiple myeloma; </a:t>
            </a:r>
            <a:r>
              <a:rPr lang="en-IN" b="1">
                <a:latin typeface="Trebuchet MS" panose="020B0603020202020204" pitchFamily="34" charset="0"/>
              </a:rPr>
              <a:t>Ph:</a:t>
            </a:r>
            <a:r>
              <a:rPr lang="en-IN">
                <a:latin typeface="Trebuchet MS" panose="020B0603020202020204" pitchFamily="34" charset="0"/>
              </a:rPr>
              <a:t> phase; </a:t>
            </a:r>
            <a:r>
              <a:rPr lang="en-IN" b="1">
                <a:latin typeface="Trebuchet MS" panose="020B0603020202020204" pitchFamily="34" charset="0"/>
              </a:rPr>
              <a:t>PI:</a:t>
            </a:r>
            <a:r>
              <a:rPr lang="en-IN">
                <a:latin typeface="Trebuchet MS" panose="020B0603020202020204" pitchFamily="34" charset="0"/>
              </a:rPr>
              <a:t> proteasome inhibitor; </a:t>
            </a:r>
            <a:r>
              <a:rPr lang="en-IN" b="1" err="1">
                <a:latin typeface="Trebuchet MS" panose="020B0603020202020204" pitchFamily="34" charset="0"/>
              </a:rPr>
              <a:t>PVd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pomalidomide, bortezomib and dexamethasone; </a:t>
            </a:r>
            <a:r>
              <a:rPr lang="en-IN" b="1" err="1">
                <a:latin typeface="Trebuchet MS" panose="020B0603020202020204" pitchFamily="34" charset="0"/>
              </a:rPr>
              <a:t>SVd</a:t>
            </a:r>
            <a:r>
              <a:rPr lang="en-IN" b="1">
                <a:latin typeface="Trebuchet MS" panose="020B0603020202020204" pitchFamily="34" charset="0"/>
              </a:rPr>
              <a:t>:</a:t>
            </a:r>
            <a:r>
              <a:rPr lang="en-IN">
                <a:latin typeface="Trebuchet MS" panose="020B0603020202020204" pitchFamily="34" charset="0"/>
              </a:rPr>
              <a:t> selinexor, bortezomib and dexamethasone; </a:t>
            </a:r>
            <a:r>
              <a:rPr lang="en-IN" b="1">
                <a:latin typeface="Trebuchet MS" panose="020B0603020202020204" pitchFamily="34" charset="0"/>
              </a:rPr>
              <a:t>Talq:</a:t>
            </a:r>
            <a:r>
              <a:rPr lang="en-IN">
                <a:latin typeface="Trebuchet MS" panose="020B0603020202020204" pitchFamily="34" charset="0"/>
              </a:rPr>
              <a:t> </a:t>
            </a:r>
            <a:r>
              <a:rPr lang="en-IN" err="1">
                <a:latin typeface="Trebuchet MS" panose="020B0603020202020204" pitchFamily="34" charset="0"/>
              </a:rPr>
              <a:t>talquetamab</a:t>
            </a:r>
            <a:r>
              <a:rPr lang="en-IN">
                <a:latin typeface="Trebuchet MS" panose="020B0603020202020204" pitchFamily="34" charset="0"/>
              </a:rPr>
              <a:t>; </a:t>
            </a:r>
            <a:r>
              <a:rPr lang="en-IN" b="1">
                <a:latin typeface="Trebuchet MS" panose="020B0603020202020204" pitchFamily="34" charset="0"/>
              </a:rPr>
              <a:t>Tec:</a:t>
            </a:r>
            <a:r>
              <a:rPr lang="en-IN">
                <a:latin typeface="Trebuchet MS" panose="020B0603020202020204" pitchFamily="34" charset="0"/>
              </a:rPr>
              <a:t> </a:t>
            </a:r>
            <a:r>
              <a:rPr lang="en-IN" err="1">
                <a:latin typeface="Trebuchet MS" panose="020B0603020202020204" pitchFamily="34" charset="0"/>
              </a:rPr>
              <a:t>teclistamab</a:t>
            </a:r>
            <a:r>
              <a:rPr lang="en-IN">
                <a:latin typeface="Trebuchet MS" panose="020B0603020202020204" pitchFamily="34" charset="0"/>
              </a:rPr>
              <a:t>.</a:t>
            </a:r>
            <a:br>
              <a:rPr lang="en-IN">
                <a:latin typeface="Trebuchet MS" panose="020B0603020202020204" pitchFamily="34" charset="0"/>
              </a:rPr>
            </a:br>
            <a:r>
              <a:rPr lang="en-IN">
                <a:latin typeface="Trebuchet MS" panose="020B0603020202020204" pitchFamily="34" charset="0"/>
              </a:rPr>
              <a:t>Rodriguez-Otero et al. N Engl J Med. 2023;388:1002-1014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18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15589-65B6-7B37-7ACD-CF9C7395E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3D025-802D-7C28-1CAF-9AC48B6B4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76D41-FEA7-C352-CD9A-8FA85F6A3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B6E9E-48C0-7A0C-3071-1842B1DF4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350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6E085-E3A2-A44C-4557-16F66AC97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E5F84-254E-4800-B3B5-6DCE1A1D2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E7A22-488D-C7F4-B46D-F56BF9AF6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CFC09-9028-8C38-EC74-EA46F1839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83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73AD7-4877-5A96-DFD9-4EBDD787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F79E3-72EB-E43D-63EA-22D194255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2E423-FF91-2681-7001-F7D0742AF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97C08-BF74-150B-AA3F-2BF83FEEF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82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4D7A2-1988-29B5-C666-CACD6D63A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BC526-1323-DDFA-2E8E-F9B6C9E22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EDF6B9-4DFE-79F7-F798-4D590EF1C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66366-0BBF-5D57-3F8B-0210F92E4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67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6F058-8F3B-7C6F-2B93-60A53EFD7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EB8AF-C0AB-4504-2BE5-A2D2FF244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62866-40AF-90BB-6C35-A1AABB978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F8105-2FBD-B185-B9BB-F869F63A2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41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E1FFF-85E9-463D-CCD9-49DFDD5E5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64347-C183-5618-C06E-6348B7E8F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B73AB-4766-5C65-FEE7-9FA9E2165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0155B-E8F8-1DF3-8219-434A4454B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00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950FC-7E93-E5A7-1B1C-377E1F3AC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C4AF2-AC9D-48DF-F1AF-E07915D09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60A070-D7B4-0FCD-3EAD-1E008A19D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B901A-B9E9-9974-A7BF-C49897F71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86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E970A-CE18-DD34-F82C-0B6AC6A74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1420E-2915-F61D-4985-639EEF819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819A9-8484-16E5-9805-91C46EF72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20CD9-9579-BBC5-1130-D5159C2F3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36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53F99-8D7B-1455-AE39-E1FE713D9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91637-580E-163C-1424-52ECFE7E2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601A9-184A-F442-D850-CAF1C12BC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72374-2160-432C-C911-8A09390E0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8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40056-BC7A-3CDF-92E1-4C872B00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53752-C45D-4E7C-569D-28D3C99B8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31454-4ED1-B8E1-5C48-5E9C19FD0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F9141-EB97-B757-C26B-223FFE2C2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43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42A30-F2F6-564D-7975-2FE202F2F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E80E3-90F4-0FB0-D506-1721F0286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B2B9A-15C8-2BAF-47CD-AF6400114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DC6BB-9069-32CB-1D1A-0DB1E178D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41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DB9AC-EB67-792B-AAA2-448F98AE7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1FA8D-D968-C74B-DA42-A816A7AFD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7AA22-E16F-4BA1-EB27-23A572207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B74CC-9DAC-D75E-5834-009DFA17E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8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F2AF8-BC33-AE6D-0247-46350FD6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A46FF-369C-D5AB-BFE8-1D5070C64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8D5E7-BA4C-B86C-E5FB-74E21286C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D9AAB-0C1D-394D-582F-F3E683911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170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E51BE-EA97-811B-619F-2DF3FBFC2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C9DD0-12DD-A569-9E6D-B79A6E389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9A58B-6C39-062F-6A20-FA2199C3D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90732-939B-1880-4D0F-3B00066BF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083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8410-79CA-CC45-5037-F8BA26FEC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BAB33-EF67-3235-ACDD-C333000F8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0129E-F034-8674-4CED-652031956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6B17D-A9FF-68B1-DEAF-F0FE64ACC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635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3DC27-38E0-6F02-D336-F597A6C3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403A86-D902-DE5D-C5AF-46E77EC62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287DA-067F-A228-2947-FFCF58272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C8FBF-39C2-8A8E-303E-FEA61347D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796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1CF47-CDAF-40CA-7EEF-30E5BE904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298B4-FABE-59B8-0144-673E28746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DE2A6-90A9-7136-29DF-4BB1E6024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5425D-BC21-1484-62F8-AB017FC19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923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042A3-6D3B-0F4E-5BA2-FC00EA8E7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720C07-F931-90F5-7F6E-B573B8707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D6868-2195-3B0B-2210-0B8ABFD8A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03EB0-7428-9DAB-06C9-50E14CE71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963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DE822-AE11-134C-75CD-20EAC15D3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E45FB-ACB7-6B29-36C4-0298A5C13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58A49-C9DC-7150-E9D2-F8CCF116D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4D7B9-91E5-4667-312C-F4DE386C3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38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4DBDA-766D-49B9-E56E-11F5AD56D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A6B13-57B4-2E7D-A74A-C676226E5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4784CE-F6A4-8CAC-5605-365C96D22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F676B-34E7-0EAD-55AC-0D575606F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91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DA3A8-F58F-6C42-9769-20A47B76A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7D0A8-D778-03A5-88CB-D8D2B7F9B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E6546-5877-EF8A-F104-5BE7BFCC0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72137-169B-DAC5-C8C3-C8DCC3D10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000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22205-2616-11A0-3CF1-8CC65F6F0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DB296-6C08-D518-3AD0-DE358AC69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E0707-43D4-88C3-6363-85C7C4F47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4A91B-B06E-0AD3-88C9-7925B27D0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879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89C2F-B4E7-5F30-4573-7F77B882B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9E6D4-30E5-FE33-0A8A-4FB3C0086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BD784-9D6B-33BE-875D-5611B9BEE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0003B-79AF-B753-274F-3DDA29BD2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805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3FBB0-1737-154B-A204-85854B891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498A9-0D5B-5ABA-94FF-889AA327F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D3EA9-8660-F692-D3F1-9027B65EF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0410D-649F-AC2C-48B0-737D9A898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831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FC8C8-8487-6D3D-D346-37A95ADF3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EA5226-5FAD-BEB7-249B-67BBD6468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F06CF-4C9B-A713-5D3E-83CF42D95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BF4F2-0993-239A-B067-FC0CACA40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268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8889D-9D3F-8405-4A21-E20E79A30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0C332-EEEB-D4B6-F792-E50500A06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D0731-B827-9C58-33F9-76F8863D6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0B22D-EEDC-72C5-4779-6DCE3F8C2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526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BE043-061A-F653-B128-9C3A04405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FCAB98-ED78-6EAB-7317-D89175F04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6D5FE-0D48-B3CC-CC23-F02F4794B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35C07-2113-6E1B-48A9-661D66594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891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96291-6B63-7664-F87A-621A79F61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AAB525-1790-7883-6B99-9430B8AA7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BFFA4-EFF0-5F8C-1C7C-F34805189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60ED4-A896-2759-BD2F-90FD7C6E1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2E29-888F-4DAA-85E2-553D84B2942A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22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9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2.xml"/><Relationship Id="rId5" Type="http://schemas.openxmlformats.org/officeDocument/2006/relationships/image" Target="../media/image1.emf"/><Relationship Id="rId4" Type="http://schemas.openxmlformats.org/officeDocument/2006/relationships/image" Target="../media/image5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3.xml"/><Relationship Id="rId5" Type="http://schemas.openxmlformats.org/officeDocument/2006/relationships/image" Target="../media/image1.emf"/><Relationship Id="rId4" Type="http://schemas.openxmlformats.org/officeDocument/2006/relationships/image" Target="../media/image5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4.xml"/><Relationship Id="rId5" Type="http://schemas.openxmlformats.org/officeDocument/2006/relationships/image" Target="../media/image1.emf"/><Relationship Id="rId4" Type="http://schemas.openxmlformats.org/officeDocument/2006/relationships/image" Target="../media/image5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5.xml"/><Relationship Id="rId5" Type="http://schemas.openxmlformats.org/officeDocument/2006/relationships/image" Target="../media/image1.emf"/><Relationship Id="rId4" Type="http://schemas.openxmlformats.org/officeDocument/2006/relationships/image" Target="../media/image5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6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7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8.xml"/><Relationship Id="rId4" Type="http://schemas.openxmlformats.org/officeDocument/2006/relationships/image" Target="../media/image5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9.xml"/><Relationship Id="rId4" Type="http://schemas.openxmlformats.org/officeDocument/2006/relationships/image" Target="../media/image5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0.xml"/><Relationship Id="rId5" Type="http://schemas.openxmlformats.org/officeDocument/2006/relationships/image" Target="../media/image1.emf"/><Relationship Id="rId4" Type="http://schemas.openxmlformats.org/officeDocument/2006/relationships/image" Target="../media/image5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1.xml"/><Relationship Id="rId4" Type="http://schemas.openxmlformats.org/officeDocument/2006/relationships/image" Target="../media/image5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2.xml"/><Relationship Id="rId5" Type="http://schemas.openxmlformats.org/officeDocument/2006/relationships/image" Target="../media/image1.emf"/><Relationship Id="rId4" Type="http://schemas.openxmlformats.org/officeDocument/2006/relationships/image" Target="../media/image5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3.xml"/><Relationship Id="rId4" Type="http://schemas.openxmlformats.org/officeDocument/2006/relationships/image" Target="../media/image5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4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5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6.xml"/><Relationship Id="rId4" Type="http://schemas.openxmlformats.org/officeDocument/2006/relationships/image" Target="../media/image5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7.xml"/><Relationship Id="rId4" Type="http://schemas.openxmlformats.org/officeDocument/2006/relationships/image" Target="../media/image5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8.xml"/><Relationship Id="rId5" Type="http://schemas.openxmlformats.org/officeDocument/2006/relationships/image" Target="../media/image1.emf"/><Relationship Id="rId4" Type="http://schemas.openxmlformats.org/officeDocument/2006/relationships/image" Target="../media/image5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9.xml"/><Relationship Id="rId4" Type="http://schemas.openxmlformats.org/officeDocument/2006/relationships/image" Target="../media/image5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0.xml"/><Relationship Id="rId4" Type="http://schemas.openxmlformats.org/officeDocument/2006/relationships/image" Target="../media/image5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1.xml"/><Relationship Id="rId4" Type="http://schemas.openxmlformats.org/officeDocument/2006/relationships/image" Target="../media/image5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2.xml"/><Relationship Id="rId5" Type="http://schemas.openxmlformats.org/officeDocument/2006/relationships/image" Target="../media/image1.emf"/><Relationship Id="rId4" Type="http://schemas.openxmlformats.org/officeDocument/2006/relationships/image" Target="../media/image5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3.xml"/><Relationship Id="rId4" Type="http://schemas.openxmlformats.org/officeDocument/2006/relationships/image" Target="../media/image5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4.xml"/><Relationship Id="rId4" Type="http://schemas.openxmlformats.org/officeDocument/2006/relationships/image" Target="../media/image5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5.xml"/><Relationship Id="rId4" Type="http://schemas.openxmlformats.org/officeDocument/2006/relationships/image" Target="../media/image5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6.xml"/><Relationship Id="rId4" Type="http://schemas.openxmlformats.org/officeDocument/2006/relationships/image" Target="../media/image5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7.xml"/><Relationship Id="rId4" Type="http://schemas.openxmlformats.org/officeDocument/2006/relationships/image" Target="../media/image5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8.xml"/><Relationship Id="rId4" Type="http://schemas.openxmlformats.org/officeDocument/2006/relationships/image" Target="../media/image5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9.xml"/><Relationship Id="rId4" Type="http://schemas.openxmlformats.org/officeDocument/2006/relationships/image" Target="../media/image5.emf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0.xml"/><Relationship Id="rId4" Type="http://schemas.openxmlformats.org/officeDocument/2006/relationships/image" Target="../media/image5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1.xml"/><Relationship Id="rId4" Type="http://schemas.openxmlformats.org/officeDocument/2006/relationships/image" Target="../media/image5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2.xml"/><Relationship Id="rId4" Type="http://schemas.openxmlformats.org/officeDocument/2006/relationships/image" Target="../media/image5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3.xml"/><Relationship Id="rId4" Type="http://schemas.openxmlformats.org/officeDocument/2006/relationships/image" Target="../media/image5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4.xml"/><Relationship Id="rId4" Type="http://schemas.openxmlformats.org/officeDocument/2006/relationships/image" Target="../media/image5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5.xml"/><Relationship Id="rId4" Type="http://schemas.openxmlformats.org/officeDocument/2006/relationships/image" Target="../media/image5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6.xml"/><Relationship Id="rId4" Type="http://schemas.openxmlformats.org/officeDocument/2006/relationships/image" Target="../media/image5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7.xml"/><Relationship Id="rId4" Type="http://schemas.openxmlformats.org/officeDocument/2006/relationships/image" Target="../media/image5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8.xml"/><Relationship Id="rId4" Type="http://schemas.openxmlformats.org/officeDocument/2006/relationships/image" Target="../media/image5.emf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9.xml"/><Relationship Id="rId4" Type="http://schemas.openxmlformats.org/officeDocument/2006/relationships/image" Target="../media/image5.emf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0.xml"/><Relationship Id="rId4" Type="http://schemas.openxmlformats.org/officeDocument/2006/relationships/image" Target="../media/image5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1.xml"/><Relationship Id="rId4" Type="http://schemas.openxmlformats.org/officeDocument/2006/relationships/image" Target="../media/image5.emf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2.xml"/><Relationship Id="rId4" Type="http://schemas.openxmlformats.org/officeDocument/2006/relationships/image" Target="../media/image5.emf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3.xml"/><Relationship Id="rId4" Type="http://schemas.openxmlformats.org/officeDocument/2006/relationships/image" Target="../media/image5.emf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4.xml"/><Relationship Id="rId4" Type="http://schemas.openxmlformats.org/officeDocument/2006/relationships/image" Target="../media/image5.emf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5.xml"/><Relationship Id="rId4" Type="http://schemas.openxmlformats.org/officeDocument/2006/relationships/image" Target="../media/image5.emf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6.xml"/><Relationship Id="rId4" Type="http://schemas.openxmlformats.org/officeDocument/2006/relationships/image" Target="../media/image5.emf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7.xml"/><Relationship Id="rId5" Type="http://schemas.openxmlformats.org/officeDocument/2006/relationships/image" Target="../media/image1.emf"/><Relationship Id="rId4" Type="http://schemas.openxmlformats.org/officeDocument/2006/relationships/image" Target="../media/image5.emf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8.xml"/><Relationship Id="rId4" Type="http://schemas.openxmlformats.org/officeDocument/2006/relationships/image" Target="../media/image5.emf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9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6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ral or 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5601" y="1889870"/>
            <a:ext cx="10363200" cy="1470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6038" rIns="91440" bIns="46038" numCol="1" anchor="b" anchorCtr="0" compatLnSpc="1">
            <a:prstTxWarp prst="textNoShape">
              <a:avLst/>
            </a:prstTxWarp>
          </a:bodyPr>
          <a:lstStyle>
            <a:lvl1pPr algn="l">
              <a:defRPr lang="en-US" sz="3200" b="0" dirty="0">
                <a:solidFill>
                  <a:srgbClr val="433F3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5601" y="3428213"/>
            <a:ext cx="10363200" cy="419616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BE2BBB"/>
                </a:solidFill>
              </a:defRPr>
            </a:lvl1pPr>
            <a:lvl2pPr marL="457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authors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ED57D8-0216-4E00-A170-28372EC4083A}"/>
              </a:ext>
            </a:extLst>
          </p:cNvPr>
          <p:cNvCxnSpPr>
            <a:cxnSpLocks/>
          </p:cNvCxnSpPr>
          <p:nvPr userDrawn="1"/>
        </p:nvCxnSpPr>
        <p:spPr>
          <a:xfrm>
            <a:off x="164290" y="6415343"/>
            <a:ext cx="11742365" cy="0"/>
          </a:xfrm>
          <a:prstGeom prst="line">
            <a:avLst/>
          </a:prstGeom>
          <a:ln w="28575">
            <a:solidFill>
              <a:srgbClr val="BE2B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137239" y="2"/>
            <a:ext cx="2054760" cy="267175"/>
          </a:xfrm>
        </p:spPr>
        <p:txBody>
          <a:bodyPr/>
          <a:lstStyle>
            <a:lvl1pPr marL="0" indent="0" algn="r">
              <a:buNone/>
              <a:defRPr sz="1400" b="0">
                <a:solidFill>
                  <a:srgbClr val="433F3F"/>
                </a:solidFill>
              </a:defRPr>
            </a:lvl1pPr>
          </a:lstStyle>
          <a:p>
            <a:pPr lvl="0"/>
            <a:r>
              <a:rPr lang="en-US"/>
              <a:t>HIGHLY CONFIDENTIAL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9C5DE1-313A-450F-97EA-4C57989FB6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601" y="3916150"/>
            <a:ext cx="10363200" cy="353043"/>
          </a:xfrm>
        </p:spPr>
        <p:txBody>
          <a:bodyPr/>
          <a:lstStyle>
            <a:lvl1pPr marL="0" indent="0">
              <a:buNone/>
              <a:defRPr sz="1600">
                <a:solidFill>
                  <a:srgbClr val="433F3F"/>
                </a:solidFill>
              </a:defRPr>
            </a:lvl1pPr>
            <a:lvl2pPr marL="0" indent="0"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add affiliations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5526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200BB-562D-104D-96D2-0A6354843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solidFill>
                  <a:srgbClr val="433F3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C3CF23-467C-E84B-9ED0-3F6C920E88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601" y="1365252"/>
            <a:ext cx="11459633" cy="4986867"/>
          </a:xfrm>
        </p:spPr>
        <p:txBody>
          <a:bodyPr/>
          <a:lstStyle>
            <a:lvl1pPr marL="228600" indent="-228600">
              <a:spcBef>
                <a:spcPts val="1200"/>
              </a:spcBef>
              <a:buClr>
                <a:schemeClr val="tx1"/>
              </a:buClr>
              <a:defRPr sz="2400">
                <a:solidFill>
                  <a:srgbClr val="433F3F"/>
                </a:solidFill>
              </a:defRPr>
            </a:lvl1pPr>
            <a:lvl3pPr>
              <a:buClr>
                <a:schemeClr val="tx1"/>
              </a:buClr>
              <a:defRPr sz="2000">
                <a:solidFill>
                  <a:srgbClr val="433F3F"/>
                </a:solidFill>
              </a:defRPr>
            </a:lvl3pPr>
            <a:lvl4pPr marL="685800">
              <a:buClr>
                <a:schemeClr val="tx1"/>
              </a:buClr>
              <a:defRPr sz="2000">
                <a:solidFill>
                  <a:srgbClr val="433F3F"/>
                </a:solidFill>
              </a:defRPr>
            </a:lvl4pPr>
            <a:lvl5pPr>
              <a:buClr>
                <a:schemeClr val="tx1"/>
              </a:buClr>
              <a:defRPr sz="2000">
                <a:solidFill>
                  <a:srgbClr val="433F3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B21C018-2742-4CBF-8CC8-2163B3B71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5797" y="6413121"/>
            <a:ext cx="6629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000" smtClean="0">
                <a:solidFill>
                  <a:srgbClr val="433F3F"/>
                </a:solidFill>
              </a:defRPr>
            </a:lvl1pPr>
          </a:lstStyle>
          <a:p>
            <a:fld id="{AF1AFCDA-ABCC-4704-AB71-48FDE4F2FA4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C28A98-EFB2-4483-8894-9C506E4CD9F9}"/>
              </a:ext>
            </a:extLst>
          </p:cNvPr>
          <p:cNvSpPr txBox="1"/>
          <p:nvPr userDrawn="1"/>
        </p:nvSpPr>
        <p:spPr>
          <a:xfrm>
            <a:off x="7556269" y="0"/>
            <a:ext cx="4635733" cy="256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6">
                <a:solidFill>
                  <a:srgbClr val="433F3F"/>
                </a:solidFill>
              </a:rPr>
              <a:t>CheckMate 9DW</a:t>
            </a:r>
            <a:endParaRPr lang="en-US" sz="1066" strike="sngStrike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147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33F3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BF6806-CDC5-4EEB-AE60-A978E0C86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5797" y="6413121"/>
            <a:ext cx="6629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000" smtClean="0">
                <a:solidFill>
                  <a:srgbClr val="433F3F"/>
                </a:solidFill>
              </a:defRPr>
            </a:lvl1pPr>
          </a:lstStyle>
          <a:p>
            <a:fld id="{AF1AFCDA-ABCC-4704-AB71-48FDE4F2FA4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8E0BB94-20C7-2FD9-8895-C56F62081A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601" y="1365252"/>
            <a:ext cx="11459633" cy="4986867"/>
          </a:xfrm>
        </p:spPr>
        <p:txBody>
          <a:bodyPr/>
          <a:lstStyle>
            <a:lvl1pPr marL="228600" indent="-228600">
              <a:spcBef>
                <a:spcPts val="1200"/>
              </a:spcBef>
              <a:buClr>
                <a:schemeClr val="tx1"/>
              </a:buClr>
              <a:defRPr sz="2400">
                <a:solidFill>
                  <a:srgbClr val="433F3F"/>
                </a:solidFill>
              </a:defRPr>
            </a:lvl1pPr>
            <a:lvl3pPr>
              <a:buClr>
                <a:schemeClr val="tx1"/>
              </a:buClr>
              <a:defRPr sz="2000">
                <a:solidFill>
                  <a:srgbClr val="433F3F"/>
                </a:solidFill>
              </a:defRPr>
            </a:lvl3pPr>
            <a:lvl4pPr marL="685800">
              <a:buClr>
                <a:schemeClr val="tx1"/>
              </a:buClr>
              <a:defRPr sz="2000">
                <a:solidFill>
                  <a:srgbClr val="433F3F"/>
                </a:solidFill>
              </a:defRPr>
            </a:lvl4pPr>
            <a:lvl5pPr>
              <a:buClr>
                <a:schemeClr val="tx1"/>
              </a:buClr>
              <a:defRPr sz="2000">
                <a:solidFill>
                  <a:srgbClr val="433F3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4CFC5-B7DD-0389-4860-B7FE1690BBC2}"/>
              </a:ext>
            </a:extLst>
          </p:cNvPr>
          <p:cNvSpPr txBox="1"/>
          <p:nvPr userDrawn="1"/>
        </p:nvSpPr>
        <p:spPr>
          <a:xfrm>
            <a:off x="7365076" y="0"/>
            <a:ext cx="4826926" cy="256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6">
                <a:solidFill>
                  <a:srgbClr val="433F3F"/>
                </a:solidFill>
              </a:rPr>
              <a:t>CheckMate 9DW</a:t>
            </a:r>
            <a:endParaRPr lang="en-US" sz="1066" strike="sngStrike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8176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337206"/>
            <a:ext cx="11460480" cy="4572000"/>
          </a:xfrm>
          <a:prstGeom prst="rect">
            <a:avLst/>
          </a:prstGeom>
        </p:spPr>
        <p:txBody>
          <a:bodyPr/>
          <a:lstStyle>
            <a:lvl2pPr>
              <a:defRPr sz="1800"/>
            </a:lvl2pPr>
            <a:lvl3pPr marL="685800" indent="-228600">
              <a:buFont typeface="Wingdings" pitchFamily="2" charset="2"/>
              <a:buChar char="§"/>
              <a:defRPr sz="1700"/>
            </a:lvl3pPr>
            <a:lvl4pPr marL="914400" indent="-228600">
              <a:buFont typeface="Courier New" panose="02070309020205020404" pitchFamily="49" charset="0"/>
              <a:buChar char="o"/>
              <a:defRPr sz="1600"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8F07-BB35-4277-8214-4ED7E770A35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3728E4-004B-CD4D-842C-B0C31A25CC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5759" y="5909206"/>
            <a:ext cx="11461115" cy="4572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0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Footnotes/references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89ACEF-4F6F-4634-9BA1-2A5530D8255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-1" y="0"/>
            <a:ext cx="11621387" cy="288925"/>
          </a:xfrm>
        </p:spPr>
        <p:txBody>
          <a:bodyPr lIns="91440" tIns="45720" rIns="91440" bIns="45720"/>
          <a:lstStyle>
            <a:lvl1pPr marL="0" indent="0">
              <a:buNone/>
              <a:defRPr sz="10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6090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37647154-8FF9-9241-A4B7-46C40E5F3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black">
          <a:xfrm>
            <a:off x="365760" y="6355080"/>
            <a:ext cx="11460480" cy="0"/>
          </a:xfrm>
          <a:prstGeom prst="line">
            <a:avLst/>
          </a:prstGeom>
          <a:ln w="63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pic>
        <p:nvPicPr>
          <p:cNvPr id="8" name="Bristol Myers Squibb" descr="Bristol Myers Squibb">
            <a:extLst>
              <a:ext uri="{FF2B5EF4-FFF2-40B4-BE49-F238E27FC236}">
                <a16:creationId xmlns:a16="http://schemas.microsoft.com/office/drawing/2014/main" id="{B1ED3685-559A-894C-AC4C-6FA3E46084A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258318" y="6355080"/>
            <a:ext cx="1627632" cy="410821"/>
          </a:xfrm>
          <a:prstGeom prst="rect">
            <a:avLst/>
          </a:prstGeom>
          <a:noFill/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F1E93473-CCA2-D143-AE27-4C7039251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963B8F07-BB35-4277-8214-4ED7E770A354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isclaimer">
            <a:extLst>
              <a:ext uri="{FF2B5EF4-FFF2-40B4-BE49-F238E27FC236}">
                <a16:creationId xmlns:a16="http://schemas.microsoft.com/office/drawing/2014/main" id="{F823B39A-A866-8248-AF56-C78A34D6FE76}"/>
              </a:ext>
            </a:extLst>
          </p:cNvPr>
          <p:cNvSpPr txBox="1"/>
          <p:nvPr userDrawn="1"/>
        </p:nvSpPr>
        <p:spPr>
          <a:xfrm>
            <a:off x="4491228" y="6429375"/>
            <a:ext cx="3209544" cy="228600"/>
          </a:xfrm>
          <a:prstGeom prst="rect">
            <a:avLst/>
          </a:prstGeom>
          <a:noFill/>
        </p:spPr>
        <p:txBody>
          <a:bodyPr wrap="square" lIns="0" tIns="0" rIns="0" bIns="9144" rtlCol="0" anchor="b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/>
              <a:t>Internal use only</a:t>
            </a:r>
          </a:p>
        </p:txBody>
      </p:sp>
      <p:pic>
        <p:nvPicPr>
          <p:cNvPr id="12" name="Picture 11" descr="Icon&#10;&#10;Description automatically generated">
            <a:hlinkClick r:id="" action="ppaction://noaction"/>
            <a:extLst>
              <a:ext uri="{FF2B5EF4-FFF2-40B4-BE49-F238E27FC236}">
                <a16:creationId xmlns:a16="http://schemas.microsoft.com/office/drawing/2014/main" id="{7924D54B-6BCA-4DB8-A93D-34D565D8AF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30964" y="6502865"/>
            <a:ext cx="293173" cy="293173"/>
          </a:xfrm>
          <a:prstGeom prst="rect">
            <a:avLst/>
          </a:prstGeom>
        </p:spPr>
      </p:pic>
      <p:pic>
        <p:nvPicPr>
          <p:cNvPr id="15" name="Picture 14">
            <a:hlinkClick r:id="" action="ppaction://noaction"/>
            <a:extLst>
              <a:ext uri="{FF2B5EF4-FFF2-40B4-BE49-F238E27FC236}">
                <a16:creationId xmlns:a16="http://schemas.microsoft.com/office/drawing/2014/main" id="{0A13186A-C5E6-4303-9616-B08B5E8A6EF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51" y="6487928"/>
            <a:ext cx="302950" cy="30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93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327F2-3C78-49AE-BF5B-32E6A12BC387}"/>
              </a:ext>
            </a:extLst>
          </p:cNvPr>
          <p:cNvSpPr txBox="1"/>
          <p:nvPr userDrawn="1"/>
        </p:nvSpPr>
        <p:spPr>
          <a:xfrm>
            <a:off x="8548360" y="6502484"/>
            <a:ext cx="35028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rPr>
              <a:t>Confidential and for internal use only. Copyrighted material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6738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ral or 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5601" y="1889870"/>
            <a:ext cx="10363200" cy="1470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6038" rIns="91440" bIns="46038" numCol="1" anchor="b" anchorCtr="0" compatLnSpc="1">
            <a:prstTxWarp prst="textNoShape">
              <a:avLst/>
            </a:prstTxWarp>
          </a:bodyPr>
          <a:lstStyle>
            <a:lvl1pPr algn="l">
              <a:defRPr lang="en-US" sz="3200" b="0" dirty="0">
                <a:solidFill>
                  <a:srgbClr val="433F3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5601" y="3428213"/>
            <a:ext cx="10363200" cy="419616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BE2BBB"/>
                </a:solidFill>
              </a:defRPr>
            </a:lvl1pPr>
            <a:lvl2pPr marL="457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authors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ED57D8-0216-4E00-A170-28372EC4083A}"/>
              </a:ext>
            </a:extLst>
          </p:cNvPr>
          <p:cNvCxnSpPr>
            <a:cxnSpLocks/>
          </p:cNvCxnSpPr>
          <p:nvPr userDrawn="1"/>
        </p:nvCxnSpPr>
        <p:spPr>
          <a:xfrm>
            <a:off x="164290" y="6415343"/>
            <a:ext cx="11742365" cy="0"/>
          </a:xfrm>
          <a:prstGeom prst="line">
            <a:avLst/>
          </a:prstGeom>
          <a:ln w="28575">
            <a:solidFill>
              <a:srgbClr val="BE2B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137239" y="2"/>
            <a:ext cx="2054760" cy="267175"/>
          </a:xfrm>
        </p:spPr>
        <p:txBody>
          <a:bodyPr/>
          <a:lstStyle>
            <a:lvl1pPr marL="0" indent="0" algn="r">
              <a:buNone/>
              <a:defRPr sz="1400" b="0">
                <a:solidFill>
                  <a:srgbClr val="433F3F"/>
                </a:solidFill>
              </a:defRPr>
            </a:lvl1pPr>
          </a:lstStyle>
          <a:p>
            <a:pPr lvl="0"/>
            <a:r>
              <a:rPr lang="en-US"/>
              <a:t>HIGHLY CONFIDENTIAL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9C5DE1-313A-450F-97EA-4C57989FB6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601" y="3916150"/>
            <a:ext cx="10363200" cy="353043"/>
          </a:xfrm>
        </p:spPr>
        <p:txBody>
          <a:bodyPr/>
          <a:lstStyle>
            <a:lvl1pPr marL="0" indent="0">
              <a:buNone/>
              <a:defRPr sz="1600">
                <a:solidFill>
                  <a:srgbClr val="433F3F"/>
                </a:solidFill>
              </a:defRPr>
            </a:lvl1pPr>
            <a:lvl2pPr marL="0" indent="0"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add affiliations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6247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200BB-562D-104D-96D2-0A6354843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solidFill>
                  <a:srgbClr val="433F3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C3CF23-467C-E84B-9ED0-3F6C920E88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601" y="1365252"/>
            <a:ext cx="11459633" cy="4986867"/>
          </a:xfrm>
        </p:spPr>
        <p:txBody>
          <a:bodyPr/>
          <a:lstStyle>
            <a:lvl1pPr marL="228600" indent="-228600">
              <a:spcBef>
                <a:spcPts val="1200"/>
              </a:spcBef>
              <a:buClr>
                <a:schemeClr val="tx1"/>
              </a:buClr>
              <a:defRPr sz="2400">
                <a:solidFill>
                  <a:srgbClr val="433F3F"/>
                </a:solidFill>
              </a:defRPr>
            </a:lvl1pPr>
            <a:lvl3pPr>
              <a:buClr>
                <a:schemeClr val="tx1"/>
              </a:buClr>
              <a:defRPr sz="2000">
                <a:solidFill>
                  <a:srgbClr val="433F3F"/>
                </a:solidFill>
              </a:defRPr>
            </a:lvl3pPr>
            <a:lvl4pPr marL="685800">
              <a:buClr>
                <a:schemeClr val="tx1"/>
              </a:buClr>
              <a:defRPr sz="2000">
                <a:solidFill>
                  <a:srgbClr val="433F3F"/>
                </a:solidFill>
              </a:defRPr>
            </a:lvl4pPr>
            <a:lvl5pPr>
              <a:buClr>
                <a:schemeClr val="tx1"/>
              </a:buClr>
              <a:defRPr sz="2000">
                <a:solidFill>
                  <a:srgbClr val="433F3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B21C018-2742-4CBF-8CC8-2163B3B71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5797" y="6413121"/>
            <a:ext cx="6629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000" smtClean="0">
                <a:solidFill>
                  <a:srgbClr val="433F3F"/>
                </a:solidFill>
              </a:defRPr>
            </a:lvl1pPr>
          </a:lstStyle>
          <a:p>
            <a:fld id="{AF1AFCDA-ABCC-4704-AB71-48FDE4F2FA4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941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33F3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BF6806-CDC5-4EEB-AE60-A978E0C86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5797" y="6413121"/>
            <a:ext cx="6629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000" smtClean="0">
                <a:solidFill>
                  <a:srgbClr val="433F3F"/>
                </a:solidFill>
              </a:defRPr>
            </a:lvl1pPr>
          </a:lstStyle>
          <a:p>
            <a:fld id="{AF1AFCDA-ABCC-4704-AB71-48FDE4F2FA4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8E0BB94-20C7-2FD9-8895-C56F62081A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601" y="1365252"/>
            <a:ext cx="11459633" cy="4986867"/>
          </a:xfrm>
        </p:spPr>
        <p:txBody>
          <a:bodyPr/>
          <a:lstStyle>
            <a:lvl1pPr marL="228600" indent="-228600">
              <a:spcBef>
                <a:spcPts val="1200"/>
              </a:spcBef>
              <a:buClr>
                <a:schemeClr val="tx1"/>
              </a:buClr>
              <a:defRPr sz="2400">
                <a:solidFill>
                  <a:srgbClr val="433F3F"/>
                </a:solidFill>
              </a:defRPr>
            </a:lvl1pPr>
            <a:lvl3pPr>
              <a:buClr>
                <a:schemeClr val="tx1"/>
              </a:buClr>
              <a:defRPr sz="2000">
                <a:solidFill>
                  <a:srgbClr val="433F3F"/>
                </a:solidFill>
              </a:defRPr>
            </a:lvl3pPr>
            <a:lvl4pPr marL="685800">
              <a:buClr>
                <a:schemeClr val="tx1"/>
              </a:buClr>
              <a:defRPr sz="2000">
                <a:solidFill>
                  <a:srgbClr val="433F3F"/>
                </a:solidFill>
              </a:defRPr>
            </a:lvl4pPr>
            <a:lvl5pPr>
              <a:buClr>
                <a:schemeClr val="tx1"/>
              </a:buClr>
              <a:defRPr sz="2000">
                <a:solidFill>
                  <a:srgbClr val="433F3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7716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10162903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 baseline="0">
                <a:solidFill>
                  <a:srgbClr val="BE2BBB"/>
                </a:solidFill>
              </a:defRPr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/>
              <a:t>Worldwide Field Medical Excellence| Worldwide Field Medical Communications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anchor="t" anchorCtr="0"/>
          <a:lstStyle>
            <a:lvl1pPr algn="l">
              <a:defRPr sz="6000" b="0" spc="0" baseline="0"/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/>
              <a:t>[Month 00, 0000]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E39BE-06F7-7349-BF12-45D065ED87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7382404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>
                <a:solidFill>
                  <a:srgbClr val="BE2BBB"/>
                </a:solidFill>
              </a:defRPr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/>
              <a:t>Worldwide Field Medical Excellence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anchor="t" anchorCtr="0"/>
          <a:lstStyle>
            <a:lvl1pPr algn="l">
              <a:defRPr sz="6000" b="0" spc="0" baseline="0"/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/>
              <a:t>[Month 00, 0000]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1E892DE-B840-A64B-91A1-1B18F6037C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8" name="Disclaimer">
            <a:extLst>
              <a:ext uri="{FF2B5EF4-FFF2-40B4-BE49-F238E27FC236}">
                <a16:creationId xmlns:a16="http://schemas.microsoft.com/office/drawing/2014/main" id="{F95EDC5C-ABEE-824D-9A00-482457322324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8294607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Ins="0" numCol="2" spcCol="301752"/>
          <a:lstStyle>
            <a:lvl1pPr marL="411480" indent="-411480">
              <a:buFont typeface="+mj-lt"/>
              <a:buAutoNum type="arabicPeriod"/>
              <a:tabLst/>
              <a:defRPr/>
            </a:lvl1pPr>
            <a:lvl2pPr marL="640080" indent="-228600">
              <a:tabLst/>
              <a:defRPr/>
            </a:lvl2pPr>
            <a:lvl3pPr marL="868680" indent="-228600">
              <a:tabLst/>
              <a:defRPr/>
            </a:lvl3pPr>
            <a:lvl4pPr marL="1097280" indent="-228600">
              <a:tabLst/>
              <a:defRPr/>
            </a:lvl4pPr>
            <a:lvl5pPr marL="1325880" indent="-228600">
              <a:tabLst/>
              <a:defRPr/>
            </a:lvl5pPr>
            <a:lvl6pPr marL="1554480" indent="-228600">
              <a:tabLst/>
              <a:defRPr/>
            </a:lvl6pPr>
            <a:lvl7pPr marL="1783080" indent="-228600">
              <a:tabLst/>
              <a:defRPr/>
            </a:lvl7pPr>
            <a:lvl8pPr marL="2011680" indent="-228600">
              <a:tabLst/>
              <a:defRPr/>
            </a:lvl8pPr>
            <a:lvl9pPr marL="2240280" indent="-228600">
              <a:tabLst/>
              <a:defRPr/>
            </a:lvl9pPr>
          </a:lstStyle>
          <a:p>
            <a:pPr lvl="0"/>
            <a:r>
              <a:rPr lang="en-US"/>
              <a:t>[Agenda item]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DE5F1-E0F9-4CCA-92B7-7A6FC4DFEE14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2875858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3744">
          <p15:clr>
            <a:srgbClr val="FBAE40"/>
          </p15:clr>
        </p15:guide>
        <p15:guide id="2" pos="39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DE5F1-E0F9-4CCA-92B7-7A6FC4DFEE14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231580"/>
      </p:ext>
    </p:extLst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F4C8E8-7E9A-224F-8714-AB4216A9C1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58" y="1554480"/>
            <a:ext cx="557784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554480"/>
            <a:ext cx="557784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DE5F1-E0F9-4CCA-92B7-7A6FC4DFEE14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492452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3744">
          <p15:clr>
            <a:srgbClr val="FBAE40"/>
          </p15:clr>
        </p15:guide>
        <p15:guide id="2" pos="39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A65C3A-C556-7B4E-9098-E1FD19D432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362102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488" y="1554480"/>
            <a:ext cx="362102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05216" y="1554480"/>
            <a:ext cx="3621024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DE5F1-E0F9-4CCA-92B7-7A6FC4DFEE14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7188284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2698">
          <p15:clr>
            <a:srgbClr val="FBAE40"/>
          </p15:clr>
        </p15:guide>
        <p15:guide id="2" pos="2512">
          <p15:clr>
            <a:srgbClr val="FBAE40"/>
          </p15:clr>
        </p15:guide>
        <p15:guide id="3" pos="4982">
          <p15:clr>
            <a:srgbClr val="FBAE40"/>
          </p15:clr>
        </p15:guide>
        <p15:guide id="4" pos="516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65760" y="1665514"/>
            <a:ext cx="2642616" cy="446096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02001" y="1665514"/>
            <a:ext cx="2641598" cy="446096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200">
                <a:latin typeface="+mn-lt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48400" y="1665514"/>
            <a:ext cx="2641600" cy="446096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4198CF4-E51B-2147-88D7-1228A1479BF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83624" y="1665514"/>
            <a:ext cx="2642616" cy="446096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DE5F1-E0F9-4CCA-92B7-7A6FC4DFEE14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F1EF065-F5C8-10F9-E3DC-35939FCAB7D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02825" y="2152967"/>
            <a:ext cx="1603375" cy="1487487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118E761E-9720-A1B1-C615-E2A02D60EF6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42835" y="2152967"/>
            <a:ext cx="1603375" cy="1487487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86BD05A-2539-8A09-B1DE-602079001AF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21112" y="2152968"/>
            <a:ext cx="1603375" cy="1487487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28ED70A-89DF-7CF5-6B0C-D55E196CC4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5209" y="2152966"/>
            <a:ext cx="1603375" cy="1487487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537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2080">
          <p15:clr>
            <a:srgbClr val="FBAE40"/>
          </p15:clr>
        </p15:guide>
        <p15:guide id="2" pos="1896">
          <p15:clr>
            <a:srgbClr val="FBAE40"/>
          </p15:clr>
        </p15:guide>
        <p15:guide id="3" pos="5600">
          <p15:clr>
            <a:srgbClr val="FBAE40"/>
          </p15:clr>
        </p15:guide>
        <p15:guide id="4" pos="5784">
          <p15:clr>
            <a:srgbClr val="FBAE40"/>
          </p15:clr>
        </p15:guide>
        <p15:guide id="5" pos="3744">
          <p15:clr>
            <a:srgbClr val="FBAE40"/>
          </p15:clr>
        </p15:guide>
        <p15:guide id="6" pos="3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903699-153C-AD47-95F6-16E2B3016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3618992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6504" y="1554480"/>
            <a:ext cx="7539736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DE5F1-E0F9-4CCA-92B7-7A6FC4DFEE14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1884527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2700">
          <p15:clr>
            <a:srgbClr val="FBAE40"/>
          </p15:clr>
        </p15:guide>
        <p15:guide id="2" pos="251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F123-E2C1-8448-BA4B-9ECBEA28E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7539736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07248" y="1554480"/>
            <a:ext cx="3618992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7FB1D32-3E1C-554A-A887-047CEBF6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DE5F1-E0F9-4CCA-92B7-7A6FC4DFEE14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0396905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3" pos="4980">
          <p15:clr>
            <a:srgbClr val="FBAE40"/>
          </p15:clr>
        </p15:guide>
        <p15:guide id="4" pos="516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DE5F1-E0F9-4CCA-92B7-7A6FC4DFEE14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3608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DE5F1-E0F9-4CCA-92B7-7A6FC4DFEE14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587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DE5F1-E0F9-4CCA-92B7-7A6FC4DFEE14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7076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DE5F1-E0F9-4CCA-92B7-7A6FC4DFEE14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1305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DE5F1-E0F9-4CCA-92B7-7A6FC4DFEE14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6106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DE5F1-E0F9-4CCA-92B7-7A6FC4DFEE14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0881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D8B1-1581-4488-A1A4-886D01EEFD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CF9CDAC-EC28-4BA6-9827-D58133E1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DE5F1-E0F9-4CCA-92B7-7A6FC4DFEE14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2309240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5BF3E53-7A3D-40D5-AE68-3CE44909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DE5F1-E0F9-4CCA-92B7-7A6FC4DFEE14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3829773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1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6364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D8B1-1581-4488-A1A4-886D01EEFD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CF9CDAC-EC28-4BA6-9827-D58133E1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3575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pos="3936">
          <p15:clr>
            <a:srgbClr val="FBAE40"/>
          </p15:clr>
        </p15:guide>
        <p15:guide id="2" pos="3744">
          <p15:clr>
            <a:srgbClr val="FBAE40"/>
          </p15:clr>
        </p15:guide>
        <p15:guide id="3" pos="5784">
          <p15:clr>
            <a:srgbClr val="FBAE40"/>
          </p15:clr>
        </p15:guide>
        <p15:guide id="4" pos="5600">
          <p15:clr>
            <a:srgbClr val="FBAE40"/>
          </p15:clr>
        </p15:guide>
        <p15:guide id="5" pos="2080">
          <p15:clr>
            <a:srgbClr val="FBAE40"/>
          </p15:clr>
        </p15:guide>
        <p15:guide id="6" pos="189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200BB-562D-104D-96D2-0A6354843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solidFill>
                  <a:srgbClr val="433F3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C3CF23-467C-E84B-9ED0-3F6C920E88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5601" y="1365252"/>
            <a:ext cx="11459633" cy="4986867"/>
          </a:xfrm>
        </p:spPr>
        <p:txBody>
          <a:bodyPr/>
          <a:lstStyle>
            <a:lvl1pPr marL="228600" indent="-228600">
              <a:spcBef>
                <a:spcPts val="1200"/>
              </a:spcBef>
              <a:buClr>
                <a:schemeClr val="tx1"/>
              </a:buClr>
              <a:defRPr sz="2400">
                <a:solidFill>
                  <a:srgbClr val="433F3F"/>
                </a:solidFill>
              </a:defRPr>
            </a:lvl1pPr>
            <a:lvl3pPr>
              <a:buClr>
                <a:schemeClr val="tx1"/>
              </a:buClr>
              <a:defRPr sz="2000">
                <a:solidFill>
                  <a:srgbClr val="433F3F"/>
                </a:solidFill>
              </a:defRPr>
            </a:lvl3pPr>
            <a:lvl4pPr marL="685800">
              <a:buClr>
                <a:schemeClr val="tx1"/>
              </a:buClr>
              <a:defRPr sz="2000">
                <a:solidFill>
                  <a:srgbClr val="433F3F"/>
                </a:solidFill>
              </a:defRPr>
            </a:lvl4pPr>
            <a:lvl5pPr>
              <a:buClr>
                <a:schemeClr val="tx1"/>
              </a:buClr>
              <a:defRPr sz="2000">
                <a:solidFill>
                  <a:srgbClr val="433F3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00E4CC-FB03-544E-8E87-7CDCD6CEC11A}"/>
              </a:ext>
            </a:extLst>
          </p:cNvPr>
          <p:cNvSpPr txBox="1"/>
          <p:nvPr userDrawn="1"/>
        </p:nvSpPr>
        <p:spPr>
          <a:xfrm>
            <a:off x="9286088" y="0"/>
            <a:ext cx="2905914" cy="256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6" noProof="0">
                <a:solidFill>
                  <a:srgbClr val="433F3F"/>
                </a:solidFill>
              </a:rPr>
              <a:t>CheckMate 274</a:t>
            </a:r>
          </a:p>
        </p:txBody>
      </p:sp>
    </p:spTree>
    <p:extLst>
      <p:ext uri="{BB962C8B-B14F-4D97-AF65-F5344CB8AC3E}">
        <p14:creationId xmlns:p14="http://schemas.microsoft.com/office/powerpoint/2010/main" val="19672918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rgbClr val="BB13B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A02D12-915F-E644-BDEF-FAFA51975EF4}"/>
              </a:ext>
            </a:extLst>
          </p:cNvPr>
          <p:cNvSpPr txBox="1"/>
          <p:nvPr userDrawn="1"/>
        </p:nvSpPr>
        <p:spPr>
          <a:xfrm>
            <a:off x="9286086" y="-256352"/>
            <a:ext cx="2905914" cy="256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6" noProof="0">
                <a:solidFill>
                  <a:srgbClr val="433F3F"/>
                </a:solidFill>
              </a:rPr>
              <a:t>CheckMate 274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3A789-9EE4-1DC7-97CC-6DFF6143C7D8}"/>
              </a:ext>
            </a:extLst>
          </p:cNvPr>
          <p:cNvSpPr txBox="1"/>
          <p:nvPr userDrawn="1"/>
        </p:nvSpPr>
        <p:spPr>
          <a:xfrm>
            <a:off x="4322618" y="6553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endParaRPr lang="en-US" sz="2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2616961"/>
      </p:ext>
    </p:extLst>
  </p:cSld>
  <p:clrMapOvr>
    <a:masterClrMapping/>
  </p:clrMapOvr>
  <p:transition spd="slow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1475232"/>
            <a:ext cx="10972800" cy="46573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C14310-41CD-669A-F75C-BE47C3673A81}"/>
              </a:ext>
            </a:extLst>
          </p:cNvPr>
          <p:cNvSpPr txBox="1"/>
          <p:nvPr userDrawn="1"/>
        </p:nvSpPr>
        <p:spPr>
          <a:xfrm>
            <a:off x="5209308" y="6608618"/>
            <a:ext cx="2382981" cy="83127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None/>
            </a:pPr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2A8727-1248-1D69-620C-F7A346B370D5}"/>
              </a:ext>
            </a:extLst>
          </p:cNvPr>
          <p:cNvSpPr txBox="1"/>
          <p:nvPr userDrawn="1"/>
        </p:nvSpPr>
        <p:spPr>
          <a:xfrm>
            <a:off x="3131127" y="65670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None/>
            </a:pPr>
            <a:endParaRPr lang="en-US" sz="20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7B9AD4-C6E5-86F9-6577-A64D2ED26FCC}"/>
              </a:ext>
            </a:extLst>
          </p:cNvPr>
          <p:cNvSpPr/>
          <p:nvPr userDrawn="1"/>
        </p:nvSpPr>
        <p:spPr>
          <a:xfrm>
            <a:off x="1953491" y="6483927"/>
            <a:ext cx="2743200" cy="263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4C30BE-4701-5AC0-8055-5506E7C53281}"/>
              </a:ext>
            </a:extLst>
          </p:cNvPr>
          <p:cNvSpPr txBox="1"/>
          <p:nvPr userDrawn="1"/>
        </p:nvSpPr>
        <p:spPr>
          <a:xfrm>
            <a:off x="1953491" y="6497782"/>
            <a:ext cx="4003963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None/>
            </a:pPr>
            <a:r>
              <a:rPr lang="en-US" sz="1000" err="1"/>
              <a:t>CELMoDs</a:t>
            </a:r>
            <a:r>
              <a:rPr lang="en-US" sz="1000"/>
              <a:t> Advisory Board Deck: UAE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66480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361C4B7-E613-B221-52B0-08848FB0068F}"/>
              </a:ext>
            </a:extLst>
          </p:cNvPr>
          <p:cNvSpPr/>
          <p:nvPr userDrawn="1"/>
        </p:nvSpPr>
        <p:spPr>
          <a:xfrm>
            <a:off x="1967345" y="6442364"/>
            <a:ext cx="2743200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FE42F-E50E-C1D9-A192-E3CC1ABCBB06}"/>
              </a:ext>
            </a:extLst>
          </p:cNvPr>
          <p:cNvSpPr txBox="1"/>
          <p:nvPr userDrawn="1"/>
        </p:nvSpPr>
        <p:spPr>
          <a:xfrm>
            <a:off x="1884217" y="6442364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None/>
            </a:pPr>
            <a:r>
              <a:rPr lang="en-US" sz="1000" err="1"/>
              <a:t>CELMoDs</a:t>
            </a:r>
            <a:r>
              <a:rPr lang="en-US" sz="1000"/>
              <a:t> Advisory Board Deck: UAE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F44FB7-B53B-1046-285A-E78CC40467A3}"/>
              </a:ext>
            </a:extLst>
          </p:cNvPr>
          <p:cNvSpPr txBox="1"/>
          <p:nvPr userDrawn="1"/>
        </p:nvSpPr>
        <p:spPr>
          <a:xfrm>
            <a:off x="2022764" y="658090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None/>
            </a:pPr>
            <a:endParaRPr lang="en-US" sz="1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42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Section Header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37647154-8FF9-9241-A4B7-46C40E5F3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black">
          <a:xfrm>
            <a:off x="365760" y="6355080"/>
            <a:ext cx="11460480" cy="0"/>
          </a:xfrm>
          <a:prstGeom prst="line">
            <a:avLst/>
          </a:prstGeom>
          <a:ln w="63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pic>
        <p:nvPicPr>
          <p:cNvPr id="8" name="Bristol Myers Squibb" descr="Bristol Myers Squibb">
            <a:extLst>
              <a:ext uri="{FF2B5EF4-FFF2-40B4-BE49-F238E27FC236}">
                <a16:creationId xmlns:a16="http://schemas.microsoft.com/office/drawing/2014/main" id="{B1ED3685-559A-894C-AC4C-6FA3E46084A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258318" y="6355080"/>
            <a:ext cx="1627632" cy="410821"/>
          </a:xfrm>
          <a:prstGeom prst="rect">
            <a:avLst/>
          </a:prstGeom>
          <a:noFill/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F1E93473-CCA2-D143-AE27-4C7039251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963B8F07-BB35-4277-8214-4ED7E770A354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isclaimer">
            <a:extLst>
              <a:ext uri="{FF2B5EF4-FFF2-40B4-BE49-F238E27FC236}">
                <a16:creationId xmlns:a16="http://schemas.microsoft.com/office/drawing/2014/main" id="{F823B39A-A866-8248-AF56-C78A34D6FE76}"/>
              </a:ext>
            </a:extLst>
          </p:cNvPr>
          <p:cNvSpPr txBox="1"/>
          <p:nvPr userDrawn="1"/>
        </p:nvSpPr>
        <p:spPr>
          <a:xfrm>
            <a:off x="4491228" y="6429375"/>
            <a:ext cx="3209544" cy="228600"/>
          </a:xfrm>
          <a:prstGeom prst="rect">
            <a:avLst/>
          </a:prstGeom>
          <a:noFill/>
        </p:spPr>
        <p:txBody>
          <a:bodyPr wrap="square" lIns="0" tIns="0" rIns="0" bIns="9144" rtlCol="0" anchor="b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/>
              <a:t>Internal use only</a:t>
            </a:r>
          </a:p>
        </p:txBody>
      </p:sp>
      <p:pic>
        <p:nvPicPr>
          <p:cNvPr id="12" name="Picture 11" descr="Icon&#10;&#10;Description automatically generated">
            <a:hlinkClick r:id="" action="ppaction://noaction"/>
            <a:extLst>
              <a:ext uri="{FF2B5EF4-FFF2-40B4-BE49-F238E27FC236}">
                <a16:creationId xmlns:a16="http://schemas.microsoft.com/office/drawing/2014/main" id="{7924D54B-6BCA-4DB8-A93D-34D565D8AF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30964" y="6502865"/>
            <a:ext cx="293173" cy="293173"/>
          </a:xfrm>
          <a:prstGeom prst="rect">
            <a:avLst/>
          </a:prstGeom>
        </p:spPr>
      </p:pic>
      <p:pic>
        <p:nvPicPr>
          <p:cNvPr id="15" name="Picture 14">
            <a:hlinkClick r:id="" action="ppaction://noaction"/>
            <a:extLst>
              <a:ext uri="{FF2B5EF4-FFF2-40B4-BE49-F238E27FC236}">
                <a16:creationId xmlns:a16="http://schemas.microsoft.com/office/drawing/2014/main" id="{0A13186A-C5E6-4303-9616-B08B5E8A6EF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51" y="6487928"/>
            <a:ext cx="302950" cy="30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478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501DF61-3646-4B94-86C5-A6B28684E8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32074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501DF61-3646-4B94-86C5-A6B28684E8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/>
              <a:t>Division/Therapeutic Area [Edit here]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vert="horz" anchor="t" anchorCtr="0"/>
          <a:lstStyle>
            <a:lvl1pPr algn="l" rtl="0">
              <a:defRPr sz="6000" b="0" spc="0" baseline="0"/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4343400"/>
            <a:ext cx="7543800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/>
              <a:t>[Month 00, 0000]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E39BE-06F7-7349-BF12-45D065ED87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  <a:prstGeom prst="rect">
            <a:avLst/>
          </a:prstGeom>
        </p:spPr>
        <p:txBody>
          <a:bodyPr/>
          <a:lstStyle>
            <a:lvl1pPr marL="0" indent="0" rtl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10" name="Disclaimer">
            <a:extLst>
              <a:ext uri="{FF2B5EF4-FFF2-40B4-BE49-F238E27FC236}">
                <a16:creationId xmlns:a16="http://schemas.microsoft.com/office/drawing/2014/main" id="{0411BC70-4820-DF40-90C3-6ACD451ADD60}"/>
              </a:ext>
            </a:extLst>
          </p:cNvPr>
          <p:cNvSpPr txBox="1"/>
          <p:nvPr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 rtl="0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/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065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501DF61-3646-4B94-86C5-A6B28684E8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29173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501DF61-3646-4B94-86C5-A6B28684E8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944" y="365760"/>
            <a:ext cx="6545178" cy="2468880"/>
          </a:xfrm>
        </p:spPr>
        <p:txBody>
          <a:bodyPr vert="horz" tIns="0" anchor="b" anchorCtr="0"/>
          <a:lstStyle>
            <a:lvl1pPr algn="l" rtl="0"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</a:blip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10" name="Disclaimer">
            <a:extLst>
              <a:ext uri="{FF2B5EF4-FFF2-40B4-BE49-F238E27FC236}">
                <a16:creationId xmlns:a16="http://schemas.microsoft.com/office/drawing/2014/main" id="{0411BC70-4820-DF40-90C3-6ACD451ADD60}"/>
              </a:ext>
            </a:extLst>
          </p:cNvPr>
          <p:cNvSpPr txBox="1"/>
          <p:nvPr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 rtl="0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>
                <a:solidFill>
                  <a:schemeClr val="bg1"/>
                </a:solidFill>
              </a:rPr>
              <a:t>Highly Confidential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50F438-E013-4D31-9A70-0B5CC45FE2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4944" y="3013075"/>
            <a:ext cx="9754275" cy="2560638"/>
          </a:xfrm>
        </p:spPr>
        <p:txBody>
          <a:bodyPr tIns="0"/>
          <a:lstStyle>
            <a:lvl1pPr>
              <a:spcBef>
                <a:spcPts val="300"/>
              </a:spcBef>
              <a:defRPr sz="1600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defRPr sz="1600"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defRPr sz="1600"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defRPr sz="1600"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2010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  <p15:guide id="2" pos="456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 Threa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DD05CF2-868E-45B6-AC30-22E617976BCF}"/>
              </a:ext>
            </a:extLst>
          </p:cNvPr>
          <p:cNvGrpSpPr/>
          <p:nvPr userDrawn="1"/>
        </p:nvGrpSpPr>
        <p:grpSpPr>
          <a:xfrm>
            <a:off x="-253" y="843824"/>
            <a:ext cx="12191999" cy="4461354"/>
            <a:chOff x="-253" y="549356"/>
            <a:chExt cx="12191999" cy="446135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A176FC3-BCE9-4910-B138-C3963E7D660E}"/>
                </a:ext>
              </a:extLst>
            </p:cNvPr>
            <p:cNvSpPr/>
            <p:nvPr/>
          </p:nvSpPr>
          <p:spPr>
            <a:xfrm>
              <a:off x="-253" y="878681"/>
              <a:ext cx="12191999" cy="3553834"/>
            </a:xfrm>
            <a:custGeom>
              <a:avLst/>
              <a:gdLst>
                <a:gd name="connsiteX0" fmla="*/ 12191998 w 12191999"/>
                <a:gd name="connsiteY0" fmla="*/ 283321 h 2665311"/>
                <a:gd name="connsiteX1" fmla="*/ -2 w 12191999"/>
                <a:gd name="connsiteY1" fmla="*/ 283321 h 2665311"/>
                <a:gd name="connsiteX2" fmla="*/ -2 w 12191999"/>
                <a:gd name="connsiteY2" fmla="*/ 2381743 h 2665311"/>
                <a:gd name="connsiteX3" fmla="*/ 12191998 w 12191999"/>
                <a:gd name="connsiteY3" fmla="*/ 2381743 h 2665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1999" h="2665311">
                  <a:moveTo>
                    <a:pt x="12191998" y="283321"/>
                  </a:moveTo>
                  <a:cubicBezTo>
                    <a:pt x="8127998" y="1265032"/>
                    <a:pt x="4063999" y="-698516"/>
                    <a:pt x="-2" y="283321"/>
                  </a:cubicBezTo>
                  <a:lnTo>
                    <a:pt x="-2" y="2381743"/>
                  </a:lnTo>
                  <a:cubicBezTo>
                    <a:pt x="4063999" y="1400033"/>
                    <a:pt x="8127998" y="3363579"/>
                    <a:pt x="12191998" y="238174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>
                <a:solidFill>
                  <a:srgbClr val="595454"/>
                </a:solidFill>
                <a:latin typeface="Trebuchet M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25D620B-64B5-443B-B759-70B971ED940A}"/>
                </a:ext>
              </a:extLst>
            </p:cNvPr>
            <p:cNvGrpSpPr/>
            <p:nvPr/>
          </p:nvGrpSpPr>
          <p:grpSpPr>
            <a:xfrm>
              <a:off x="126" y="549356"/>
              <a:ext cx="12191618" cy="4461354"/>
              <a:chOff x="126" y="549356"/>
              <a:chExt cx="12191618" cy="4461354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C775E7B1-C454-4EE5-9F6E-DD0778298A8F}"/>
                  </a:ext>
                </a:extLst>
              </p:cNvPr>
              <p:cNvSpPr/>
              <p:nvPr/>
            </p:nvSpPr>
            <p:spPr>
              <a:xfrm>
                <a:off x="1219453" y="549356"/>
                <a:ext cx="10972291" cy="1834984"/>
              </a:xfrm>
              <a:custGeom>
                <a:avLst/>
                <a:gdLst>
                  <a:gd name="connsiteX0" fmla="*/ 9604119 w 10972291"/>
                  <a:gd name="connsiteY0" fmla="*/ 1472087 h 1834984"/>
                  <a:gd name="connsiteX1" fmla="*/ 6346951 w 10972291"/>
                  <a:gd name="connsiteY1" fmla="*/ 606709 h 1834984"/>
                  <a:gd name="connsiteX2" fmla="*/ 3089781 w 10972291"/>
                  <a:gd name="connsiteY2" fmla="*/ 792 h 1834984"/>
                  <a:gd name="connsiteX3" fmla="*/ -2 w 10972291"/>
                  <a:gd name="connsiteY3" fmla="*/ 641380 h 1834984"/>
                  <a:gd name="connsiteX4" fmla="*/ 83691 w 10972291"/>
                  <a:gd name="connsiteY4" fmla="*/ 632363 h 1834984"/>
                  <a:gd name="connsiteX5" fmla="*/ 3089781 w 10972291"/>
                  <a:gd name="connsiteY5" fmla="*/ 126776 h 1834984"/>
                  <a:gd name="connsiteX6" fmla="*/ 6346951 w 10972291"/>
                  <a:gd name="connsiteY6" fmla="*/ 821974 h 1834984"/>
                  <a:gd name="connsiteX7" fmla="*/ 9604119 w 10972291"/>
                  <a:gd name="connsiteY7" fmla="*/ 1776760 h 1834984"/>
                  <a:gd name="connsiteX8" fmla="*/ 10972290 w 10972291"/>
                  <a:gd name="connsiteY8" fmla="*/ 1790984 h 1834984"/>
                  <a:gd name="connsiteX9" fmla="*/ 10972290 w 10972291"/>
                  <a:gd name="connsiteY9" fmla="*/ 1449100 h 1834984"/>
                  <a:gd name="connsiteX10" fmla="*/ 9604119 w 10972291"/>
                  <a:gd name="connsiteY10" fmla="*/ 1472087 h 1834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972291" h="1834984">
                    <a:moveTo>
                      <a:pt x="9604119" y="1472087"/>
                    </a:moveTo>
                    <a:cubicBezTo>
                      <a:pt x="8518396" y="1338991"/>
                      <a:pt x="7432420" y="935004"/>
                      <a:pt x="6346951" y="606709"/>
                    </a:cubicBezTo>
                    <a:cubicBezTo>
                      <a:pt x="5261228" y="271175"/>
                      <a:pt x="4175250" y="11333"/>
                      <a:pt x="3089781" y="792"/>
                    </a:cubicBezTo>
                    <a:cubicBezTo>
                      <a:pt x="2050541" y="-16099"/>
                      <a:pt x="1037080" y="200817"/>
                      <a:pt x="-2" y="641380"/>
                    </a:cubicBezTo>
                    <a:lnTo>
                      <a:pt x="83691" y="632363"/>
                    </a:lnTo>
                    <a:cubicBezTo>
                      <a:pt x="1085722" y="251363"/>
                      <a:pt x="2087751" y="82834"/>
                      <a:pt x="3089781" y="126776"/>
                    </a:cubicBezTo>
                    <a:cubicBezTo>
                      <a:pt x="4175505" y="167162"/>
                      <a:pt x="5261482" y="456976"/>
                      <a:pt x="6346951" y="821974"/>
                    </a:cubicBezTo>
                    <a:cubicBezTo>
                      <a:pt x="7432674" y="1180114"/>
                      <a:pt x="8518651" y="1613946"/>
                      <a:pt x="9604119" y="1776760"/>
                    </a:cubicBezTo>
                    <a:cubicBezTo>
                      <a:pt x="10060177" y="1842165"/>
                      <a:pt x="10516233" y="1859691"/>
                      <a:pt x="10972290" y="1790984"/>
                    </a:cubicBezTo>
                    <a:lnTo>
                      <a:pt x="10972290" y="1449100"/>
                    </a:lnTo>
                    <a:cubicBezTo>
                      <a:pt x="10516233" y="1529999"/>
                      <a:pt x="10060177" y="1525300"/>
                      <a:pt x="9604119" y="147208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>
                      <a:lumMod val="67000"/>
                    </a:schemeClr>
                  </a:gs>
                  <a:gs pos="48000">
                    <a:schemeClr val="accent4">
                      <a:lumMod val="97000"/>
                      <a:lumOff val="3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00">
                  <a:solidFill>
                    <a:srgbClr val="595454"/>
                  </a:solidFill>
                  <a:latin typeface="Trebuchet MS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D233431-C3D7-4C42-B25C-B4F13598167B}"/>
                  </a:ext>
                </a:extLst>
              </p:cNvPr>
              <p:cNvSpPr/>
              <p:nvPr/>
            </p:nvSpPr>
            <p:spPr>
              <a:xfrm>
                <a:off x="126" y="3175726"/>
                <a:ext cx="10972292" cy="1834984"/>
              </a:xfrm>
              <a:custGeom>
                <a:avLst/>
                <a:gdLst>
                  <a:gd name="connsiteX0" fmla="*/ 10888597 w 10972292"/>
                  <a:gd name="connsiteY0" fmla="*/ 1202374 h 1834984"/>
                  <a:gd name="connsiteX1" fmla="*/ 7882507 w 10972292"/>
                  <a:gd name="connsiteY1" fmla="*/ 1707961 h 1834984"/>
                  <a:gd name="connsiteX2" fmla="*/ 4625338 w 10972292"/>
                  <a:gd name="connsiteY2" fmla="*/ 1012763 h 1834984"/>
                  <a:gd name="connsiteX3" fmla="*/ 1368169 w 10972292"/>
                  <a:gd name="connsiteY3" fmla="*/ 57977 h 1834984"/>
                  <a:gd name="connsiteX4" fmla="*/ -2 w 10972292"/>
                  <a:gd name="connsiteY4" fmla="*/ 43753 h 1834984"/>
                  <a:gd name="connsiteX5" fmla="*/ -2 w 10972292"/>
                  <a:gd name="connsiteY5" fmla="*/ 386018 h 1834984"/>
                  <a:gd name="connsiteX6" fmla="*/ 1368169 w 10972292"/>
                  <a:gd name="connsiteY6" fmla="*/ 362650 h 1834984"/>
                  <a:gd name="connsiteX7" fmla="*/ 4625338 w 10972292"/>
                  <a:gd name="connsiteY7" fmla="*/ 1228028 h 1834984"/>
                  <a:gd name="connsiteX8" fmla="*/ 7882507 w 10972292"/>
                  <a:gd name="connsiteY8" fmla="*/ 1833945 h 1834984"/>
                  <a:gd name="connsiteX9" fmla="*/ 10972291 w 10972292"/>
                  <a:gd name="connsiteY9" fmla="*/ 1193357 h 1834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972292" h="1834984">
                    <a:moveTo>
                      <a:pt x="10888597" y="1202374"/>
                    </a:moveTo>
                    <a:cubicBezTo>
                      <a:pt x="9886567" y="1583374"/>
                      <a:pt x="8884538" y="1751903"/>
                      <a:pt x="7882507" y="1707961"/>
                    </a:cubicBezTo>
                    <a:cubicBezTo>
                      <a:pt x="6796785" y="1667575"/>
                      <a:pt x="5710807" y="1377761"/>
                      <a:pt x="4625338" y="1012763"/>
                    </a:cubicBezTo>
                    <a:cubicBezTo>
                      <a:pt x="3539615" y="654623"/>
                      <a:pt x="2453639" y="220791"/>
                      <a:pt x="1368169" y="57977"/>
                    </a:cubicBezTo>
                    <a:cubicBezTo>
                      <a:pt x="912112" y="-7428"/>
                      <a:pt x="456055" y="-24954"/>
                      <a:pt x="-2" y="43753"/>
                    </a:cubicBezTo>
                    <a:lnTo>
                      <a:pt x="-2" y="386018"/>
                    </a:lnTo>
                    <a:cubicBezTo>
                      <a:pt x="456055" y="304738"/>
                      <a:pt x="912112" y="309818"/>
                      <a:pt x="1368169" y="362650"/>
                    </a:cubicBezTo>
                    <a:cubicBezTo>
                      <a:pt x="2453893" y="495746"/>
                      <a:pt x="3539869" y="899733"/>
                      <a:pt x="4625338" y="1228028"/>
                    </a:cubicBezTo>
                    <a:cubicBezTo>
                      <a:pt x="5711062" y="1563562"/>
                      <a:pt x="6797039" y="1823404"/>
                      <a:pt x="7882507" y="1833945"/>
                    </a:cubicBezTo>
                    <a:cubicBezTo>
                      <a:pt x="8921748" y="1850836"/>
                      <a:pt x="9935208" y="1633920"/>
                      <a:pt x="10972291" y="119335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>
                      <a:lumMod val="67000"/>
                    </a:schemeClr>
                  </a:gs>
                  <a:gs pos="48000">
                    <a:schemeClr val="accent4">
                      <a:lumMod val="97000"/>
                      <a:lumOff val="3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000">
                  <a:solidFill>
                    <a:srgbClr val="595454"/>
                  </a:solidFill>
                  <a:latin typeface="Trebuchet MS"/>
                </a:endParaRPr>
              </a:p>
            </p:txBody>
          </p:sp>
        </p:grpSp>
      </p:grp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501DF61-3646-4B94-86C5-A6B28684E8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36664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501DF61-3646-4B94-86C5-A6B28684E8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Bristol Myers Squibb" descr="Bristol Myers Squibb">
            <a:extLst>
              <a:ext uri="{FF2B5EF4-FFF2-40B4-BE49-F238E27FC236}">
                <a16:creationId xmlns:a16="http://schemas.microsoft.com/office/drawing/2014/main" id="{A6F338A6-8E32-40E8-8124-5DA8CB71A3A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47AE2A4-F4F2-4040-893E-0CC69B639D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17756" y="3655400"/>
            <a:ext cx="2905943" cy="850612"/>
          </a:xfrm>
        </p:spPr>
        <p:txBody>
          <a:bodyPr tIns="0"/>
          <a:lstStyle>
            <a:lvl1pPr marL="0" indent="0">
              <a:spcBef>
                <a:spcPts val="30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defRPr sz="1600"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defRPr sz="1600"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defRPr sz="1600"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00385982-983F-4468-B93C-7CF6409320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3021" y="1371600"/>
            <a:ext cx="7688979" cy="2606511"/>
          </a:xfrm>
        </p:spPr>
        <p:txBody>
          <a:bodyPr vert="horz" tIns="0" anchor="ctr" anchorCtr="0"/>
          <a:lstStyle>
            <a:lvl1pPr algn="l" rtl="0">
              <a:defRPr sz="4400" b="1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</p:spTree>
    <p:extLst>
      <p:ext uri="{BB962C8B-B14F-4D97-AF65-F5344CB8AC3E}">
        <p14:creationId xmlns:p14="http://schemas.microsoft.com/office/powerpoint/2010/main" val="2185046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  <p15:guide id="2" pos="456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 Thread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1F2BD34-684E-4419-8682-D54CA999AB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501DF61-3646-4B94-86C5-A6B28684E8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871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501DF61-3646-4B94-86C5-A6B28684E8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3021" y="365760"/>
            <a:ext cx="6270487" cy="2893186"/>
          </a:xfrm>
        </p:spPr>
        <p:txBody>
          <a:bodyPr vert="horz" tIns="0" anchor="b" anchorCtr="0"/>
          <a:lstStyle>
            <a:lvl1pPr algn="l" rtl="0">
              <a:defRPr sz="4400" b="1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50F438-E013-4D31-9A70-0B5CC45FE2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2432" y="3429000"/>
            <a:ext cx="5919384" cy="1400908"/>
          </a:xfrm>
        </p:spPr>
        <p:txBody>
          <a:bodyPr tIns="0"/>
          <a:lstStyle>
            <a:lvl1pPr marL="0" indent="0">
              <a:spcBef>
                <a:spcPts val="30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defRPr sz="1600"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defRPr sz="1600"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defRPr sz="1600"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Bristol Myers Squibb" descr="Bristol Myers Squibb">
            <a:extLst>
              <a:ext uri="{FF2B5EF4-FFF2-40B4-BE49-F238E27FC236}">
                <a16:creationId xmlns:a16="http://schemas.microsoft.com/office/drawing/2014/main" id="{8B3F60B4-F998-4B5F-A9EC-A9AC060C448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biLevel thresh="25000"/>
          </a:blip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13" name="Disclaimer">
            <a:extLst>
              <a:ext uri="{FF2B5EF4-FFF2-40B4-BE49-F238E27FC236}">
                <a16:creationId xmlns:a16="http://schemas.microsoft.com/office/drawing/2014/main" id="{007E6D34-4144-4EA5-A1A8-8D0E8297D09C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 rtl="0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>
                <a:solidFill>
                  <a:schemeClr val="bg1"/>
                </a:solidFill>
              </a:rPr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29399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  <p15:guide id="2" pos="456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itle &amp; Content_ Thre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08C589A7-6E74-4F42-B772-CA49979CB7A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934" t="48886"/>
          <a:stretch/>
        </p:blipFill>
        <p:spPr>
          <a:xfrm>
            <a:off x="-1676400" y="0"/>
            <a:ext cx="6364204" cy="29718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A755EDD-33C1-432A-B464-A8F6DC7098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29005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A755EDD-33C1-432A-B464-A8F6DC7098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itle 2">
            <a:extLst>
              <a:ext uri="{FF2B5EF4-FFF2-40B4-BE49-F238E27FC236}">
                <a16:creationId xmlns:a16="http://schemas.microsoft.com/office/drawing/2014/main" id="{730C5719-DE49-4B5D-8FF6-2C47E4742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33600" y="495300"/>
            <a:ext cx="2209800" cy="685800"/>
          </a:xfrm>
        </p:spPr>
        <p:txBody>
          <a:bodyPr vert="horz" tIns="0" anchor="t" anchorCtr="0"/>
          <a:lstStyle>
            <a:lvl1pPr algn="l" rtl="0">
              <a:defRPr sz="3200" b="1" spc="-50" baseline="0">
                <a:solidFill>
                  <a:schemeClr val="accent4"/>
                </a:solidFill>
              </a:defRPr>
            </a:lvl1pPr>
          </a:lstStyle>
          <a:p>
            <a:r>
              <a:rPr lang="en-US"/>
              <a:t>[title]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BFFA6BD0-2B68-4923-96BB-5FA090455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</p:spPr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79AAAE-0B48-2999-0084-078EEE39B5C9}"/>
              </a:ext>
            </a:extLst>
          </p:cNvPr>
          <p:cNvSpPr txBox="1"/>
          <p:nvPr userDrawn="1"/>
        </p:nvSpPr>
        <p:spPr>
          <a:xfrm>
            <a:off x="1973179" y="6485773"/>
            <a:ext cx="2935705" cy="1158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None/>
            </a:pPr>
            <a:r>
              <a:rPr lang="en-US" sz="1000" err="1"/>
              <a:t>CELMoDs</a:t>
            </a:r>
            <a:r>
              <a:rPr lang="en-US" sz="1000"/>
              <a:t> Advisory Board Deck: UAE</a:t>
            </a:r>
            <a:endParaRPr lang="en-IN" sz="1000"/>
          </a:p>
        </p:txBody>
      </p:sp>
    </p:spTree>
    <p:extLst>
      <p:ext uri="{BB962C8B-B14F-4D97-AF65-F5344CB8AC3E}">
        <p14:creationId xmlns:p14="http://schemas.microsoft.com/office/powerpoint/2010/main" val="878475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Title &amp; Content_ Thre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08C589A7-6E74-4F42-B772-CA49979CB7A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02" t="18306"/>
          <a:stretch/>
        </p:blipFill>
        <p:spPr>
          <a:xfrm>
            <a:off x="0" y="0"/>
            <a:ext cx="10010976" cy="6049679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A755EDD-33C1-432A-B464-A8F6DC7098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29005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A755EDD-33C1-432A-B464-A8F6DC7098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itle 2">
            <a:extLst>
              <a:ext uri="{FF2B5EF4-FFF2-40B4-BE49-F238E27FC236}">
                <a16:creationId xmlns:a16="http://schemas.microsoft.com/office/drawing/2014/main" id="{730C5719-DE49-4B5D-8FF6-2C47E4742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1552574"/>
            <a:ext cx="4374738" cy="1706371"/>
          </a:xfrm>
        </p:spPr>
        <p:txBody>
          <a:bodyPr vert="horz" tIns="0" anchor="t" anchorCtr="0"/>
          <a:lstStyle>
            <a:lvl1pPr algn="l" rtl="0">
              <a:defRPr sz="3200" b="1" spc="-50" baseline="0">
                <a:solidFill>
                  <a:schemeClr val="accent4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94810DD-C285-4719-A672-82A35BC4D33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3429000"/>
            <a:ext cx="3383280" cy="2035629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>
                <a:solidFill>
                  <a:schemeClr val="accent1"/>
                </a:solidFill>
              </a:defRPr>
            </a:lvl1pPr>
            <a:lvl2pPr marL="228600" indent="0" rtl="0">
              <a:buNone/>
              <a:defRPr>
                <a:solidFill>
                  <a:schemeClr val="accent1"/>
                </a:solidFill>
              </a:defRPr>
            </a:lvl2pPr>
            <a:lvl3pPr rtl="0">
              <a:defRPr>
                <a:solidFill>
                  <a:schemeClr val="bg1"/>
                </a:solidFill>
              </a:defRPr>
            </a:lvl3pPr>
            <a:lvl4pPr rtl="0">
              <a:defRPr>
                <a:solidFill>
                  <a:schemeClr val="bg1"/>
                </a:solidFill>
              </a:defRPr>
            </a:lvl4pPr>
            <a:lvl5pPr rtl="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2049D-0EDB-463D-81D8-EDFD20E910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66560" y="1922463"/>
            <a:ext cx="4846320" cy="3657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0698B8-225C-11E1-154B-EC74A56641E1}"/>
              </a:ext>
            </a:extLst>
          </p:cNvPr>
          <p:cNvSpPr/>
          <p:nvPr userDrawn="1"/>
        </p:nvSpPr>
        <p:spPr>
          <a:xfrm>
            <a:off x="1975946" y="6429374"/>
            <a:ext cx="9594894" cy="2867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AE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819701-9928-069B-335F-6C439C69551D}"/>
              </a:ext>
            </a:extLst>
          </p:cNvPr>
          <p:cNvSpPr/>
          <p:nvPr userDrawn="1"/>
        </p:nvSpPr>
        <p:spPr>
          <a:xfrm>
            <a:off x="5559972" y="262759"/>
            <a:ext cx="4971394" cy="20495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AE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ADDC62-1370-A7F0-C8F9-58201BE74F10}"/>
              </a:ext>
            </a:extLst>
          </p:cNvPr>
          <p:cNvSpPr txBox="1"/>
          <p:nvPr userDrawn="1"/>
        </p:nvSpPr>
        <p:spPr>
          <a:xfrm>
            <a:off x="1975946" y="6518288"/>
            <a:ext cx="6016492" cy="1155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None/>
            </a:pPr>
            <a:r>
              <a:rPr lang="en-US" sz="1000" err="1"/>
              <a:t>CELMoDs</a:t>
            </a:r>
            <a:r>
              <a:rPr lang="en-US" sz="1000"/>
              <a:t> Advisory Board Deck: UAE</a:t>
            </a:r>
            <a:endParaRPr lang="en-IN" sz="1000"/>
          </a:p>
        </p:txBody>
      </p:sp>
    </p:spTree>
    <p:extLst>
      <p:ext uri="{BB962C8B-B14F-4D97-AF65-F5344CB8AC3E}">
        <p14:creationId xmlns:p14="http://schemas.microsoft.com/office/powerpoint/2010/main" val="996061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rge Title &amp; Content_ Thre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976A5-A6BB-4682-83E3-E8B3D42C29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05425" y="1552575"/>
            <a:ext cx="3017520" cy="40274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A755EDD-33C1-432A-B464-A8F6DC7098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8979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A755EDD-33C1-432A-B464-A8F6DC7098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itle 2">
            <a:extLst>
              <a:ext uri="{FF2B5EF4-FFF2-40B4-BE49-F238E27FC236}">
                <a16:creationId xmlns:a16="http://schemas.microsoft.com/office/drawing/2014/main" id="{730C5719-DE49-4B5D-8FF6-2C47E4742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1552574"/>
            <a:ext cx="4374738" cy="1706371"/>
          </a:xfrm>
        </p:spPr>
        <p:txBody>
          <a:bodyPr vert="horz" tIns="0" anchor="t" anchorCtr="0"/>
          <a:lstStyle>
            <a:lvl1pPr algn="l" rtl="0">
              <a:defRPr sz="32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94810DD-C285-4719-A672-82A35BC4D33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3429000"/>
            <a:ext cx="3383280" cy="2035629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>
                <a:solidFill>
                  <a:schemeClr val="accent1"/>
                </a:solidFill>
              </a:defRPr>
            </a:lvl1pPr>
            <a:lvl2pPr marL="228600" indent="0" rtl="0">
              <a:buNone/>
              <a:defRPr>
                <a:solidFill>
                  <a:schemeClr val="accent1"/>
                </a:solidFill>
              </a:defRPr>
            </a:lvl2pPr>
            <a:lvl3pPr rtl="0">
              <a:defRPr>
                <a:solidFill>
                  <a:schemeClr val="bg1"/>
                </a:solidFill>
              </a:defRPr>
            </a:lvl3pPr>
            <a:lvl4pPr rtl="0">
              <a:defRPr>
                <a:solidFill>
                  <a:schemeClr val="bg1"/>
                </a:solidFill>
              </a:defRPr>
            </a:lvl4pPr>
            <a:lvl5pPr rtl="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BFFA6BD0-2B68-4923-96BB-5FA090455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</p:spPr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16FFBBE-E3E1-4728-AD53-7E0DC429BF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05647" y="1130817"/>
            <a:ext cx="3017520" cy="325844"/>
          </a:xfrm>
        </p:spPr>
        <p:txBody>
          <a:bodyPr anchor="b"/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F2C797D-1F40-49BB-844F-C4E639A82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02344" y="1130816"/>
            <a:ext cx="3017520" cy="325844"/>
          </a:xfrm>
        </p:spPr>
        <p:txBody>
          <a:bodyPr anchor="b"/>
          <a:lstStyle>
            <a:lvl1pPr marL="0" indent="0">
              <a:buNone/>
              <a:defRPr sz="20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4BD329D-ECB6-40A1-BA60-B5E81968848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01391" y="1552575"/>
            <a:ext cx="3017520" cy="40274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7671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ing Spri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A755EDD-33C1-432A-B464-A8F6DC7098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01565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A755EDD-33C1-432A-B464-A8F6DC7098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itle 2">
            <a:extLst>
              <a:ext uri="{FF2B5EF4-FFF2-40B4-BE49-F238E27FC236}">
                <a16:creationId xmlns:a16="http://schemas.microsoft.com/office/drawing/2014/main" id="{730C5719-DE49-4B5D-8FF6-2C47E4742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1552574"/>
            <a:ext cx="4374738" cy="1706371"/>
          </a:xfrm>
        </p:spPr>
        <p:txBody>
          <a:bodyPr vert="horz" tIns="0" anchor="t" anchorCtr="0"/>
          <a:lstStyle>
            <a:lvl1pPr algn="l" rtl="0">
              <a:defRPr sz="32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94810DD-C285-4719-A672-82A35BC4D33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3429000"/>
            <a:ext cx="3383280" cy="2035629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>
                <a:solidFill>
                  <a:schemeClr val="accent1"/>
                </a:solidFill>
              </a:defRPr>
            </a:lvl1pPr>
            <a:lvl2pPr marL="228600" indent="0" rtl="0">
              <a:buNone/>
              <a:defRPr>
                <a:solidFill>
                  <a:schemeClr val="accent1"/>
                </a:solidFill>
              </a:defRPr>
            </a:lvl2pPr>
            <a:lvl3pPr rtl="0">
              <a:defRPr>
                <a:solidFill>
                  <a:schemeClr val="bg1"/>
                </a:solidFill>
              </a:defRPr>
            </a:lvl3pPr>
            <a:lvl4pPr rtl="0">
              <a:defRPr>
                <a:solidFill>
                  <a:schemeClr val="bg1"/>
                </a:solidFill>
              </a:defRPr>
            </a:lvl4pPr>
            <a:lvl5pPr rtl="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BFFA6BD0-2B68-4923-96BB-5FA090455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</p:spPr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AEE7630-4961-4DA6-82C1-A75BF01672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66560" y="1922463"/>
            <a:ext cx="4846320" cy="3657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8612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_Gradient bckgrd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8D0945-11FC-4EA7-AB57-5B68F6E75E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33144" y="329504"/>
            <a:ext cx="4772502" cy="4718304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A755EDD-33C1-432A-B464-A8F6DC7098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57396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A755EDD-33C1-432A-B464-A8F6DC7098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730C5719-DE49-4B5D-8FF6-2C47E4742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1552574"/>
            <a:ext cx="4374738" cy="1706371"/>
          </a:xfrm>
        </p:spPr>
        <p:txBody>
          <a:bodyPr vert="horz" tIns="0" anchor="t" anchorCtr="0"/>
          <a:lstStyle>
            <a:lvl1pPr algn="l" rtl="0">
              <a:defRPr sz="4400" b="1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94810DD-C285-4719-A672-82A35BC4D33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3429000"/>
            <a:ext cx="4374738" cy="2035629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>
                <a:solidFill>
                  <a:schemeClr val="bg1"/>
                </a:solidFill>
              </a:defRPr>
            </a:lvl1pPr>
            <a:lvl2pPr marL="228600" indent="0" rtl="0">
              <a:buNone/>
              <a:defRPr>
                <a:solidFill>
                  <a:schemeClr val="bg1"/>
                </a:solidFill>
              </a:defRPr>
            </a:lvl2pPr>
            <a:lvl3pPr rtl="0">
              <a:defRPr>
                <a:solidFill>
                  <a:schemeClr val="bg1"/>
                </a:solidFill>
              </a:defRPr>
            </a:lvl3pPr>
            <a:lvl4pPr rtl="0">
              <a:defRPr>
                <a:solidFill>
                  <a:schemeClr val="bg1"/>
                </a:solidFill>
              </a:defRPr>
            </a:lvl4pPr>
            <a:lvl5pPr rtl="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pic>
        <p:nvPicPr>
          <p:cNvPr id="13" name="Bristol Myers Squibb" descr="Bristol Myers Squibb">
            <a:extLst>
              <a:ext uri="{FF2B5EF4-FFF2-40B4-BE49-F238E27FC236}">
                <a16:creationId xmlns:a16="http://schemas.microsoft.com/office/drawing/2014/main" id="{592549D5-A8EF-41FE-BE91-099285C4371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258318" y="6355080"/>
            <a:ext cx="1627632" cy="410821"/>
          </a:xfrm>
          <a:prstGeom prst="rect">
            <a:avLst/>
          </a:prstGeom>
          <a:noFill/>
        </p:spPr>
      </p:pic>
      <p:grpSp>
        <p:nvGrpSpPr>
          <p:cNvPr id="14" name="Group">
            <a:extLst>
              <a:ext uri="{FF2B5EF4-FFF2-40B4-BE49-F238E27FC236}">
                <a16:creationId xmlns:a16="http://schemas.microsoft.com/office/drawing/2014/main" id="{6E1B4A02-C063-48BF-8897-745EDA04BAB1}"/>
              </a:ext>
            </a:extLst>
          </p:cNvPr>
          <p:cNvGrpSpPr/>
          <p:nvPr userDrawn="1"/>
        </p:nvGrpSpPr>
        <p:grpSpPr>
          <a:xfrm>
            <a:off x="1874520" y="6458891"/>
            <a:ext cx="3919729" cy="231734"/>
            <a:chOff x="1874520" y="6458891"/>
            <a:chExt cx="3919729" cy="231734"/>
          </a:xfrm>
        </p:grpSpPr>
        <p:cxnSp>
          <p:nvCxnSpPr>
            <p:cNvPr id="15" name="Line">
              <a:extLst>
                <a:ext uri="{FF2B5EF4-FFF2-40B4-BE49-F238E27FC236}">
                  <a16:creationId xmlns:a16="http://schemas.microsoft.com/office/drawing/2014/main" id="{24D536CE-E1CD-49D1-9D4F-F57C43FF9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 bwMode="black">
            <a:xfrm>
              <a:off x="1874520" y="6458891"/>
              <a:ext cx="0" cy="228600"/>
            </a:xfrm>
            <a:prstGeom prst="line">
              <a:avLst/>
            </a:prstGeom>
            <a:ln w="63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sp>
          <p:nvSpPr>
            <p:cNvPr id="16" name="Division/Therapeutic Area">
              <a:extLst>
                <a:ext uri="{FF2B5EF4-FFF2-40B4-BE49-F238E27FC236}">
                  <a16:creationId xmlns:a16="http://schemas.microsoft.com/office/drawing/2014/main" id="{F058FDC2-6BFE-4B0F-BE59-7AF32031F8ED}"/>
                </a:ext>
              </a:extLst>
            </p:cNvPr>
            <p:cNvSpPr txBox="1"/>
            <p:nvPr/>
          </p:nvSpPr>
          <p:spPr>
            <a:xfrm>
              <a:off x="2011680" y="6462065"/>
              <a:ext cx="3782569" cy="22856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indent="0" algn="l" rtl="0">
                <a:lnSpc>
                  <a:spcPct val="100000"/>
                </a:lnSpc>
                <a:spcBef>
                  <a:spcPts val="0"/>
                </a:spcBef>
                <a:buSzPct val="100000"/>
                <a:buFontTx/>
                <a:buNone/>
              </a:pPr>
              <a:r>
                <a:rPr lang="en-US" sz="1100" b="0">
                  <a:solidFill>
                    <a:schemeClr val="bg1"/>
                  </a:solidFill>
                </a:rPr>
                <a:t>Commercialization Choices Framework Playbook </a:t>
              </a:r>
            </a:p>
          </p:txBody>
        </p:sp>
      </p:grpSp>
      <p:sp>
        <p:nvSpPr>
          <p:cNvPr id="24" name="Disclaimer">
            <a:extLst>
              <a:ext uri="{FF2B5EF4-FFF2-40B4-BE49-F238E27FC236}">
                <a16:creationId xmlns:a16="http://schemas.microsoft.com/office/drawing/2014/main" id="{094C2E02-77D6-48F2-B370-2917A0300D4D}"/>
              </a:ext>
            </a:extLst>
          </p:cNvPr>
          <p:cNvSpPr txBox="1"/>
          <p:nvPr userDrawn="1"/>
        </p:nvSpPr>
        <p:spPr>
          <a:xfrm>
            <a:off x="8205216" y="6429375"/>
            <a:ext cx="3209544" cy="228600"/>
          </a:xfrm>
          <a:prstGeom prst="rect">
            <a:avLst/>
          </a:prstGeom>
          <a:noFill/>
        </p:spPr>
        <p:txBody>
          <a:bodyPr wrap="square" lIns="0" tIns="0" rIns="0" bIns="9144" rtlCol="0" anchor="b" anchorCtr="0">
            <a:noAutofit/>
          </a:bodyPr>
          <a:lstStyle/>
          <a:p>
            <a:pPr marL="0" indent="0" algn="r" rtl="0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>
                <a:solidFill>
                  <a:schemeClr val="bg1"/>
                </a:solidFill>
              </a:rPr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93042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Slide_ White bc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8D0945-11FC-4EA7-AB57-5B68F6E75E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16743" y="112687"/>
            <a:ext cx="3986106" cy="3940839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A755EDD-33C1-432A-B464-A8F6DC7098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2905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A755EDD-33C1-432A-B464-A8F6DC7098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730C5719-DE49-4B5D-8FF6-2C47E4742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1552574"/>
            <a:ext cx="4374738" cy="1706371"/>
          </a:xfrm>
        </p:spPr>
        <p:txBody>
          <a:bodyPr vert="horz" tIns="0" anchor="t" anchorCtr="0"/>
          <a:lstStyle>
            <a:lvl1pPr algn="l" rtl="0">
              <a:defRPr sz="4400" b="1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94810DD-C285-4719-A672-82A35BC4D33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3429000"/>
            <a:ext cx="4374738" cy="2035629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 marL="228600" indent="0" rtl="0">
              <a:buNone/>
              <a:defRPr>
                <a:solidFill>
                  <a:schemeClr val="tx1"/>
                </a:solidFill>
              </a:defRPr>
            </a:lvl2pPr>
            <a:lvl3pPr rtl="0">
              <a:defRPr>
                <a:solidFill>
                  <a:schemeClr val="bg1"/>
                </a:solidFill>
              </a:defRPr>
            </a:lvl3pPr>
            <a:lvl4pPr rtl="0">
              <a:defRPr>
                <a:solidFill>
                  <a:schemeClr val="bg1"/>
                </a:solidFill>
              </a:defRPr>
            </a:lvl4pPr>
            <a:lvl5pPr rtl="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32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tatement Slide_ White bckgrd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8D0945-11FC-4EA7-AB57-5B68F6E75E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16743" y="112687"/>
            <a:ext cx="3986106" cy="3940839"/>
          </a:xfrm>
          <a:prstGeom prst="ellipse">
            <a:avLst/>
          </a:prstGeom>
          <a:ln w="38100">
            <a:solidFill>
              <a:schemeClr val="bg1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A755EDD-33C1-432A-B464-A8F6DC7098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92442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A755EDD-33C1-432A-B464-A8F6DC7098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730C5719-DE49-4B5D-8FF6-2C47E4742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1552574"/>
            <a:ext cx="4374738" cy="1706371"/>
          </a:xfrm>
        </p:spPr>
        <p:txBody>
          <a:bodyPr vert="horz" tIns="0" anchor="t" anchorCtr="0"/>
          <a:lstStyle>
            <a:lvl1pPr algn="l" rtl="0">
              <a:defRPr sz="4400" b="1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94810DD-C285-4719-A672-82A35BC4D33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3429000"/>
            <a:ext cx="4374738" cy="2035629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>
                <a:solidFill>
                  <a:schemeClr val="bg1"/>
                </a:solidFill>
              </a:defRPr>
            </a:lvl1pPr>
            <a:lvl2pPr marL="228600" indent="0" rtl="0">
              <a:buNone/>
              <a:defRPr>
                <a:solidFill>
                  <a:schemeClr val="bg1"/>
                </a:solidFill>
              </a:defRPr>
            </a:lvl2pPr>
            <a:lvl3pPr rtl="0">
              <a:defRPr>
                <a:solidFill>
                  <a:schemeClr val="bg1"/>
                </a:solidFill>
              </a:defRPr>
            </a:lvl3pPr>
            <a:lvl4pPr rtl="0">
              <a:defRPr>
                <a:solidFill>
                  <a:schemeClr val="bg1"/>
                </a:solidFill>
              </a:defRPr>
            </a:lvl4pPr>
            <a:lvl5pPr rtl="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6F4C87AA-6F20-4AF5-9AE7-F57DB2B5E0F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258318" y="6355080"/>
            <a:ext cx="1627632" cy="410821"/>
          </a:xfrm>
          <a:prstGeom prst="rect">
            <a:avLst/>
          </a:prstGeom>
          <a:noFill/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E773BEB4-ED93-4123-BD1B-8FB733057781}"/>
              </a:ext>
            </a:extLst>
          </p:cNvPr>
          <p:cNvGrpSpPr/>
          <p:nvPr userDrawn="1"/>
        </p:nvGrpSpPr>
        <p:grpSpPr>
          <a:xfrm>
            <a:off x="1874520" y="6458891"/>
            <a:ext cx="3919729" cy="231734"/>
            <a:chOff x="1874520" y="6458891"/>
            <a:chExt cx="3919729" cy="231734"/>
          </a:xfrm>
        </p:grpSpPr>
        <p:cxnSp>
          <p:nvCxnSpPr>
            <p:cNvPr id="9" name="Line">
              <a:extLst>
                <a:ext uri="{FF2B5EF4-FFF2-40B4-BE49-F238E27FC236}">
                  <a16:creationId xmlns:a16="http://schemas.microsoft.com/office/drawing/2014/main" id="{D7A0BD13-FB90-4A05-B488-38A56FB10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 bwMode="black">
            <a:xfrm>
              <a:off x="1874520" y="6458891"/>
              <a:ext cx="0" cy="228600"/>
            </a:xfrm>
            <a:prstGeom prst="line">
              <a:avLst/>
            </a:prstGeom>
            <a:ln w="63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sp>
          <p:nvSpPr>
            <p:cNvPr id="10" name="Division/Therapeutic Area">
              <a:extLst>
                <a:ext uri="{FF2B5EF4-FFF2-40B4-BE49-F238E27FC236}">
                  <a16:creationId xmlns:a16="http://schemas.microsoft.com/office/drawing/2014/main" id="{A35FD6F0-0742-4EED-855C-E53BD6543C31}"/>
                </a:ext>
              </a:extLst>
            </p:cNvPr>
            <p:cNvSpPr txBox="1"/>
            <p:nvPr/>
          </p:nvSpPr>
          <p:spPr>
            <a:xfrm>
              <a:off x="2011680" y="6462065"/>
              <a:ext cx="3782569" cy="22856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indent="0" algn="l" rtl="0">
                <a:lnSpc>
                  <a:spcPct val="100000"/>
                </a:lnSpc>
                <a:spcBef>
                  <a:spcPts val="0"/>
                </a:spcBef>
                <a:buSzPct val="100000"/>
                <a:buFontTx/>
                <a:buNone/>
              </a:pPr>
              <a:r>
                <a:rPr lang="en-US" sz="1100" b="0">
                  <a:solidFill>
                    <a:schemeClr val="bg1"/>
                  </a:solidFill>
                </a:rPr>
                <a:t>Commercialization Choices Framework Playbook </a:t>
              </a:r>
            </a:p>
          </p:txBody>
        </p:sp>
      </p:grpSp>
      <p:sp>
        <p:nvSpPr>
          <p:cNvPr id="11" name="Disclaimer">
            <a:extLst>
              <a:ext uri="{FF2B5EF4-FFF2-40B4-BE49-F238E27FC236}">
                <a16:creationId xmlns:a16="http://schemas.microsoft.com/office/drawing/2014/main" id="{05E4BEB7-9E0C-42D4-979A-BDA798D60881}"/>
              </a:ext>
            </a:extLst>
          </p:cNvPr>
          <p:cNvSpPr txBox="1"/>
          <p:nvPr userDrawn="1"/>
        </p:nvSpPr>
        <p:spPr>
          <a:xfrm>
            <a:off x="8205216" y="6429375"/>
            <a:ext cx="3209544" cy="228600"/>
          </a:xfrm>
          <a:prstGeom prst="rect">
            <a:avLst/>
          </a:prstGeom>
          <a:noFill/>
        </p:spPr>
        <p:txBody>
          <a:bodyPr wrap="square" lIns="0" tIns="0" rIns="0" bIns="9144" rtlCol="0" anchor="b" anchorCtr="0">
            <a:noAutofit/>
          </a:bodyPr>
          <a:lstStyle/>
          <a:p>
            <a:pPr marL="0" indent="0" algn="r" rtl="0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>
                <a:solidFill>
                  <a:schemeClr val="bg1"/>
                </a:solidFill>
              </a:rPr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31291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_ White bc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8D0945-11FC-4EA7-AB57-5B68F6E75E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33144" y="329504"/>
            <a:ext cx="4772502" cy="4718304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A755EDD-33C1-432A-B464-A8F6DC7098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96787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A755EDD-33C1-432A-B464-A8F6DC7098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730C5719-DE49-4B5D-8FF6-2C47E4742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1552574"/>
            <a:ext cx="4374738" cy="1706371"/>
          </a:xfrm>
        </p:spPr>
        <p:txBody>
          <a:bodyPr vert="horz" tIns="0" anchor="t" anchorCtr="0"/>
          <a:lstStyle>
            <a:lvl1pPr algn="l" rtl="0">
              <a:defRPr sz="4400" b="1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94810DD-C285-4719-A672-82A35BC4D33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3429000"/>
            <a:ext cx="4374738" cy="2035629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 marL="228600" indent="0" rtl="0">
              <a:buNone/>
              <a:defRPr>
                <a:solidFill>
                  <a:schemeClr val="tx1"/>
                </a:solidFill>
              </a:defRPr>
            </a:lvl2pPr>
            <a:lvl3pPr rtl="0">
              <a:defRPr>
                <a:solidFill>
                  <a:schemeClr val="bg1"/>
                </a:solidFill>
              </a:defRPr>
            </a:lvl3pPr>
            <a:lvl4pPr rtl="0">
              <a:defRPr>
                <a:solidFill>
                  <a:schemeClr val="bg1"/>
                </a:solidFill>
              </a:defRPr>
            </a:lvl4pPr>
            <a:lvl5pPr rtl="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41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tement slide in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1D2C970A-582E-4291-86FE-61E67A47DD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3635297" y="1715677"/>
            <a:ext cx="4238334" cy="3148554"/>
          </a:xfrm>
          <a:custGeom>
            <a:avLst/>
            <a:gdLst>
              <a:gd name="connsiteX0" fmla="*/ 0 w 5065182"/>
              <a:gd name="connsiteY0" fmla="*/ 1933074 h 3866147"/>
              <a:gd name="connsiteX1" fmla="*/ 2532591 w 5065182"/>
              <a:gd name="connsiteY1" fmla="*/ 0 h 3866147"/>
              <a:gd name="connsiteX2" fmla="*/ 5065182 w 5065182"/>
              <a:gd name="connsiteY2" fmla="*/ 1933074 h 3866147"/>
              <a:gd name="connsiteX3" fmla="*/ 2532591 w 5065182"/>
              <a:gd name="connsiteY3" fmla="*/ 3866148 h 3866147"/>
              <a:gd name="connsiteX4" fmla="*/ 0 w 5065182"/>
              <a:gd name="connsiteY4" fmla="*/ 1933074 h 3866147"/>
              <a:gd name="connsiteX0" fmla="*/ 1575 w 5066757"/>
              <a:gd name="connsiteY0" fmla="*/ 1868905 h 3801979"/>
              <a:gd name="connsiteX1" fmla="*/ 2838966 w 5066757"/>
              <a:gd name="connsiteY1" fmla="*/ 0 h 3801979"/>
              <a:gd name="connsiteX2" fmla="*/ 5066757 w 5066757"/>
              <a:gd name="connsiteY2" fmla="*/ 1868905 h 3801979"/>
              <a:gd name="connsiteX3" fmla="*/ 2534166 w 5066757"/>
              <a:gd name="connsiteY3" fmla="*/ 3801979 h 3801979"/>
              <a:gd name="connsiteX4" fmla="*/ 1575 w 5066757"/>
              <a:gd name="connsiteY4" fmla="*/ 1868905 h 3801979"/>
              <a:gd name="connsiteX0" fmla="*/ 1218 w 4841811"/>
              <a:gd name="connsiteY0" fmla="*/ 968742 h 3847939"/>
              <a:gd name="connsiteX1" fmla="*/ 2614020 w 4841811"/>
              <a:gd name="connsiteY1" fmla="*/ 30279 h 3847939"/>
              <a:gd name="connsiteX2" fmla="*/ 4841811 w 4841811"/>
              <a:gd name="connsiteY2" fmla="*/ 1899184 h 3847939"/>
              <a:gd name="connsiteX3" fmla="*/ 2309220 w 4841811"/>
              <a:gd name="connsiteY3" fmla="*/ 3832258 h 3847939"/>
              <a:gd name="connsiteX4" fmla="*/ 1218 w 4841811"/>
              <a:gd name="connsiteY4" fmla="*/ 968742 h 3847939"/>
              <a:gd name="connsiteX0" fmla="*/ 60428 w 4901021"/>
              <a:gd name="connsiteY0" fmla="*/ 959213 h 3823171"/>
              <a:gd name="connsiteX1" fmla="*/ 2673230 w 4901021"/>
              <a:gd name="connsiteY1" fmla="*/ 20750 h 3823171"/>
              <a:gd name="connsiteX2" fmla="*/ 4901021 w 4901021"/>
              <a:gd name="connsiteY2" fmla="*/ 1889655 h 3823171"/>
              <a:gd name="connsiteX3" fmla="*/ 2368430 w 4901021"/>
              <a:gd name="connsiteY3" fmla="*/ 3822729 h 3823171"/>
              <a:gd name="connsiteX4" fmla="*/ 958786 w 4901021"/>
              <a:gd name="connsiteY4" fmla="*/ 2058095 h 3823171"/>
              <a:gd name="connsiteX5" fmla="*/ 60428 w 4901021"/>
              <a:gd name="connsiteY5" fmla="*/ 959213 h 3823171"/>
              <a:gd name="connsiteX0" fmla="*/ 57886 w 4898479"/>
              <a:gd name="connsiteY0" fmla="*/ 959213 h 3823171"/>
              <a:gd name="connsiteX1" fmla="*/ 2670688 w 4898479"/>
              <a:gd name="connsiteY1" fmla="*/ 20750 h 3823171"/>
              <a:gd name="connsiteX2" fmla="*/ 4898479 w 4898479"/>
              <a:gd name="connsiteY2" fmla="*/ 1889655 h 3823171"/>
              <a:gd name="connsiteX3" fmla="*/ 2365888 w 4898479"/>
              <a:gd name="connsiteY3" fmla="*/ 3822729 h 3823171"/>
              <a:gd name="connsiteX4" fmla="*/ 956244 w 4898479"/>
              <a:gd name="connsiteY4" fmla="*/ 2058095 h 3823171"/>
              <a:gd name="connsiteX5" fmla="*/ 57886 w 4898479"/>
              <a:gd name="connsiteY5" fmla="*/ 959213 h 3823171"/>
              <a:gd name="connsiteX0" fmla="*/ 57886 w 4942087"/>
              <a:gd name="connsiteY0" fmla="*/ 966441 h 3830399"/>
              <a:gd name="connsiteX1" fmla="*/ 2670688 w 4942087"/>
              <a:gd name="connsiteY1" fmla="*/ 27978 h 3830399"/>
              <a:gd name="connsiteX2" fmla="*/ 4084455 w 4942087"/>
              <a:gd name="connsiteY2" fmla="*/ 396944 h 3830399"/>
              <a:gd name="connsiteX3" fmla="*/ 4898479 w 4942087"/>
              <a:gd name="connsiteY3" fmla="*/ 1896883 h 3830399"/>
              <a:gd name="connsiteX4" fmla="*/ 2365888 w 4942087"/>
              <a:gd name="connsiteY4" fmla="*/ 3829957 h 3830399"/>
              <a:gd name="connsiteX5" fmla="*/ 956244 w 4942087"/>
              <a:gd name="connsiteY5" fmla="*/ 2065323 h 3830399"/>
              <a:gd name="connsiteX6" fmla="*/ 57886 w 4942087"/>
              <a:gd name="connsiteY6" fmla="*/ 966441 h 3830399"/>
              <a:gd name="connsiteX0" fmla="*/ 57886 w 4898547"/>
              <a:gd name="connsiteY0" fmla="*/ 966441 h 3882762"/>
              <a:gd name="connsiteX1" fmla="*/ 2670688 w 4898547"/>
              <a:gd name="connsiteY1" fmla="*/ 27978 h 3882762"/>
              <a:gd name="connsiteX2" fmla="*/ 4084455 w 4898547"/>
              <a:gd name="connsiteY2" fmla="*/ 396944 h 3882762"/>
              <a:gd name="connsiteX3" fmla="*/ 4898479 w 4898547"/>
              <a:gd name="connsiteY3" fmla="*/ 1896883 h 3882762"/>
              <a:gd name="connsiteX4" fmla="*/ 4405297 w 4898547"/>
              <a:gd name="connsiteY4" fmla="*/ 3284523 h 3882762"/>
              <a:gd name="connsiteX5" fmla="*/ 2365888 w 4898547"/>
              <a:gd name="connsiteY5" fmla="*/ 3829957 h 3882762"/>
              <a:gd name="connsiteX6" fmla="*/ 956244 w 4898547"/>
              <a:gd name="connsiteY6" fmla="*/ 2065323 h 3882762"/>
              <a:gd name="connsiteX7" fmla="*/ 57886 w 4898547"/>
              <a:gd name="connsiteY7" fmla="*/ 966441 h 3882762"/>
              <a:gd name="connsiteX0" fmla="*/ 57886 w 4898547"/>
              <a:gd name="connsiteY0" fmla="*/ 966441 h 3754213"/>
              <a:gd name="connsiteX1" fmla="*/ 2670688 w 4898547"/>
              <a:gd name="connsiteY1" fmla="*/ 27978 h 3754213"/>
              <a:gd name="connsiteX2" fmla="*/ 4084455 w 4898547"/>
              <a:gd name="connsiteY2" fmla="*/ 396944 h 3754213"/>
              <a:gd name="connsiteX3" fmla="*/ 4898479 w 4898547"/>
              <a:gd name="connsiteY3" fmla="*/ 1896883 h 3754213"/>
              <a:gd name="connsiteX4" fmla="*/ 4405297 w 4898547"/>
              <a:gd name="connsiteY4" fmla="*/ 3284523 h 3754213"/>
              <a:gd name="connsiteX5" fmla="*/ 2494225 w 4898547"/>
              <a:gd name="connsiteY5" fmla="*/ 3685578 h 3754213"/>
              <a:gd name="connsiteX6" fmla="*/ 956244 w 4898547"/>
              <a:gd name="connsiteY6" fmla="*/ 2065323 h 3754213"/>
              <a:gd name="connsiteX7" fmla="*/ 57886 w 4898547"/>
              <a:gd name="connsiteY7" fmla="*/ 966441 h 3754213"/>
              <a:gd name="connsiteX0" fmla="*/ 115304 w 4955965"/>
              <a:gd name="connsiteY0" fmla="*/ 966441 h 3754213"/>
              <a:gd name="connsiteX1" fmla="*/ 2728106 w 4955965"/>
              <a:gd name="connsiteY1" fmla="*/ 27978 h 3754213"/>
              <a:gd name="connsiteX2" fmla="*/ 4141873 w 4955965"/>
              <a:gd name="connsiteY2" fmla="*/ 396944 h 3754213"/>
              <a:gd name="connsiteX3" fmla="*/ 4955897 w 4955965"/>
              <a:gd name="connsiteY3" fmla="*/ 1896883 h 3754213"/>
              <a:gd name="connsiteX4" fmla="*/ 4462715 w 4955965"/>
              <a:gd name="connsiteY4" fmla="*/ 3284523 h 3754213"/>
              <a:gd name="connsiteX5" fmla="*/ 2551643 w 4955965"/>
              <a:gd name="connsiteY5" fmla="*/ 3685578 h 3754213"/>
              <a:gd name="connsiteX6" fmla="*/ 1013662 w 4955965"/>
              <a:gd name="connsiteY6" fmla="*/ 2065323 h 3754213"/>
              <a:gd name="connsiteX7" fmla="*/ 516357 w 4955965"/>
              <a:gd name="connsiteY7" fmla="*/ 1375513 h 3754213"/>
              <a:gd name="connsiteX8" fmla="*/ 115304 w 4955965"/>
              <a:gd name="connsiteY8" fmla="*/ 966441 h 3754213"/>
              <a:gd name="connsiteX0" fmla="*/ 187069 w 5027730"/>
              <a:gd name="connsiteY0" fmla="*/ 966441 h 3754213"/>
              <a:gd name="connsiteX1" fmla="*/ 2799871 w 5027730"/>
              <a:gd name="connsiteY1" fmla="*/ 27978 h 3754213"/>
              <a:gd name="connsiteX2" fmla="*/ 4213638 w 5027730"/>
              <a:gd name="connsiteY2" fmla="*/ 396944 h 3754213"/>
              <a:gd name="connsiteX3" fmla="*/ 5027662 w 5027730"/>
              <a:gd name="connsiteY3" fmla="*/ 1896883 h 3754213"/>
              <a:gd name="connsiteX4" fmla="*/ 4534480 w 5027730"/>
              <a:gd name="connsiteY4" fmla="*/ 3284523 h 3754213"/>
              <a:gd name="connsiteX5" fmla="*/ 2623408 w 5027730"/>
              <a:gd name="connsiteY5" fmla="*/ 3685578 h 3754213"/>
              <a:gd name="connsiteX6" fmla="*/ 1085427 w 5027730"/>
              <a:gd name="connsiteY6" fmla="*/ 2065323 h 3754213"/>
              <a:gd name="connsiteX7" fmla="*/ 588122 w 5027730"/>
              <a:gd name="connsiteY7" fmla="*/ 1375513 h 3754213"/>
              <a:gd name="connsiteX8" fmla="*/ 251238 w 5027730"/>
              <a:gd name="connsiteY8" fmla="*/ 1038629 h 3754213"/>
              <a:gd name="connsiteX9" fmla="*/ 187069 w 5027730"/>
              <a:gd name="connsiteY9" fmla="*/ 966441 h 3754213"/>
              <a:gd name="connsiteX0" fmla="*/ 235691 w 4920004"/>
              <a:gd name="connsiteY0" fmla="*/ 795367 h 3744225"/>
              <a:gd name="connsiteX1" fmla="*/ 2692145 w 4920004"/>
              <a:gd name="connsiteY1" fmla="*/ 17990 h 3744225"/>
              <a:gd name="connsiteX2" fmla="*/ 4105912 w 4920004"/>
              <a:gd name="connsiteY2" fmla="*/ 386956 h 3744225"/>
              <a:gd name="connsiteX3" fmla="*/ 4919936 w 4920004"/>
              <a:gd name="connsiteY3" fmla="*/ 1886895 h 3744225"/>
              <a:gd name="connsiteX4" fmla="*/ 4426754 w 4920004"/>
              <a:gd name="connsiteY4" fmla="*/ 3274535 h 3744225"/>
              <a:gd name="connsiteX5" fmla="*/ 2515682 w 4920004"/>
              <a:gd name="connsiteY5" fmla="*/ 3675590 h 3744225"/>
              <a:gd name="connsiteX6" fmla="*/ 977701 w 4920004"/>
              <a:gd name="connsiteY6" fmla="*/ 2055335 h 3744225"/>
              <a:gd name="connsiteX7" fmla="*/ 480396 w 4920004"/>
              <a:gd name="connsiteY7" fmla="*/ 1365525 h 3744225"/>
              <a:gd name="connsiteX8" fmla="*/ 143512 w 4920004"/>
              <a:gd name="connsiteY8" fmla="*/ 1028641 h 3744225"/>
              <a:gd name="connsiteX9" fmla="*/ 235691 w 4920004"/>
              <a:gd name="connsiteY9" fmla="*/ 795367 h 3744225"/>
              <a:gd name="connsiteX0" fmla="*/ 235691 w 4920004"/>
              <a:gd name="connsiteY0" fmla="*/ 795367 h 3744225"/>
              <a:gd name="connsiteX1" fmla="*/ 2692145 w 4920004"/>
              <a:gd name="connsiteY1" fmla="*/ 17990 h 3744225"/>
              <a:gd name="connsiteX2" fmla="*/ 4158028 w 4920004"/>
              <a:gd name="connsiteY2" fmla="*/ 386956 h 3744225"/>
              <a:gd name="connsiteX3" fmla="*/ 4919936 w 4920004"/>
              <a:gd name="connsiteY3" fmla="*/ 1886895 h 3744225"/>
              <a:gd name="connsiteX4" fmla="*/ 4426754 w 4920004"/>
              <a:gd name="connsiteY4" fmla="*/ 3274535 h 3744225"/>
              <a:gd name="connsiteX5" fmla="*/ 2515682 w 4920004"/>
              <a:gd name="connsiteY5" fmla="*/ 3675590 h 3744225"/>
              <a:gd name="connsiteX6" fmla="*/ 977701 w 4920004"/>
              <a:gd name="connsiteY6" fmla="*/ 2055335 h 3744225"/>
              <a:gd name="connsiteX7" fmla="*/ 480396 w 4920004"/>
              <a:gd name="connsiteY7" fmla="*/ 1365525 h 3744225"/>
              <a:gd name="connsiteX8" fmla="*/ 143512 w 4920004"/>
              <a:gd name="connsiteY8" fmla="*/ 1028641 h 3744225"/>
              <a:gd name="connsiteX9" fmla="*/ 235691 w 4920004"/>
              <a:gd name="connsiteY9" fmla="*/ 795367 h 3744225"/>
              <a:gd name="connsiteX0" fmla="*/ 235691 w 4995776"/>
              <a:gd name="connsiteY0" fmla="*/ 795367 h 3744225"/>
              <a:gd name="connsiteX1" fmla="*/ 2692145 w 4995776"/>
              <a:gd name="connsiteY1" fmla="*/ 17990 h 3744225"/>
              <a:gd name="connsiteX2" fmla="*/ 4158028 w 4995776"/>
              <a:gd name="connsiteY2" fmla="*/ 386956 h 3744225"/>
              <a:gd name="connsiteX3" fmla="*/ 4995741 w 4995776"/>
              <a:gd name="connsiteY3" fmla="*/ 1886895 h 3744225"/>
              <a:gd name="connsiteX4" fmla="*/ 4426754 w 4995776"/>
              <a:gd name="connsiteY4" fmla="*/ 3274535 h 3744225"/>
              <a:gd name="connsiteX5" fmla="*/ 2515682 w 4995776"/>
              <a:gd name="connsiteY5" fmla="*/ 3675590 h 3744225"/>
              <a:gd name="connsiteX6" fmla="*/ 977701 w 4995776"/>
              <a:gd name="connsiteY6" fmla="*/ 2055335 h 3744225"/>
              <a:gd name="connsiteX7" fmla="*/ 480396 w 4995776"/>
              <a:gd name="connsiteY7" fmla="*/ 1365525 h 3744225"/>
              <a:gd name="connsiteX8" fmla="*/ 143512 w 4995776"/>
              <a:gd name="connsiteY8" fmla="*/ 1028641 h 3744225"/>
              <a:gd name="connsiteX9" fmla="*/ 235691 w 4995776"/>
              <a:gd name="connsiteY9" fmla="*/ 795367 h 3744225"/>
              <a:gd name="connsiteX0" fmla="*/ 235691 w 4995776"/>
              <a:gd name="connsiteY0" fmla="*/ 744751 h 3693609"/>
              <a:gd name="connsiteX1" fmla="*/ 2692145 w 4995776"/>
              <a:gd name="connsiteY1" fmla="*/ 23935 h 3693609"/>
              <a:gd name="connsiteX2" fmla="*/ 4158028 w 4995776"/>
              <a:gd name="connsiteY2" fmla="*/ 336340 h 3693609"/>
              <a:gd name="connsiteX3" fmla="*/ 4995741 w 4995776"/>
              <a:gd name="connsiteY3" fmla="*/ 1836279 h 3693609"/>
              <a:gd name="connsiteX4" fmla="*/ 4426754 w 4995776"/>
              <a:gd name="connsiteY4" fmla="*/ 3223919 h 3693609"/>
              <a:gd name="connsiteX5" fmla="*/ 2515682 w 4995776"/>
              <a:gd name="connsiteY5" fmla="*/ 3624974 h 3693609"/>
              <a:gd name="connsiteX6" fmla="*/ 977701 w 4995776"/>
              <a:gd name="connsiteY6" fmla="*/ 2004719 h 3693609"/>
              <a:gd name="connsiteX7" fmla="*/ 480396 w 4995776"/>
              <a:gd name="connsiteY7" fmla="*/ 1314909 h 3693609"/>
              <a:gd name="connsiteX8" fmla="*/ 143512 w 4995776"/>
              <a:gd name="connsiteY8" fmla="*/ 978025 h 3693609"/>
              <a:gd name="connsiteX9" fmla="*/ 235691 w 4995776"/>
              <a:gd name="connsiteY9" fmla="*/ 744751 h 3693609"/>
              <a:gd name="connsiteX0" fmla="*/ 235691 w 4995776"/>
              <a:gd name="connsiteY0" fmla="*/ 744751 h 3642983"/>
              <a:gd name="connsiteX1" fmla="*/ 2692145 w 4995776"/>
              <a:gd name="connsiteY1" fmla="*/ 23935 h 3642983"/>
              <a:gd name="connsiteX2" fmla="*/ 4158028 w 4995776"/>
              <a:gd name="connsiteY2" fmla="*/ 336340 h 3642983"/>
              <a:gd name="connsiteX3" fmla="*/ 4995741 w 4995776"/>
              <a:gd name="connsiteY3" fmla="*/ 1836279 h 3642983"/>
              <a:gd name="connsiteX4" fmla="*/ 4426754 w 4995776"/>
              <a:gd name="connsiteY4" fmla="*/ 3223919 h 3642983"/>
              <a:gd name="connsiteX5" fmla="*/ 2515682 w 4995776"/>
              <a:gd name="connsiteY5" fmla="*/ 3624974 h 3642983"/>
              <a:gd name="connsiteX6" fmla="*/ 1457807 w 4995776"/>
              <a:gd name="connsiteY6" fmla="*/ 2785986 h 3642983"/>
              <a:gd name="connsiteX7" fmla="*/ 977701 w 4995776"/>
              <a:gd name="connsiteY7" fmla="*/ 2004719 h 3642983"/>
              <a:gd name="connsiteX8" fmla="*/ 480396 w 4995776"/>
              <a:gd name="connsiteY8" fmla="*/ 1314909 h 3642983"/>
              <a:gd name="connsiteX9" fmla="*/ 143512 w 4995776"/>
              <a:gd name="connsiteY9" fmla="*/ 978025 h 3642983"/>
              <a:gd name="connsiteX10" fmla="*/ 235691 w 4995776"/>
              <a:gd name="connsiteY10" fmla="*/ 744751 h 3642983"/>
              <a:gd name="connsiteX0" fmla="*/ 235691 w 4995756"/>
              <a:gd name="connsiteY0" fmla="*/ 744751 h 3723692"/>
              <a:gd name="connsiteX1" fmla="*/ 2692145 w 4995756"/>
              <a:gd name="connsiteY1" fmla="*/ 23935 h 3723692"/>
              <a:gd name="connsiteX2" fmla="*/ 4158028 w 4995756"/>
              <a:gd name="connsiteY2" fmla="*/ 336340 h 3723692"/>
              <a:gd name="connsiteX3" fmla="*/ 4995741 w 4995756"/>
              <a:gd name="connsiteY3" fmla="*/ 1836279 h 3723692"/>
              <a:gd name="connsiteX4" fmla="*/ 4426754 w 4995756"/>
              <a:gd name="connsiteY4" fmla="*/ 3223919 h 3723692"/>
              <a:gd name="connsiteX5" fmla="*/ 3654252 w 4995756"/>
              <a:gd name="connsiteY5" fmla="*/ 3662679 h 3723692"/>
              <a:gd name="connsiteX6" fmla="*/ 2515682 w 4995756"/>
              <a:gd name="connsiteY6" fmla="*/ 3624974 h 3723692"/>
              <a:gd name="connsiteX7" fmla="*/ 1457807 w 4995756"/>
              <a:gd name="connsiteY7" fmla="*/ 2785986 h 3723692"/>
              <a:gd name="connsiteX8" fmla="*/ 977701 w 4995756"/>
              <a:gd name="connsiteY8" fmla="*/ 2004719 h 3723692"/>
              <a:gd name="connsiteX9" fmla="*/ 480396 w 4995756"/>
              <a:gd name="connsiteY9" fmla="*/ 1314909 h 3723692"/>
              <a:gd name="connsiteX10" fmla="*/ 143512 w 4995756"/>
              <a:gd name="connsiteY10" fmla="*/ 978025 h 3723692"/>
              <a:gd name="connsiteX11" fmla="*/ 235691 w 4995756"/>
              <a:gd name="connsiteY11" fmla="*/ 744751 h 3723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5756" h="3723692">
                <a:moveTo>
                  <a:pt x="235691" y="744751"/>
                </a:moveTo>
                <a:cubicBezTo>
                  <a:pt x="660463" y="585736"/>
                  <a:pt x="2038422" y="92004"/>
                  <a:pt x="2692145" y="23935"/>
                </a:cubicBezTo>
                <a:cubicBezTo>
                  <a:pt x="3345868" y="-44134"/>
                  <a:pt x="3786730" y="24856"/>
                  <a:pt x="4158028" y="336340"/>
                </a:cubicBezTo>
                <a:cubicBezTo>
                  <a:pt x="4529326" y="647824"/>
                  <a:pt x="4993067" y="1443247"/>
                  <a:pt x="4995741" y="1836279"/>
                </a:cubicBezTo>
                <a:cubicBezTo>
                  <a:pt x="4998415" y="2229311"/>
                  <a:pt x="4655049" y="2938373"/>
                  <a:pt x="4426754" y="3223919"/>
                </a:cubicBezTo>
                <a:cubicBezTo>
                  <a:pt x="4198459" y="3509465"/>
                  <a:pt x="3972764" y="3595837"/>
                  <a:pt x="3654252" y="3662679"/>
                </a:cubicBezTo>
                <a:cubicBezTo>
                  <a:pt x="3335740" y="3729521"/>
                  <a:pt x="2881756" y="3771090"/>
                  <a:pt x="2515682" y="3624974"/>
                </a:cubicBezTo>
                <a:cubicBezTo>
                  <a:pt x="2149608" y="3478858"/>
                  <a:pt x="1714137" y="3056028"/>
                  <a:pt x="1457807" y="2785986"/>
                </a:cubicBezTo>
                <a:cubicBezTo>
                  <a:pt x="1201477" y="2515944"/>
                  <a:pt x="1161027" y="2240472"/>
                  <a:pt x="977701" y="2004719"/>
                </a:cubicBezTo>
                <a:cubicBezTo>
                  <a:pt x="794375" y="1768966"/>
                  <a:pt x="643491" y="1480677"/>
                  <a:pt x="480396" y="1314909"/>
                </a:cubicBezTo>
                <a:cubicBezTo>
                  <a:pt x="317301" y="1149141"/>
                  <a:pt x="210354" y="1046204"/>
                  <a:pt x="143512" y="978025"/>
                </a:cubicBezTo>
                <a:cubicBezTo>
                  <a:pt x="76670" y="909846"/>
                  <a:pt x="-189081" y="903766"/>
                  <a:pt x="235691" y="744751"/>
                </a:cubicBez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F22424D-EC47-4B47-9A52-918EE48937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624146" y="1097146"/>
            <a:ext cx="8567854" cy="523698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62CFE-AD29-4E4E-91BE-0CC71DF735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82424" y="4863082"/>
            <a:ext cx="4846320" cy="1471044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22860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A755EDD-33C1-432A-B464-A8F6DC7098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7207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A755EDD-33C1-432A-B464-A8F6DC7098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531757A1-62A3-407F-B100-2AA6F47C8C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 vert="horz"/>
          <a:lstStyle>
            <a:lvl1pPr rtl="0"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58DB46C-15FD-4673-9BBE-C4026D04EA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59" y="1371600"/>
            <a:ext cx="3017520" cy="2651760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1800">
                <a:solidFill>
                  <a:schemeClr val="accent1"/>
                </a:solidFill>
              </a:defRPr>
            </a:lvl1pPr>
            <a:lvl2pPr marL="228600" indent="0" rtl="0">
              <a:buNone/>
              <a:defRPr>
                <a:solidFill>
                  <a:schemeClr val="bg1"/>
                </a:solidFill>
              </a:defRPr>
            </a:lvl2pPr>
            <a:lvl3pPr marL="457200" indent="0" rtl="0">
              <a:buNone/>
              <a:defRPr>
                <a:solidFill>
                  <a:schemeClr val="bg1"/>
                </a:solidFill>
              </a:defRPr>
            </a:lvl3pPr>
            <a:lvl4pPr marL="685800" indent="0" rtl="0">
              <a:buNone/>
              <a:defRPr>
                <a:solidFill>
                  <a:schemeClr val="bg1"/>
                </a:solidFill>
              </a:defRPr>
            </a:lvl4pPr>
            <a:lvl5pPr marL="914400" indent="0" rtl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11FB9EBF-AACA-4404-8696-10E0E810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1F5C72C-F9C6-44C6-B75C-634A4F65EA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59" y="4863082"/>
            <a:ext cx="4846320" cy="1471044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22860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93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atement slide in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1D2C970A-582E-4291-86FE-61E67A47DD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3635297" y="1715677"/>
            <a:ext cx="4238334" cy="3148554"/>
          </a:xfrm>
          <a:custGeom>
            <a:avLst/>
            <a:gdLst>
              <a:gd name="connsiteX0" fmla="*/ 0 w 5065182"/>
              <a:gd name="connsiteY0" fmla="*/ 1933074 h 3866147"/>
              <a:gd name="connsiteX1" fmla="*/ 2532591 w 5065182"/>
              <a:gd name="connsiteY1" fmla="*/ 0 h 3866147"/>
              <a:gd name="connsiteX2" fmla="*/ 5065182 w 5065182"/>
              <a:gd name="connsiteY2" fmla="*/ 1933074 h 3866147"/>
              <a:gd name="connsiteX3" fmla="*/ 2532591 w 5065182"/>
              <a:gd name="connsiteY3" fmla="*/ 3866148 h 3866147"/>
              <a:gd name="connsiteX4" fmla="*/ 0 w 5065182"/>
              <a:gd name="connsiteY4" fmla="*/ 1933074 h 3866147"/>
              <a:gd name="connsiteX0" fmla="*/ 1575 w 5066757"/>
              <a:gd name="connsiteY0" fmla="*/ 1868905 h 3801979"/>
              <a:gd name="connsiteX1" fmla="*/ 2838966 w 5066757"/>
              <a:gd name="connsiteY1" fmla="*/ 0 h 3801979"/>
              <a:gd name="connsiteX2" fmla="*/ 5066757 w 5066757"/>
              <a:gd name="connsiteY2" fmla="*/ 1868905 h 3801979"/>
              <a:gd name="connsiteX3" fmla="*/ 2534166 w 5066757"/>
              <a:gd name="connsiteY3" fmla="*/ 3801979 h 3801979"/>
              <a:gd name="connsiteX4" fmla="*/ 1575 w 5066757"/>
              <a:gd name="connsiteY4" fmla="*/ 1868905 h 3801979"/>
              <a:gd name="connsiteX0" fmla="*/ 1218 w 4841811"/>
              <a:gd name="connsiteY0" fmla="*/ 968742 h 3847939"/>
              <a:gd name="connsiteX1" fmla="*/ 2614020 w 4841811"/>
              <a:gd name="connsiteY1" fmla="*/ 30279 h 3847939"/>
              <a:gd name="connsiteX2" fmla="*/ 4841811 w 4841811"/>
              <a:gd name="connsiteY2" fmla="*/ 1899184 h 3847939"/>
              <a:gd name="connsiteX3" fmla="*/ 2309220 w 4841811"/>
              <a:gd name="connsiteY3" fmla="*/ 3832258 h 3847939"/>
              <a:gd name="connsiteX4" fmla="*/ 1218 w 4841811"/>
              <a:gd name="connsiteY4" fmla="*/ 968742 h 3847939"/>
              <a:gd name="connsiteX0" fmla="*/ 60428 w 4901021"/>
              <a:gd name="connsiteY0" fmla="*/ 959213 h 3823171"/>
              <a:gd name="connsiteX1" fmla="*/ 2673230 w 4901021"/>
              <a:gd name="connsiteY1" fmla="*/ 20750 h 3823171"/>
              <a:gd name="connsiteX2" fmla="*/ 4901021 w 4901021"/>
              <a:gd name="connsiteY2" fmla="*/ 1889655 h 3823171"/>
              <a:gd name="connsiteX3" fmla="*/ 2368430 w 4901021"/>
              <a:gd name="connsiteY3" fmla="*/ 3822729 h 3823171"/>
              <a:gd name="connsiteX4" fmla="*/ 958786 w 4901021"/>
              <a:gd name="connsiteY4" fmla="*/ 2058095 h 3823171"/>
              <a:gd name="connsiteX5" fmla="*/ 60428 w 4901021"/>
              <a:gd name="connsiteY5" fmla="*/ 959213 h 3823171"/>
              <a:gd name="connsiteX0" fmla="*/ 57886 w 4898479"/>
              <a:gd name="connsiteY0" fmla="*/ 959213 h 3823171"/>
              <a:gd name="connsiteX1" fmla="*/ 2670688 w 4898479"/>
              <a:gd name="connsiteY1" fmla="*/ 20750 h 3823171"/>
              <a:gd name="connsiteX2" fmla="*/ 4898479 w 4898479"/>
              <a:gd name="connsiteY2" fmla="*/ 1889655 h 3823171"/>
              <a:gd name="connsiteX3" fmla="*/ 2365888 w 4898479"/>
              <a:gd name="connsiteY3" fmla="*/ 3822729 h 3823171"/>
              <a:gd name="connsiteX4" fmla="*/ 956244 w 4898479"/>
              <a:gd name="connsiteY4" fmla="*/ 2058095 h 3823171"/>
              <a:gd name="connsiteX5" fmla="*/ 57886 w 4898479"/>
              <a:gd name="connsiteY5" fmla="*/ 959213 h 3823171"/>
              <a:gd name="connsiteX0" fmla="*/ 57886 w 4942087"/>
              <a:gd name="connsiteY0" fmla="*/ 966441 h 3830399"/>
              <a:gd name="connsiteX1" fmla="*/ 2670688 w 4942087"/>
              <a:gd name="connsiteY1" fmla="*/ 27978 h 3830399"/>
              <a:gd name="connsiteX2" fmla="*/ 4084455 w 4942087"/>
              <a:gd name="connsiteY2" fmla="*/ 396944 h 3830399"/>
              <a:gd name="connsiteX3" fmla="*/ 4898479 w 4942087"/>
              <a:gd name="connsiteY3" fmla="*/ 1896883 h 3830399"/>
              <a:gd name="connsiteX4" fmla="*/ 2365888 w 4942087"/>
              <a:gd name="connsiteY4" fmla="*/ 3829957 h 3830399"/>
              <a:gd name="connsiteX5" fmla="*/ 956244 w 4942087"/>
              <a:gd name="connsiteY5" fmla="*/ 2065323 h 3830399"/>
              <a:gd name="connsiteX6" fmla="*/ 57886 w 4942087"/>
              <a:gd name="connsiteY6" fmla="*/ 966441 h 3830399"/>
              <a:gd name="connsiteX0" fmla="*/ 57886 w 4898547"/>
              <a:gd name="connsiteY0" fmla="*/ 966441 h 3882762"/>
              <a:gd name="connsiteX1" fmla="*/ 2670688 w 4898547"/>
              <a:gd name="connsiteY1" fmla="*/ 27978 h 3882762"/>
              <a:gd name="connsiteX2" fmla="*/ 4084455 w 4898547"/>
              <a:gd name="connsiteY2" fmla="*/ 396944 h 3882762"/>
              <a:gd name="connsiteX3" fmla="*/ 4898479 w 4898547"/>
              <a:gd name="connsiteY3" fmla="*/ 1896883 h 3882762"/>
              <a:gd name="connsiteX4" fmla="*/ 4405297 w 4898547"/>
              <a:gd name="connsiteY4" fmla="*/ 3284523 h 3882762"/>
              <a:gd name="connsiteX5" fmla="*/ 2365888 w 4898547"/>
              <a:gd name="connsiteY5" fmla="*/ 3829957 h 3882762"/>
              <a:gd name="connsiteX6" fmla="*/ 956244 w 4898547"/>
              <a:gd name="connsiteY6" fmla="*/ 2065323 h 3882762"/>
              <a:gd name="connsiteX7" fmla="*/ 57886 w 4898547"/>
              <a:gd name="connsiteY7" fmla="*/ 966441 h 3882762"/>
              <a:gd name="connsiteX0" fmla="*/ 57886 w 4898547"/>
              <a:gd name="connsiteY0" fmla="*/ 966441 h 3754213"/>
              <a:gd name="connsiteX1" fmla="*/ 2670688 w 4898547"/>
              <a:gd name="connsiteY1" fmla="*/ 27978 h 3754213"/>
              <a:gd name="connsiteX2" fmla="*/ 4084455 w 4898547"/>
              <a:gd name="connsiteY2" fmla="*/ 396944 h 3754213"/>
              <a:gd name="connsiteX3" fmla="*/ 4898479 w 4898547"/>
              <a:gd name="connsiteY3" fmla="*/ 1896883 h 3754213"/>
              <a:gd name="connsiteX4" fmla="*/ 4405297 w 4898547"/>
              <a:gd name="connsiteY4" fmla="*/ 3284523 h 3754213"/>
              <a:gd name="connsiteX5" fmla="*/ 2494225 w 4898547"/>
              <a:gd name="connsiteY5" fmla="*/ 3685578 h 3754213"/>
              <a:gd name="connsiteX6" fmla="*/ 956244 w 4898547"/>
              <a:gd name="connsiteY6" fmla="*/ 2065323 h 3754213"/>
              <a:gd name="connsiteX7" fmla="*/ 57886 w 4898547"/>
              <a:gd name="connsiteY7" fmla="*/ 966441 h 3754213"/>
              <a:gd name="connsiteX0" fmla="*/ 115304 w 4955965"/>
              <a:gd name="connsiteY0" fmla="*/ 966441 h 3754213"/>
              <a:gd name="connsiteX1" fmla="*/ 2728106 w 4955965"/>
              <a:gd name="connsiteY1" fmla="*/ 27978 h 3754213"/>
              <a:gd name="connsiteX2" fmla="*/ 4141873 w 4955965"/>
              <a:gd name="connsiteY2" fmla="*/ 396944 h 3754213"/>
              <a:gd name="connsiteX3" fmla="*/ 4955897 w 4955965"/>
              <a:gd name="connsiteY3" fmla="*/ 1896883 h 3754213"/>
              <a:gd name="connsiteX4" fmla="*/ 4462715 w 4955965"/>
              <a:gd name="connsiteY4" fmla="*/ 3284523 h 3754213"/>
              <a:gd name="connsiteX5" fmla="*/ 2551643 w 4955965"/>
              <a:gd name="connsiteY5" fmla="*/ 3685578 h 3754213"/>
              <a:gd name="connsiteX6" fmla="*/ 1013662 w 4955965"/>
              <a:gd name="connsiteY6" fmla="*/ 2065323 h 3754213"/>
              <a:gd name="connsiteX7" fmla="*/ 516357 w 4955965"/>
              <a:gd name="connsiteY7" fmla="*/ 1375513 h 3754213"/>
              <a:gd name="connsiteX8" fmla="*/ 115304 w 4955965"/>
              <a:gd name="connsiteY8" fmla="*/ 966441 h 3754213"/>
              <a:gd name="connsiteX0" fmla="*/ 187069 w 5027730"/>
              <a:gd name="connsiteY0" fmla="*/ 966441 h 3754213"/>
              <a:gd name="connsiteX1" fmla="*/ 2799871 w 5027730"/>
              <a:gd name="connsiteY1" fmla="*/ 27978 h 3754213"/>
              <a:gd name="connsiteX2" fmla="*/ 4213638 w 5027730"/>
              <a:gd name="connsiteY2" fmla="*/ 396944 h 3754213"/>
              <a:gd name="connsiteX3" fmla="*/ 5027662 w 5027730"/>
              <a:gd name="connsiteY3" fmla="*/ 1896883 h 3754213"/>
              <a:gd name="connsiteX4" fmla="*/ 4534480 w 5027730"/>
              <a:gd name="connsiteY4" fmla="*/ 3284523 h 3754213"/>
              <a:gd name="connsiteX5" fmla="*/ 2623408 w 5027730"/>
              <a:gd name="connsiteY5" fmla="*/ 3685578 h 3754213"/>
              <a:gd name="connsiteX6" fmla="*/ 1085427 w 5027730"/>
              <a:gd name="connsiteY6" fmla="*/ 2065323 h 3754213"/>
              <a:gd name="connsiteX7" fmla="*/ 588122 w 5027730"/>
              <a:gd name="connsiteY7" fmla="*/ 1375513 h 3754213"/>
              <a:gd name="connsiteX8" fmla="*/ 251238 w 5027730"/>
              <a:gd name="connsiteY8" fmla="*/ 1038629 h 3754213"/>
              <a:gd name="connsiteX9" fmla="*/ 187069 w 5027730"/>
              <a:gd name="connsiteY9" fmla="*/ 966441 h 3754213"/>
              <a:gd name="connsiteX0" fmla="*/ 235691 w 4920004"/>
              <a:gd name="connsiteY0" fmla="*/ 795367 h 3744225"/>
              <a:gd name="connsiteX1" fmla="*/ 2692145 w 4920004"/>
              <a:gd name="connsiteY1" fmla="*/ 17990 h 3744225"/>
              <a:gd name="connsiteX2" fmla="*/ 4105912 w 4920004"/>
              <a:gd name="connsiteY2" fmla="*/ 386956 h 3744225"/>
              <a:gd name="connsiteX3" fmla="*/ 4919936 w 4920004"/>
              <a:gd name="connsiteY3" fmla="*/ 1886895 h 3744225"/>
              <a:gd name="connsiteX4" fmla="*/ 4426754 w 4920004"/>
              <a:gd name="connsiteY4" fmla="*/ 3274535 h 3744225"/>
              <a:gd name="connsiteX5" fmla="*/ 2515682 w 4920004"/>
              <a:gd name="connsiteY5" fmla="*/ 3675590 h 3744225"/>
              <a:gd name="connsiteX6" fmla="*/ 977701 w 4920004"/>
              <a:gd name="connsiteY6" fmla="*/ 2055335 h 3744225"/>
              <a:gd name="connsiteX7" fmla="*/ 480396 w 4920004"/>
              <a:gd name="connsiteY7" fmla="*/ 1365525 h 3744225"/>
              <a:gd name="connsiteX8" fmla="*/ 143512 w 4920004"/>
              <a:gd name="connsiteY8" fmla="*/ 1028641 h 3744225"/>
              <a:gd name="connsiteX9" fmla="*/ 235691 w 4920004"/>
              <a:gd name="connsiteY9" fmla="*/ 795367 h 3744225"/>
              <a:gd name="connsiteX0" fmla="*/ 235691 w 4920004"/>
              <a:gd name="connsiteY0" fmla="*/ 795367 h 3744225"/>
              <a:gd name="connsiteX1" fmla="*/ 2692145 w 4920004"/>
              <a:gd name="connsiteY1" fmla="*/ 17990 h 3744225"/>
              <a:gd name="connsiteX2" fmla="*/ 4158028 w 4920004"/>
              <a:gd name="connsiteY2" fmla="*/ 386956 h 3744225"/>
              <a:gd name="connsiteX3" fmla="*/ 4919936 w 4920004"/>
              <a:gd name="connsiteY3" fmla="*/ 1886895 h 3744225"/>
              <a:gd name="connsiteX4" fmla="*/ 4426754 w 4920004"/>
              <a:gd name="connsiteY4" fmla="*/ 3274535 h 3744225"/>
              <a:gd name="connsiteX5" fmla="*/ 2515682 w 4920004"/>
              <a:gd name="connsiteY5" fmla="*/ 3675590 h 3744225"/>
              <a:gd name="connsiteX6" fmla="*/ 977701 w 4920004"/>
              <a:gd name="connsiteY6" fmla="*/ 2055335 h 3744225"/>
              <a:gd name="connsiteX7" fmla="*/ 480396 w 4920004"/>
              <a:gd name="connsiteY7" fmla="*/ 1365525 h 3744225"/>
              <a:gd name="connsiteX8" fmla="*/ 143512 w 4920004"/>
              <a:gd name="connsiteY8" fmla="*/ 1028641 h 3744225"/>
              <a:gd name="connsiteX9" fmla="*/ 235691 w 4920004"/>
              <a:gd name="connsiteY9" fmla="*/ 795367 h 3744225"/>
              <a:gd name="connsiteX0" fmla="*/ 235691 w 4995776"/>
              <a:gd name="connsiteY0" fmla="*/ 795367 h 3744225"/>
              <a:gd name="connsiteX1" fmla="*/ 2692145 w 4995776"/>
              <a:gd name="connsiteY1" fmla="*/ 17990 h 3744225"/>
              <a:gd name="connsiteX2" fmla="*/ 4158028 w 4995776"/>
              <a:gd name="connsiteY2" fmla="*/ 386956 h 3744225"/>
              <a:gd name="connsiteX3" fmla="*/ 4995741 w 4995776"/>
              <a:gd name="connsiteY3" fmla="*/ 1886895 h 3744225"/>
              <a:gd name="connsiteX4" fmla="*/ 4426754 w 4995776"/>
              <a:gd name="connsiteY4" fmla="*/ 3274535 h 3744225"/>
              <a:gd name="connsiteX5" fmla="*/ 2515682 w 4995776"/>
              <a:gd name="connsiteY5" fmla="*/ 3675590 h 3744225"/>
              <a:gd name="connsiteX6" fmla="*/ 977701 w 4995776"/>
              <a:gd name="connsiteY6" fmla="*/ 2055335 h 3744225"/>
              <a:gd name="connsiteX7" fmla="*/ 480396 w 4995776"/>
              <a:gd name="connsiteY7" fmla="*/ 1365525 h 3744225"/>
              <a:gd name="connsiteX8" fmla="*/ 143512 w 4995776"/>
              <a:gd name="connsiteY8" fmla="*/ 1028641 h 3744225"/>
              <a:gd name="connsiteX9" fmla="*/ 235691 w 4995776"/>
              <a:gd name="connsiteY9" fmla="*/ 795367 h 3744225"/>
              <a:gd name="connsiteX0" fmla="*/ 235691 w 4995776"/>
              <a:gd name="connsiteY0" fmla="*/ 744751 h 3693609"/>
              <a:gd name="connsiteX1" fmla="*/ 2692145 w 4995776"/>
              <a:gd name="connsiteY1" fmla="*/ 23935 h 3693609"/>
              <a:gd name="connsiteX2" fmla="*/ 4158028 w 4995776"/>
              <a:gd name="connsiteY2" fmla="*/ 336340 h 3693609"/>
              <a:gd name="connsiteX3" fmla="*/ 4995741 w 4995776"/>
              <a:gd name="connsiteY3" fmla="*/ 1836279 h 3693609"/>
              <a:gd name="connsiteX4" fmla="*/ 4426754 w 4995776"/>
              <a:gd name="connsiteY4" fmla="*/ 3223919 h 3693609"/>
              <a:gd name="connsiteX5" fmla="*/ 2515682 w 4995776"/>
              <a:gd name="connsiteY5" fmla="*/ 3624974 h 3693609"/>
              <a:gd name="connsiteX6" fmla="*/ 977701 w 4995776"/>
              <a:gd name="connsiteY6" fmla="*/ 2004719 h 3693609"/>
              <a:gd name="connsiteX7" fmla="*/ 480396 w 4995776"/>
              <a:gd name="connsiteY7" fmla="*/ 1314909 h 3693609"/>
              <a:gd name="connsiteX8" fmla="*/ 143512 w 4995776"/>
              <a:gd name="connsiteY8" fmla="*/ 978025 h 3693609"/>
              <a:gd name="connsiteX9" fmla="*/ 235691 w 4995776"/>
              <a:gd name="connsiteY9" fmla="*/ 744751 h 3693609"/>
              <a:gd name="connsiteX0" fmla="*/ 235691 w 4995776"/>
              <a:gd name="connsiteY0" fmla="*/ 744751 h 3642983"/>
              <a:gd name="connsiteX1" fmla="*/ 2692145 w 4995776"/>
              <a:gd name="connsiteY1" fmla="*/ 23935 h 3642983"/>
              <a:gd name="connsiteX2" fmla="*/ 4158028 w 4995776"/>
              <a:gd name="connsiteY2" fmla="*/ 336340 h 3642983"/>
              <a:gd name="connsiteX3" fmla="*/ 4995741 w 4995776"/>
              <a:gd name="connsiteY3" fmla="*/ 1836279 h 3642983"/>
              <a:gd name="connsiteX4" fmla="*/ 4426754 w 4995776"/>
              <a:gd name="connsiteY4" fmla="*/ 3223919 h 3642983"/>
              <a:gd name="connsiteX5" fmla="*/ 2515682 w 4995776"/>
              <a:gd name="connsiteY5" fmla="*/ 3624974 h 3642983"/>
              <a:gd name="connsiteX6" fmla="*/ 1457807 w 4995776"/>
              <a:gd name="connsiteY6" fmla="*/ 2785986 h 3642983"/>
              <a:gd name="connsiteX7" fmla="*/ 977701 w 4995776"/>
              <a:gd name="connsiteY7" fmla="*/ 2004719 h 3642983"/>
              <a:gd name="connsiteX8" fmla="*/ 480396 w 4995776"/>
              <a:gd name="connsiteY8" fmla="*/ 1314909 h 3642983"/>
              <a:gd name="connsiteX9" fmla="*/ 143512 w 4995776"/>
              <a:gd name="connsiteY9" fmla="*/ 978025 h 3642983"/>
              <a:gd name="connsiteX10" fmla="*/ 235691 w 4995776"/>
              <a:gd name="connsiteY10" fmla="*/ 744751 h 3642983"/>
              <a:gd name="connsiteX0" fmla="*/ 235691 w 4995756"/>
              <a:gd name="connsiteY0" fmla="*/ 744751 h 3723692"/>
              <a:gd name="connsiteX1" fmla="*/ 2692145 w 4995756"/>
              <a:gd name="connsiteY1" fmla="*/ 23935 h 3723692"/>
              <a:gd name="connsiteX2" fmla="*/ 4158028 w 4995756"/>
              <a:gd name="connsiteY2" fmla="*/ 336340 h 3723692"/>
              <a:gd name="connsiteX3" fmla="*/ 4995741 w 4995756"/>
              <a:gd name="connsiteY3" fmla="*/ 1836279 h 3723692"/>
              <a:gd name="connsiteX4" fmla="*/ 4426754 w 4995756"/>
              <a:gd name="connsiteY4" fmla="*/ 3223919 h 3723692"/>
              <a:gd name="connsiteX5" fmla="*/ 3654252 w 4995756"/>
              <a:gd name="connsiteY5" fmla="*/ 3662679 h 3723692"/>
              <a:gd name="connsiteX6" fmla="*/ 2515682 w 4995756"/>
              <a:gd name="connsiteY6" fmla="*/ 3624974 h 3723692"/>
              <a:gd name="connsiteX7" fmla="*/ 1457807 w 4995756"/>
              <a:gd name="connsiteY7" fmla="*/ 2785986 h 3723692"/>
              <a:gd name="connsiteX8" fmla="*/ 977701 w 4995756"/>
              <a:gd name="connsiteY8" fmla="*/ 2004719 h 3723692"/>
              <a:gd name="connsiteX9" fmla="*/ 480396 w 4995756"/>
              <a:gd name="connsiteY9" fmla="*/ 1314909 h 3723692"/>
              <a:gd name="connsiteX10" fmla="*/ 143512 w 4995756"/>
              <a:gd name="connsiteY10" fmla="*/ 978025 h 3723692"/>
              <a:gd name="connsiteX11" fmla="*/ 235691 w 4995756"/>
              <a:gd name="connsiteY11" fmla="*/ 744751 h 3723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95756" h="3723692">
                <a:moveTo>
                  <a:pt x="235691" y="744751"/>
                </a:moveTo>
                <a:cubicBezTo>
                  <a:pt x="660463" y="585736"/>
                  <a:pt x="2038422" y="92004"/>
                  <a:pt x="2692145" y="23935"/>
                </a:cubicBezTo>
                <a:cubicBezTo>
                  <a:pt x="3345868" y="-44134"/>
                  <a:pt x="3786730" y="24856"/>
                  <a:pt x="4158028" y="336340"/>
                </a:cubicBezTo>
                <a:cubicBezTo>
                  <a:pt x="4529326" y="647824"/>
                  <a:pt x="4993067" y="1443247"/>
                  <a:pt x="4995741" y="1836279"/>
                </a:cubicBezTo>
                <a:cubicBezTo>
                  <a:pt x="4998415" y="2229311"/>
                  <a:pt x="4655049" y="2938373"/>
                  <a:pt x="4426754" y="3223919"/>
                </a:cubicBezTo>
                <a:cubicBezTo>
                  <a:pt x="4198459" y="3509465"/>
                  <a:pt x="3972764" y="3595837"/>
                  <a:pt x="3654252" y="3662679"/>
                </a:cubicBezTo>
                <a:cubicBezTo>
                  <a:pt x="3335740" y="3729521"/>
                  <a:pt x="2881756" y="3771090"/>
                  <a:pt x="2515682" y="3624974"/>
                </a:cubicBezTo>
                <a:cubicBezTo>
                  <a:pt x="2149608" y="3478858"/>
                  <a:pt x="1714137" y="3056028"/>
                  <a:pt x="1457807" y="2785986"/>
                </a:cubicBezTo>
                <a:cubicBezTo>
                  <a:pt x="1201477" y="2515944"/>
                  <a:pt x="1161027" y="2240472"/>
                  <a:pt x="977701" y="2004719"/>
                </a:cubicBezTo>
                <a:cubicBezTo>
                  <a:pt x="794375" y="1768966"/>
                  <a:pt x="643491" y="1480677"/>
                  <a:pt x="480396" y="1314909"/>
                </a:cubicBezTo>
                <a:cubicBezTo>
                  <a:pt x="317301" y="1149141"/>
                  <a:pt x="210354" y="1046204"/>
                  <a:pt x="143512" y="978025"/>
                </a:cubicBezTo>
                <a:cubicBezTo>
                  <a:pt x="76670" y="909846"/>
                  <a:pt x="-189081" y="903766"/>
                  <a:pt x="235691" y="744751"/>
                </a:cubicBez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F22424D-EC47-4B47-9A52-918EE48937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624146" y="1097146"/>
            <a:ext cx="8567854" cy="523698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62CFE-AD29-4E4E-91BE-0CC71DF735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82424" y="4863082"/>
            <a:ext cx="4846320" cy="1471044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tx2"/>
                </a:solidFill>
              </a:defRPr>
            </a:lvl1pPr>
            <a:lvl2pPr marL="228600" indent="0">
              <a:spcBef>
                <a:spcPts val="600"/>
              </a:spcBef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A755EDD-33C1-432A-B464-A8F6DC7098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22749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5" progId="TCLayout.ActiveDocument.1">
                  <p:embed/>
                </p:oleObj>
              </mc:Choice>
              <mc:Fallback>
                <p:oleObj name="think-cell Slide" r:id="rId4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A755EDD-33C1-432A-B464-A8F6DC7098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531757A1-62A3-407F-B100-2AA6F47C8C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 vert="horz"/>
          <a:lstStyle>
            <a:lvl1pPr rtl="0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58DB46C-15FD-4673-9BBE-C4026D04EA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59" y="1554480"/>
            <a:ext cx="3200400" cy="2286000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1800">
                <a:solidFill>
                  <a:schemeClr val="bg1"/>
                </a:solidFill>
              </a:defRPr>
            </a:lvl1pPr>
            <a:lvl2pPr marL="228600" indent="0" rtl="0">
              <a:buNone/>
              <a:defRPr>
                <a:solidFill>
                  <a:schemeClr val="bg1"/>
                </a:solidFill>
              </a:defRPr>
            </a:lvl2pPr>
            <a:lvl3pPr marL="457200" indent="0" rtl="0">
              <a:buNone/>
              <a:defRPr>
                <a:solidFill>
                  <a:schemeClr val="bg1"/>
                </a:solidFill>
              </a:defRPr>
            </a:lvl3pPr>
            <a:lvl4pPr marL="685800" indent="0" rtl="0">
              <a:buNone/>
              <a:defRPr>
                <a:solidFill>
                  <a:schemeClr val="bg1"/>
                </a:solidFill>
              </a:defRPr>
            </a:lvl4pPr>
            <a:lvl5pPr marL="914400" indent="0" rtl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11FB9EBF-AACA-4404-8696-10E0E810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</p:spPr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Line">
            <a:extLst>
              <a:ext uri="{FF2B5EF4-FFF2-40B4-BE49-F238E27FC236}">
                <a16:creationId xmlns:a16="http://schemas.microsoft.com/office/drawing/2014/main" id="{BAB3535E-697E-47C1-A507-796293CED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black">
          <a:xfrm>
            <a:off x="1874520" y="6458891"/>
            <a:ext cx="0" cy="228600"/>
          </a:xfrm>
          <a:prstGeom prst="line">
            <a:avLst/>
          </a:prstGeom>
          <a:ln w="63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1F5C72C-F9C6-44C6-B75C-634A4F65EA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59" y="4863082"/>
            <a:ext cx="4846320" cy="1471044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tx2"/>
                </a:solidFill>
              </a:defRPr>
            </a:lvl1pPr>
            <a:lvl2pPr marL="228600" indent="0">
              <a:spcBef>
                <a:spcPts val="600"/>
              </a:spcBef>
              <a:buNone/>
              <a:defRPr sz="14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62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AD435A6-6F6E-45AC-A259-44C111100A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63925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AD435A6-6F6E-45AC-A259-44C111100A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80"/>
            <a:ext cx="11460480" cy="4572000"/>
          </a:xfrm>
          <a:prstGeom prst="rect">
            <a:avLst/>
          </a:prstGeom>
        </p:spPr>
        <p:txBody>
          <a:bodyPr rIns="0" numCol="2" spcCol="301752"/>
          <a:lstStyle>
            <a:lvl1pPr marL="411480" indent="-411480" rtl="0">
              <a:buFont typeface="+mj-lt"/>
              <a:buAutoNum type="arabicPeriod"/>
              <a:tabLst/>
              <a:defRPr/>
            </a:lvl1pPr>
            <a:lvl2pPr marL="640080" indent="-228600" rtl="0">
              <a:tabLst/>
              <a:defRPr/>
            </a:lvl2pPr>
            <a:lvl3pPr marL="868680" indent="-228600" rtl="0">
              <a:tabLst/>
              <a:defRPr/>
            </a:lvl3pPr>
            <a:lvl4pPr marL="1097280" indent="-228600" rtl="0">
              <a:tabLst/>
              <a:defRPr/>
            </a:lvl4pPr>
            <a:lvl5pPr marL="1325880" indent="-228600" rtl="0">
              <a:tabLst/>
              <a:defRPr/>
            </a:lvl5pPr>
            <a:lvl6pPr marL="1554480" indent="-228600" rtl="0">
              <a:tabLst/>
              <a:defRPr/>
            </a:lvl6pPr>
            <a:lvl7pPr marL="1783080" indent="-228600" rtl="0">
              <a:tabLst/>
              <a:defRPr/>
            </a:lvl7pPr>
            <a:lvl8pPr marL="2011680" indent="-228600" rtl="0">
              <a:tabLst/>
              <a:defRPr/>
            </a:lvl8pPr>
            <a:lvl9pPr marL="2240280" indent="-228600" rtl="0">
              <a:tabLst/>
              <a:defRPr/>
            </a:lvl9pPr>
          </a:lstStyle>
          <a:p>
            <a:pPr lvl="0"/>
            <a:r>
              <a:rPr lang="en-US"/>
              <a:t>[Agenda item]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8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4">
          <p15:clr>
            <a:srgbClr val="FBAE40"/>
          </p15:clr>
        </p15:guide>
        <p15:guide id="2" pos="393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DA9D64C-C336-4C99-A5A2-13ED71134A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33595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DA9D64C-C336-4C99-A5A2-13ED71134A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80"/>
            <a:ext cx="11460480" cy="4572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749BF-628F-35D2-C969-697D53331DD2}"/>
              </a:ext>
            </a:extLst>
          </p:cNvPr>
          <p:cNvSpPr txBox="1"/>
          <p:nvPr userDrawn="1"/>
        </p:nvSpPr>
        <p:spPr>
          <a:xfrm>
            <a:off x="2429301" y="653727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41771490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hite text Title and Cont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DA9D64C-C336-4C99-A5A2-13ED71134A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86117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DA9D64C-C336-4C99-A5A2-13ED71134A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80"/>
            <a:ext cx="11460480" cy="4572000"/>
          </a:xfrm>
          <a:prstGeom prst="rect">
            <a:avLst/>
          </a:prstGeo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  <a:lvl2pPr rtl="0">
              <a:defRPr>
                <a:solidFill>
                  <a:schemeClr val="bg1"/>
                </a:solidFill>
              </a:defRPr>
            </a:lvl2pPr>
            <a:lvl3pPr rtl="0">
              <a:defRPr>
                <a:solidFill>
                  <a:schemeClr val="bg1"/>
                </a:solidFill>
              </a:defRPr>
            </a:lvl3pPr>
            <a:lvl4pPr rtl="0">
              <a:defRPr>
                <a:solidFill>
                  <a:schemeClr val="bg1"/>
                </a:solidFill>
              </a:defRPr>
            </a:lvl4pPr>
            <a:lvl5pPr rtl="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">
            <a:extLst>
              <a:ext uri="{FF2B5EF4-FFF2-40B4-BE49-F238E27FC236}">
                <a16:creationId xmlns:a16="http://schemas.microsoft.com/office/drawing/2014/main" id="{F6AA7C21-18B0-415D-A113-DC80824CA3EC}"/>
              </a:ext>
            </a:extLst>
          </p:cNvPr>
          <p:cNvGrpSpPr/>
          <p:nvPr userDrawn="1"/>
        </p:nvGrpSpPr>
        <p:grpSpPr>
          <a:xfrm>
            <a:off x="1874520" y="6458891"/>
            <a:ext cx="3919729" cy="231734"/>
            <a:chOff x="1874520" y="6458891"/>
            <a:chExt cx="3919729" cy="231734"/>
          </a:xfrm>
        </p:grpSpPr>
        <p:cxnSp>
          <p:nvCxnSpPr>
            <p:cNvPr id="9" name="Line">
              <a:extLst>
                <a:ext uri="{FF2B5EF4-FFF2-40B4-BE49-F238E27FC236}">
                  <a16:creationId xmlns:a16="http://schemas.microsoft.com/office/drawing/2014/main" id="{8EE215D8-728A-4AAA-84C9-A891554B1F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 bwMode="black">
            <a:xfrm>
              <a:off x="1874520" y="6458891"/>
              <a:ext cx="0" cy="228600"/>
            </a:xfrm>
            <a:prstGeom prst="line">
              <a:avLst/>
            </a:prstGeom>
            <a:ln w="63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sp>
          <p:nvSpPr>
            <p:cNvPr id="10" name="Division/Therapeutic Area">
              <a:extLst>
                <a:ext uri="{FF2B5EF4-FFF2-40B4-BE49-F238E27FC236}">
                  <a16:creationId xmlns:a16="http://schemas.microsoft.com/office/drawing/2014/main" id="{4AD575F7-2BA7-4A94-8B43-7711CF5E9CB2}"/>
                </a:ext>
              </a:extLst>
            </p:cNvPr>
            <p:cNvSpPr txBox="1"/>
            <p:nvPr/>
          </p:nvSpPr>
          <p:spPr>
            <a:xfrm>
              <a:off x="2011680" y="6462065"/>
              <a:ext cx="3782569" cy="22856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indent="0" algn="l" rtl="0">
                <a:lnSpc>
                  <a:spcPct val="100000"/>
                </a:lnSpc>
                <a:spcBef>
                  <a:spcPts val="0"/>
                </a:spcBef>
                <a:buSzPct val="100000"/>
                <a:buFontTx/>
                <a:buNone/>
              </a:pPr>
              <a:r>
                <a:rPr lang="en-US" sz="1100" b="0">
                  <a:solidFill>
                    <a:schemeClr val="bg1"/>
                  </a:solidFill>
                </a:rPr>
                <a:t>Commercialization Choices Framework Playbook </a:t>
              </a:r>
            </a:p>
          </p:txBody>
        </p:sp>
      </p:grpSp>
      <p:sp>
        <p:nvSpPr>
          <p:cNvPr id="11" name="Disclaimer">
            <a:extLst>
              <a:ext uri="{FF2B5EF4-FFF2-40B4-BE49-F238E27FC236}">
                <a16:creationId xmlns:a16="http://schemas.microsoft.com/office/drawing/2014/main" id="{1892EFDA-3B34-4272-B2A8-E7DF1FD06D6A}"/>
              </a:ext>
            </a:extLst>
          </p:cNvPr>
          <p:cNvSpPr txBox="1"/>
          <p:nvPr userDrawn="1"/>
        </p:nvSpPr>
        <p:spPr>
          <a:xfrm>
            <a:off x="8205216" y="6429375"/>
            <a:ext cx="3209544" cy="228600"/>
          </a:xfrm>
          <a:prstGeom prst="rect">
            <a:avLst/>
          </a:prstGeom>
          <a:noFill/>
        </p:spPr>
        <p:txBody>
          <a:bodyPr wrap="square" lIns="0" tIns="0" rIns="0" bIns="9144" rtlCol="0" anchor="b" anchorCtr="0">
            <a:noAutofit/>
          </a:bodyPr>
          <a:lstStyle/>
          <a:p>
            <a:pPr marL="0" indent="0" algn="r" rtl="0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>
                <a:solidFill>
                  <a:schemeClr val="bg1"/>
                </a:solidFill>
              </a:rPr>
              <a:t>Highly Confidential</a:t>
            </a:r>
          </a:p>
        </p:txBody>
      </p:sp>
      <p:pic>
        <p:nvPicPr>
          <p:cNvPr id="12" name="Bristol Myers Squibb" descr="Bristol Myers Squibb">
            <a:extLst>
              <a:ext uri="{FF2B5EF4-FFF2-40B4-BE49-F238E27FC236}">
                <a16:creationId xmlns:a16="http://schemas.microsoft.com/office/drawing/2014/main" id="{3C9E646A-36C7-42C5-BCB0-CA09E8F5410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258318" y="6355080"/>
            <a:ext cx="1627632" cy="4108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697059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DA9D64C-C336-4C99-A5A2-13ED71134A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83868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DA9D64C-C336-4C99-A5A2-13ED71134A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12BA3A-ACD6-C4E2-EDBD-708516AC3D03}"/>
              </a:ext>
            </a:extLst>
          </p:cNvPr>
          <p:cNvSpPr txBox="1"/>
          <p:nvPr userDrawn="1"/>
        </p:nvSpPr>
        <p:spPr>
          <a:xfrm>
            <a:off x="2021305" y="6490034"/>
            <a:ext cx="5710989" cy="200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None/>
            </a:pPr>
            <a:r>
              <a:rPr lang="en-US" sz="1000" err="1"/>
              <a:t>CELMoDs</a:t>
            </a:r>
            <a:r>
              <a:rPr lang="en-US" sz="1000"/>
              <a:t> Advisory Board Deck: UAE</a:t>
            </a:r>
            <a:endParaRPr lang="en-IN" sz="1000"/>
          </a:p>
        </p:txBody>
      </p:sp>
    </p:spTree>
    <p:extLst>
      <p:ext uri="{BB962C8B-B14F-4D97-AF65-F5344CB8AC3E}">
        <p14:creationId xmlns:p14="http://schemas.microsoft.com/office/powerpoint/2010/main" val="40536504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OIC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DA9D64C-C336-4C99-A5A2-13ED71134A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11792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DA9D64C-C336-4C99-A5A2-13ED71134A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365760"/>
            <a:ext cx="9994900" cy="457200"/>
          </a:xfrm>
        </p:spPr>
        <p:txBody>
          <a:bodyPr vert="horz"/>
          <a:lstStyle>
            <a:lvl1pPr rtl="0"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34581-2B69-4EC6-AEF0-355E58C645D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125" y="868680"/>
            <a:ext cx="11458575" cy="1097280"/>
          </a:xfrm>
        </p:spPr>
        <p:txBody>
          <a:bodyPr/>
          <a:lstStyle>
            <a:lvl1pPr marL="0" indent="0">
              <a:buNone/>
              <a:defRPr sz="11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76876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ING AI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DA9D64C-C336-4C99-A5A2-13ED71134A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11074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DA9D64C-C336-4C99-A5A2-13ED71134A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365760"/>
            <a:ext cx="9994900" cy="4572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34581-2B69-4EC6-AEF0-355E58C645D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125" y="868680"/>
            <a:ext cx="11458575" cy="1097280"/>
          </a:xfrm>
        </p:spPr>
        <p:txBody>
          <a:bodyPr/>
          <a:lstStyle>
            <a:lvl1pPr marL="0" indent="0">
              <a:buNone/>
              <a:defRPr sz="11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63971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text Title only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DA9D64C-C336-4C99-A5A2-13ED71134A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5580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DA9D64C-C336-4C99-A5A2-13ED71134A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0B77EBBE-01F3-4F66-88DB-497CED1CCED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258318" y="6355080"/>
            <a:ext cx="1627632" cy="410821"/>
          </a:xfrm>
          <a:prstGeom prst="rect">
            <a:avLst/>
          </a:prstGeom>
          <a:noFill/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23985ADC-D10C-4856-B4B2-E0BA1B8513A2}"/>
              </a:ext>
            </a:extLst>
          </p:cNvPr>
          <p:cNvGrpSpPr/>
          <p:nvPr userDrawn="1"/>
        </p:nvGrpSpPr>
        <p:grpSpPr>
          <a:xfrm>
            <a:off x="1874520" y="6458891"/>
            <a:ext cx="3919729" cy="231734"/>
            <a:chOff x="1874520" y="6458891"/>
            <a:chExt cx="3919729" cy="231734"/>
          </a:xfrm>
        </p:grpSpPr>
        <p:cxnSp>
          <p:nvCxnSpPr>
            <p:cNvPr id="9" name="Line">
              <a:extLst>
                <a:ext uri="{FF2B5EF4-FFF2-40B4-BE49-F238E27FC236}">
                  <a16:creationId xmlns:a16="http://schemas.microsoft.com/office/drawing/2014/main" id="{0049657D-C25C-4226-80A5-C9FBF8CB7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 bwMode="black">
            <a:xfrm>
              <a:off x="1874520" y="6458891"/>
              <a:ext cx="0" cy="228600"/>
            </a:xfrm>
            <a:prstGeom prst="line">
              <a:avLst/>
            </a:prstGeom>
            <a:ln w="63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sp>
          <p:nvSpPr>
            <p:cNvPr id="10" name="Division/Therapeutic Area">
              <a:extLst>
                <a:ext uri="{FF2B5EF4-FFF2-40B4-BE49-F238E27FC236}">
                  <a16:creationId xmlns:a16="http://schemas.microsoft.com/office/drawing/2014/main" id="{D68C6A4E-2066-4707-9A51-E8E4780BEFB0}"/>
                </a:ext>
              </a:extLst>
            </p:cNvPr>
            <p:cNvSpPr txBox="1"/>
            <p:nvPr/>
          </p:nvSpPr>
          <p:spPr>
            <a:xfrm>
              <a:off x="2011680" y="6462065"/>
              <a:ext cx="3782569" cy="22856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indent="0" algn="l" rtl="0">
                <a:lnSpc>
                  <a:spcPct val="100000"/>
                </a:lnSpc>
                <a:spcBef>
                  <a:spcPts val="0"/>
                </a:spcBef>
                <a:buSzPct val="100000"/>
                <a:buFontTx/>
                <a:buNone/>
              </a:pPr>
              <a:r>
                <a:rPr lang="en-US" sz="1100" b="0">
                  <a:solidFill>
                    <a:schemeClr val="bg1"/>
                  </a:solidFill>
                </a:rPr>
                <a:t>Commercialization Choices Framework Playbook </a:t>
              </a:r>
            </a:p>
          </p:txBody>
        </p:sp>
      </p:grpSp>
      <p:sp>
        <p:nvSpPr>
          <p:cNvPr id="11" name="Disclaimer">
            <a:extLst>
              <a:ext uri="{FF2B5EF4-FFF2-40B4-BE49-F238E27FC236}">
                <a16:creationId xmlns:a16="http://schemas.microsoft.com/office/drawing/2014/main" id="{C0719A61-FB1B-44E6-B900-367B206C3056}"/>
              </a:ext>
            </a:extLst>
          </p:cNvPr>
          <p:cNvSpPr txBox="1"/>
          <p:nvPr userDrawn="1"/>
        </p:nvSpPr>
        <p:spPr>
          <a:xfrm>
            <a:off x="8205216" y="6429375"/>
            <a:ext cx="3209544" cy="228600"/>
          </a:xfrm>
          <a:prstGeom prst="rect">
            <a:avLst/>
          </a:prstGeom>
          <a:noFill/>
        </p:spPr>
        <p:txBody>
          <a:bodyPr wrap="square" lIns="0" tIns="0" rIns="0" bIns="9144" rtlCol="0" anchor="b" anchorCtr="0">
            <a:noAutofit/>
          </a:bodyPr>
          <a:lstStyle/>
          <a:p>
            <a:pPr marL="0" indent="0" algn="r" rtl="0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>
                <a:solidFill>
                  <a:schemeClr val="bg1"/>
                </a:solidFill>
              </a:rPr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5463023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6D8A10-1399-44F4-80B5-FE311664C1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7158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6D8A10-1399-44F4-80B5-FE311664C1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B6F4C8E8-7E9A-224F-8714-AB4216A9C1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65758" y="1554480"/>
            <a:ext cx="5577840" cy="4572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8400" y="1554480"/>
            <a:ext cx="5577840" cy="4572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58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4">
          <p15:clr>
            <a:srgbClr val="FBAE40"/>
          </p15:clr>
        </p15:guide>
        <p15:guide id="2" pos="3936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5A83A28-469D-451E-ABCF-CD00CAFBA5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07633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5A83A28-469D-451E-ABCF-CD00CAFBA5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40A65C3A-C556-7B4E-9098-E1FD19D432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65760" y="1554480"/>
            <a:ext cx="3621024" cy="4572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5488" y="1554480"/>
            <a:ext cx="3621024" cy="4572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05216" y="1554480"/>
            <a:ext cx="3621024" cy="4572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09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98">
          <p15:clr>
            <a:srgbClr val="FBAE40"/>
          </p15:clr>
        </p15:guide>
        <p15:guide id="2" pos="2512">
          <p15:clr>
            <a:srgbClr val="FBAE40"/>
          </p15:clr>
        </p15:guide>
        <p15:guide id="3" pos="4982">
          <p15:clr>
            <a:srgbClr val="FBAE40"/>
          </p15:clr>
        </p15:guide>
        <p15:guide id="4" pos="5168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3D21F7C-795C-4212-A228-0971A321F6B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40168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3D21F7C-795C-4212-A228-0971A321F6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65760" y="1554480"/>
            <a:ext cx="2642616" cy="4572000"/>
          </a:xfrm>
          <a:prstGeom prst="rect">
            <a:avLst/>
          </a:prstGeom>
        </p:spPr>
        <p:txBody>
          <a:bodyPr>
            <a:norm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02001" y="1554480"/>
            <a:ext cx="2641598" cy="4572000"/>
          </a:xfrm>
          <a:prstGeom prst="rect">
            <a:avLst/>
          </a:prstGeom>
        </p:spPr>
        <p:txBody>
          <a:bodyPr>
            <a:norm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48400" y="1554480"/>
            <a:ext cx="2641600" cy="4572000"/>
          </a:xfrm>
          <a:prstGeom prst="rect">
            <a:avLst/>
          </a:prstGeom>
        </p:spPr>
        <p:txBody>
          <a:bodyPr>
            <a:norm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4198CF4-E51B-2147-88D7-1228A1479BF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83624" y="1554480"/>
            <a:ext cx="2642616" cy="4572000"/>
          </a:xfrm>
          <a:prstGeom prst="rect">
            <a:avLst/>
          </a:prstGeom>
        </p:spPr>
        <p:txBody>
          <a:bodyPr>
            <a:norm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89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80">
          <p15:clr>
            <a:srgbClr val="FBAE40"/>
          </p15:clr>
        </p15:guide>
        <p15:guide id="2" pos="1896">
          <p15:clr>
            <a:srgbClr val="FBAE40"/>
          </p15:clr>
        </p15:guide>
        <p15:guide id="3" pos="5600">
          <p15:clr>
            <a:srgbClr val="FBAE40"/>
          </p15:clr>
        </p15:guide>
        <p15:guide id="4" pos="5784">
          <p15:clr>
            <a:srgbClr val="FBAE40"/>
          </p15:clr>
        </p15:guide>
        <p15:guide id="5" pos="3744">
          <p15:clr>
            <a:srgbClr val="FBAE40"/>
          </p15:clr>
        </p15:guide>
        <p15:guide id="6" pos="3936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B9D1E91-1D56-43C6-9456-8FF952AFC28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4194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B9D1E91-1D56-43C6-9456-8FF952AFC2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3D903699-153C-AD47-95F6-16E2B3016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65760" y="1554480"/>
            <a:ext cx="3618992" cy="4572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6504" y="1554480"/>
            <a:ext cx="7539736" cy="4572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84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0">
          <p15:clr>
            <a:srgbClr val="FBAE40"/>
          </p15:clr>
        </p15:guide>
        <p15:guide id="2" pos="2512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786525A-832E-4A3E-9083-6722BFAF3E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9663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786525A-832E-4A3E-9083-6722BFAF3E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3FEF123-E2C1-8448-BA4B-9ECBEA28E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65760" y="1554480"/>
            <a:ext cx="7539736" cy="4572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07248" y="1554480"/>
            <a:ext cx="3618992" cy="4572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7FB1D32-3E1C-554A-A887-047CEBF6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14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980">
          <p15:clr>
            <a:srgbClr val="FBAE40"/>
          </p15:clr>
        </p15:guide>
        <p15:guide id="4" pos="5168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AF65A5C-F53A-4F25-B010-D19392D731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75896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AF65A5C-F53A-4F25-B010-D19392D731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rtl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 rtl="0">
              <a:spcBef>
                <a:spcPts val="1200"/>
              </a:spcBef>
              <a:defRPr/>
            </a:lvl2pPr>
            <a:lvl3pPr marL="457200" rtl="0">
              <a:defRPr/>
            </a:lvl3pPr>
            <a:lvl4pPr marL="685800" rtl="0">
              <a:defRPr/>
            </a:lvl4pPr>
            <a:lvl5pPr marL="914400" rtl="0">
              <a:defRPr/>
            </a:lvl5pPr>
            <a:lvl6pPr marL="1143000" rtl="0">
              <a:defRPr/>
            </a:lvl6pPr>
            <a:lvl7pPr marL="1371600" rtl="0">
              <a:defRPr/>
            </a:lvl7pPr>
            <a:lvl8pPr marL="1600200" rtl="0">
              <a:defRPr/>
            </a:lvl8pPr>
            <a:lvl9pPr marL="1828800" rtl="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2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On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A2035D2-CE3C-41EA-BBD3-13484260A0E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2870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A2035D2-CE3C-41EA-BBD3-13484260A0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80"/>
            <a:ext cx="5428488" cy="4572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 rtl="0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3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Two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DCA23EE-E401-407F-875E-6E1A070177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1656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DCA23EE-E401-407F-875E-6E1A070177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80"/>
            <a:ext cx="5428488" cy="4572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 rtl="0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 rtl="0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97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Thre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854CD8B1-C313-46CA-95AE-E2ABFDDD420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00528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854CD8B1-C313-46CA-95AE-E2ABFDDD42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80"/>
            <a:ext cx="5428488" cy="4572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 rtl="0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3044952" cy="3429000"/>
          </a:xfrm>
          <a:prstGeom prst="rect">
            <a:avLst/>
          </a:prstGeo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 rtl="0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2AB3B13-24B5-EA40-92B2-665869E465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0952" y="3429000"/>
            <a:ext cx="3051048" cy="3429000"/>
          </a:xfrm>
          <a:prstGeom prst="rect">
            <a:avLst/>
          </a:prstGeo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 rtl="0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99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Four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F8604976-2D70-4E72-9108-5ADA5F6CB9C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59898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F8604976-2D70-4E72-9108-5ADA5F6CB9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80"/>
            <a:ext cx="5428488" cy="4572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 rtl="0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3044952" cy="3429000"/>
          </a:xfrm>
          <a:prstGeom prst="rect">
            <a:avLst/>
          </a:prstGeo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 rtl="0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2AB3B13-24B5-EA40-92B2-665869E465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0952" y="3429000"/>
            <a:ext cx="3051048" cy="1719072"/>
          </a:xfrm>
          <a:prstGeom prst="rect">
            <a:avLst/>
          </a:prstGeo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 rtl="0"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26BC3F3-33EB-F346-B70E-DE269C6819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0952" y="5148072"/>
            <a:ext cx="3051048" cy="1709928"/>
          </a:xfrm>
          <a:prstGeom prst="rect">
            <a:avLst/>
          </a:prstGeo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 rtl="0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91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12ECFE0-06BA-4261-AF12-59EC946F91B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1356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12ECFE0-06BA-4261-AF12-59EC946F91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6B9E9C5D-8364-0D47-AF90-417652D3C1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5126" y="1552575"/>
            <a:ext cx="2642616" cy="1737358"/>
          </a:xfrm>
          <a:prstGeom prst="rect">
            <a:avLst/>
          </a:prstGeo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 rtl="0">
              <a:spcBef>
                <a:spcPts val="0"/>
              </a:spcBef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8A87F8F-2D9A-B243-A5FB-6E555C2704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5760" y="3474720"/>
            <a:ext cx="2642616" cy="2651760"/>
          </a:xfrm>
          <a:prstGeom prst="rect">
            <a:avLst/>
          </a:prstGeom>
        </p:spPr>
        <p:txBody>
          <a:bodyPr>
            <a:no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5797D6E4-4FD3-FB41-AC2F-B0BC4466093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01999" y="1552575"/>
            <a:ext cx="2642616" cy="1737358"/>
          </a:xfrm>
          <a:prstGeom prst="rect">
            <a:avLst/>
          </a:prstGeo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 rtl="0">
              <a:spcBef>
                <a:spcPts val="0"/>
              </a:spcBef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8504504-7E85-584D-A20B-448D0D56BB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02000" y="3474720"/>
            <a:ext cx="2642616" cy="2651760"/>
          </a:xfrm>
          <a:prstGeom prst="rect">
            <a:avLst/>
          </a:prstGeom>
        </p:spPr>
        <p:txBody>
          <a:bodyPr>
            <a:no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8B42205D-9591-3C43-8A71-9811FC49A76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8400" y="1552575"/>
            <a:ext cx="2642616" cy="1737358"/>
          </a:xfrm>
          <a:prstGeom prst="rect">
            <a:avLst/>
          </a:prstGeo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 rtl="0">
              <a:spcBef>
                <a:spcPts val="0"/>
              </a:spcBef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BC915BB-BDF2-BD44-8C3A-2C34D2A9A6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8400" y="3474720"/>
            <a:ext cx="2642616" cy="2651760"/>
          </a:xfrm>
          <a:prstGeom prst="rect">
            <a:avLst/>
          </a:prstGeom>
        </p:spPr>
        <p:txBody>
          <a:bodyPr>
            <a:no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DD93C7F7-3C80-DA48-9BC2-95DD73DF878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83624" y="1552575"/>
            <a:ext cx="2642616" cy="1737358"/>
          </a:xfrm>
          <a:prstGeom prst="rect">
            <a:avLst/>
          </a:prstGeo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 rtl="0">
              <a:spcBef>
                <a:spcPts val="0"/>
              </a:spcBef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0A585D99-3BCE-844A-8969-7E2EFD217B5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82100" y="3474720"/>
            <a:ext cx="2642616" cy="2651760"/>
          </a:xfrm>
          <a:prstGeom prst="rect">
            <a:avLst/>
          </a:prstGeom>
        </p:spPr>
        <p:txBody>
          <a:bodyPr>
            <a:noAutofit/>
          </a:bodyPr>
          <a:lstStyle>
            <a:lvl1pPr rtl="0">
              <a:defRPr sz="1600"/>
            </a:lvl1pPr>
            <a:lvl2pPr rtl="0">
              <a:defRPr sz="1600"/>
            </a:lvl2pPr>
            <a:lvl3pPr rtl="0">
              <a:defRPr sz="1600"/>
            </a:lvl3pPr>
            <a:lvl4pPr rtl="0">
              <a:defRPr sz="1600"/>
            </a:lvl4pPr>
            <a:lvl5pPr rtl="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42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80">
          <p15:clr>
            <a:srgbClr val="FBAE40"/>
          </p15:clr>
        </p15:guide>
        <p15:guide id="2" pos="1896">
          <p15:clr>
            <a:srgbClr val="FBAE40"/>
          </p15:clr>
        </p15:guide>
        <p15:guide id="3" pos="5600">
          <p15:clr>
            <a:srgbClr val="FBAE40"/>
          </p15:clr>
        </p15:guide>
        <p15:guide id="4" pos="5784">
          <p15:clr>
            <a:srgbClr val="FBAE40"/>
          </p15:clr>
        </p15:guide>
        <p15:guide id="5" pos="3744">
          <p15:clr>
            <a:srgbClr val="FBAE40"/>
          </p15:clr>
        </p15:guide>
        <p15:guide id="6" pos="3936">
          <p15:clr>
            <a:srgbClr val="FBAE40"/>
          </p15:clr>
        </p15:guide>
        <p15:guide id="7" orient="horz" pos="2074">
          <p15:clr>
            <a:srgbClr val="FBAE40"/>
          </p15:clr>
        </p15:guide>
        <p15:guide id="8" orient="horz" pos="2188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C3B4AFE-C067-4EC2-B158-ACD6ECF331A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7209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C3B4AFE-C067-4EC2-B158-ACD6ECF331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3F25E4DD-7BAF-CF43-9AF5-512CC54177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 rtl="0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DC9E62E-3AF4-C24D-8B08-8A7FCB7ED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E3D7CA1-C89E-E24C-B557-52A1F9AEB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17687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7B2AC1E-F16B-4699-9402-C1E9E2F171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9741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7B2AC1E-F16B-4699-9402-C1E9E2F171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vert="horz" anchor="t" anchorCtr="0"/>
          <a:lstStyle>
            <a:lvl1pPr rtl="0"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36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5C423C7-6D07-4321-B307-57572A9724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63542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5C423C7-6D07-4321-B307-57572A9724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vert="horz" anchor="t" anchorCtr="0"/>
          <a:lstStyle>
            <a:lvl1pPr rtl="0"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6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601F78E-0FD9-45A0-9C8A-5442DCFD93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83898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601F78E-0FD9-45A0-9C8A-5442DCFD93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vert="horz" anchor="t" anchorCtr="0"/>
          <a:lstStyle>
            <a:lvl1pPr rtl="0"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05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50AE014-9983-4BA7-A9D9-FDF7D75EA17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93706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50AE014-9983-4BA7-A9D9-FDF7D75EA1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vert="horz" anchor="t" anchorCtr="0"/>
          <a:lstStyle>
            <a:lvl1pPr rtl="0"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14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8564697-AFAB-4EC3-86B3-953BC4FDC85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2321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8564697-AFAB-4EC3-86B3-953BC4FDC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vert="horz" anchor="t" anchorCtr="0"/>
          <a:lstStyle>
            <a:lvl1pPr rtl="0"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24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BE6F22E-4FA0-4235-9D37-89B9FB358B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1514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BE6F22E-4FA0-4235-9D37-89B9FB358B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vert="horz" anchor="t" anchorCtr="0"/>
          <a:lstStyle>
            <a:lvl1pPr rtl="0"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81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72234378-A7D5-4B45-ABCE-D7BA7F98767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8302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72234378-A7D5-4B45-ABCE-D7BA7F9876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vert="horz" anchor="t" anchorCtr="0"/>
          <a:lstStyle>
            <a:lvl1pPr rtl="0"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51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0B8E7AE-5D8A-4BE9-84FA-366A87355A0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53889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0B8E7AE-5D8A-4BE9-84FA-366A87355A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vert="horz" anchor="t" anchorCtr="0"/>
          <a:lstStyle>
            <a:lvl1pPr rtl="0"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63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00A8DBB-5DE1-4370-A90C-BCDA126A32C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9445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00A8DBB-5DE1-4370-A90C-BCDA126A32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vert="horz" anchor="t" anchorCtr="0"/>
          <a:lstStyle>
            <a:lvl1pPr rtl="0"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66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A755EDD-33C1-432A-B464-A8F6DC7098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5833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A755EDD-33C1-432A-B464-A8F6DC7098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vert="horz" anchor="t" anchorCtr="0"/>
          <a:lstStyle>
            <a:lvl1pPr rtl="0"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76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68CB140-EAF5-41D5-AA11-94C03E81482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8980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C68CB140-EAF5-41D5-AA11-94C03E8148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600D8B1-1581-4488-A1A4-886D01EEFD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CF9CDAC-EC28-4BA6-9827-D58133E1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7007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1C8A85A-EC4A-49BC-86A9-70A028CE4A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3881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1C8A85A-EC4A-49BC-86A9-70A028CE4A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5BF3E53-7A3D-40D5-AE68-3CE44909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FBBF8F-56E7-97D7-6005-45E0E04608EC}"/>
              </a:ext>
            </a:extLst>
          </p:cNvPr>
          <p:cNvSpPr txBox="1"/>
          <p:nvPr userDrawn="1"/>
        </p:nvSpPr>
        <p:spPr>
          <a:xfrm>
            <a:off x="1892968" y="6429375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None/>
            </a:pPr>
            <a:r>
              <a:rPr lang="en-US" sz="1000" err="1"/>
              <a:t>CELMoDs</a:t>
            </a:r>
            <a:r>
              <a:rPr lang="en-US" sz="1000"/>
              <a:t> Advisory Board Deck: UAE</a:t>
            </a:r>
            <a:endParaRPr lang="en-IN" sz="1000"/>
          </a:p>
        </p:txBody>
      </p:sp>
    </p:spTree>
    <p:extLst>
      <p:ext uri="{BB962C8B-B14F-4D97-AF65-F5344CB8AC3E}">
        <p14:creationId xmlns:p14="http://schemas.microsoft.com/office/powerpoint/2010/main" val="300058045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ristol Myers Squibb" descr="Bristol Myers Squibb">
            <a:extLst>
              <a:ext uri="{FF2B5EF4-FFF2-40B4-BE49-F238E27FC236}">
                <a16:creationId xmlns:a16="http://schemas.microsoft.com/office/drawing/2014/main" id="{B50985CD-7333-F343-85B8-C4893E81F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645920" y="2194560"/>
            <a:ext cx="9056906" cy="228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8091480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3FC42B2-26F9-44C8-AA77-55D55AEA8DF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2764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3FC42B2-26F9-44C8-AA77-55D55AEA8D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black">
          <a:xfrm>
            <a:off x="150688" y="5913096"/>
            <a:ext cx="3260484" cy="822960"/>
          </a:xfrm>
          <a:prstGeom prst="rect">
            <a:avLst/>
          </a:prstGeom>
          <a:noFill/>
        </p:spPr>
      </p:pic>
      <p:sp>
        <p:nvSpPr>
          <p:cNvPr id="8" name="Thank You">
            <a:extLst>
              <a:ext uri="{FF2B5EF4-FFF2-40B4-BE49-F238E27FC236}">
                <a16:creationId xmlns:a16="http://schemas.microsoft.com/office/drawing/2014/main" id="{2DF7BC51-D766-5D44-8D23-2A1F0BF208B3}"/>
              </a:ext>
            </a:extLst>
          </p:cNvPr>
          <p:cNvSpPr txBox="1">
            <a:spLocks/>
          </p:cNvSpPr>
          <p:nvPr/>
        </p:nvSpPr>
        <p:spPr>
          <a:xfrm>
            <a:off x="365760" y="1554480"/>
            <a:ext cx="7543165" cy="182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/>
              <a:t>Thank you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3D75AF2-C99D-9247-B7AF-B859D95DB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4434840"/>
            <a:ext cx="7543165" cy="1371600"/>
          </a:xfrm>
          <a:prstGeom prst="rect">
            <a:avLst/>
          </a:prstGeom>
        </p:spPr>
        <p:txBody>
          <a:bodyPr/>
          <a:lstStyle>
            <a:lvl1pPr marL="0" indent="0" rtl="0">
              <a:spcBef>
                <a:spcPts val="0"/>
              </a:spcBef>
              <a:buNone/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</p:spTree>
    <p:extLst>
      <p:ext uri="{BB962C8B-B14F-4D97-AF65-F5344CB8AC3E}">
        <p14:creationId xmlns:p14="http://schemas.microsoft.com/office/powerpoint/2010/main" val="4108124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arge Title &amp; Content_ Thre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A755EDD-33C1-432A-B464-A8F6DC7098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1221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5" progId="TCLayout.ActiveDocument.1">
                  <p:embed/>
                </p:oleObj>
              </mc:Choice>
              <mc:Fallback>
                <p:oleObj name="think-cell Slide" r:id="rId3" imgW="384" imgH="38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A755EDD-33C1-432A-B464-A8F6DC7098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itle 2">
            <a:extLst>
              <a:ext uri="{FF2B5EF4-FFF2-40B4-BE49-F238E27FC236}">
                <a16:creationId xmlns:a16="http://schemas.microsoft.com/office/drawing/2014/main" id="{730C5719-DE49-4B5D-8FF6-2C47E4742F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59" y="1552574"/>
            <a:ext cx="4041405" cy="1706371"/>
          </a:xfrm>
        </p:spPr>
        <p:txBody>
          <a:bodyPr vert="horz" tIns="0" anchor="t" anchorCtr="0"/>
          <a:lstStyle>
            <a:lvl1pPr algn="l" rtl="0">
              <a:lnSpc>
                <a:spcPct val="85000"/>
              </a:lnSpc>
              <a:defRPr sz="3200" b="1" spc="-50" baseline="0">
                <a:solidFill>
                  <a:schemeClr val="accent4"/>
                </a:solidFill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BFFA6BD0-2B68-4923-96BB-5FA090455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</p:spPr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2049D-0EDB-463D-81D8-EDFD20E910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1229" y="548640"/>
            <a:ext cx="6892471" cy="57626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302B08FE-E044-40D2-A842-45C5C398E7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3429000"/>
            <a:ext cx="3383280" cy="2035629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>
                <a:solidFill>
                  <a:schemeClr val="accent1"/>
                </a:solidFill>
              </a:defRPr>
            </a:lvl1pPr>
            <a:lvl2pPr marL="228600" indent="0" rtl="0">
              <a:buNone/>
              <a:defRPr>
                <a:solidFill>
                  <a:schemeClr val="accent1"/>
                </a:solidFill>
              </a:defRPr>
            </a:lvl2pPr>
            <a:lvl3pPr rtl="0">
              <a:defRPr>
                <a:solidFill>
                  <a:schemeClr val="bg1"/>
                </a:solidFill>
              </a:defRPr>
            </a:lvl3pPr>
            <a:lvl4pPr rtl="0">
              <a:defRPr>
                <a:solidFill>
                  <a:schemeClr val="bg1"/>
                </a:solidFill>
              </a:defRPr>
            </a:lvl4pPr>
            <a:lvl5pPr rtl="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9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14882129-2AD0-4231-A412-6823C71C62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585838"/>
            <a:ext cx="11460480" cy="44901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9A4345-1A55-42D2-92CB-CC6093D570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925" y="2107348"/>
            <a:ext cx="11185525" cy="68103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05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endParaRPr lang="en-US"/>
          </a:p>
        </p:txBody>
      </p:sp>
      <p:sp>
        <p:nvSpPr>
          <p:cNvPr id="30" name="Rectangle 29">
            <a:hlinkClick r:id="" action="ppaction://noaction"/>
            <a:extLst>
              <a:ext uri="{FF2B5EF4-FFF2-40B4-BE49-F238E27FC236}">
                <a16:creationId xmlns:a16="http://schemas.microsoft.com/office/drawing/2014/main" id="{8D32F305-8DC5-423F-9FCE-76A6654C4620}"/>
              </a:ext>
            </a:extLst>
          </p:cNvPr>
          <p:cNvSpPr/>
          <p:nvPr userDrawn="1"/>
        </p:nvSpPr>
        <p:spPr>
          <a:xfrm>
            <a:off x="365125" y="226853"/>
            <a:ext cx="423446" cy="4108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119437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Global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908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/>
              <a:t>Division/Therapeutic Area [Edit here]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anchor="t" anchorCtr="0"/>
          <a:lstStyle>
            <a:lvl1pPr algn="l">
              <a:defRPr sz="6000" b="0" spc="0" baseline="0"/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/>
              <a:t>[Month 00, 0000]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E39BE-06F7-7349-BF12-45D065ED87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10" name="Disclaimer">
            <a:extLst>
              <a:ext uri="{FF2B5EF4-FFF2-40B4-BE49-F238E27FC236}">
                <a16:creationId xmlns:a16="http://schemas.microsoft.com/office/drawing/2014/main" id="{0411BC70-4820-DF40-90C3-6ACD451ADD60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/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69142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/>
              <a:t>Division/Therapeutic Area [Edit here]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anchor="t" anchorCtr="0"/>
          <a:lstStyle>
            <a:lvl1pPr algn="l">
              <a:defRPr sz="6000" b="0" spc="0" baseline="0"/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/>
              <a:t>[Month 00, 0000]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1E892DE-B840-A64B-91A1-1B18F6037C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8" name="Disclaimer">
            <a:extLst>
              <a:ext uri="{FF2B5EF4-FFF2-40B4-BE49-F238E27FC236}">
                <a16:creationId xmlns:a16="http://schemas.microsoft.com/office/drawing/2014/main" id="{F95EDC5C-ABEE-824D-9A00-482457322324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/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79619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Ins="0" numCol="2" spcCol="301752"/>
          <a:lstStyle>
            <a:lvl1pPr marL="411480" indent="-411480">
              <a:buFont typeface="+mj-lt"/>
              <a:buAutoNum type="arabicPeriod"/>
              <a:tabLst/>
              <a:defRPr/>
            </a:lvl1pPr>
            <a:lvl2pPr marL="640080" indent="-228600">
              <a:tabLst/>
              <a:defRPr/>
            </a:lvl2pPr>
            <a:lvl3pPr marL="868680" indent="-228600">
              <a:tabLst/>
              <a:defRPr/>
            </a:lvl3pPr>
            <a:lvl4pPr marL="1097280" indent="-228600">
              <a:tabLst/>
              <a:defRPr/>
            </a:lvl4pPr>
            <a:lvl5pPr marL="1325880" indent="-228600">
              <a:tabLst/>
              <a:defRPr/>
            </a:lvl5pPr>
            <a:lvl6pPr marL="1554480" indent="-228600">
              <a:tabLst/>
              <a:defRPr/>
            </a:lvl6pPr>
            <a:lvl7pPr marL="1783080" indent="-228600">
              <a:tabLst/>
              <a:defRPr/>
            </a:lvl7pPr>
            <a:lvl8pPr marL="2011680" indent="-228600">
              <a:tabLst/>
              <a:defRPr/>
            </a:lvl8pPr>
            <a:lvl9pPr marL="2240280" indent="-228600">
              <a:tabLst/>
              <a:defRPr/>
            </a:lvl9pPr>
          </a:lstStyle>
          <a:p>
            <a:pPr lvl="0"/>
            <a:r>
              <a:rPr lang="en-US"/>
              <a:t>[Agenda item]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1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4">
          <p15:clr>
            <a:srgbClr val="FBAE40"/>
          </p15:clr>
        </p15:guide>
        <p15:guide id="2" pos="3936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F4C8E8-7E9A-224F-8714-AB4216A9C1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58" y="1554480"/>
            <a:ext cx="557784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554480"/>
            <a:ext cx="557784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781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4">
          <p15:clr>
            <a:srgbClr val="FBAE40"/>
          </p15:clr>
        </p15:guide>
        <p15:guide id="2" pos="3936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A65C3A-C556-7B4E-9098-E1FD19D432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362102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488" y="1554480"/>
            <a:ext cx="362102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05216" y="1554480"/>
            <a:ext cx="3621024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74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98">
          <p15:clr>
            <a:srgbClr val="FBAE40"/>
          </p15:clr>
        </p15:guide>
        <p15:guide id="2" pos="2512">
          <p15:clr>
            <a:srgbClr val="FBAE40"/>
          </p15:clr>
        </p15:guide>
        <p15:guide id="3" pos="4982">
          <p15:clr>
            <a:srgbClr val="FBAE40"/>
          </p15:clr>
        </p15:guide>
        <p15:guide id="4" pos="5168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2642616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02001" y="1554480"/>
            <a:ext cx="2641598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8400" y="1554480"/>
            <a:ext cx="2641600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4198CF4-E51B-2147-88D7-1228A1479BF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83624" y="1554480"/>
            <a:ext cx="2642616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2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80">
          <p15:clr>
            <a:srgbClr val="FBAE40"/>
          </p15:clr>
        </p15:guide>
        <p15:guide id="2" pos="1896">
          <p15:clr>
            <a:srgbClr val="FBAE40"/>
          </p15:clr>
        </p15:guide>
        <p15:guide id="3" pos="5600">
          <p15:clr>
            <a:srgbClr val="FBAE40"/>
          </p15:clr>
        </p15:guide>
        <p15:guide id="4" pos="5784">
          <p15:clr>
            <a:srgbClr val="FBAE40"/>
          </p15:clr>
        </p15:guide>
        <p15:guide id="5" pos="3744">
          <p15:clr>
            <a:srgbClr val="FBAE40"/>
          </p15:clr>
        </p15:guide>
        <p15:guide id="6" pos="3936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903699-153C-AD47-95F6-16E2B3016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3618992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6504" y="1554480"/>
            <a:ext cx="7539736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00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0">
          <p15:clr>
            <a:srgbClr val="FBAE40"/>
          </p15:clr>
        </p15:guide>
        <p15:guide id="2" pos="2512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F123-E2C1-8448-BA4B-9ECBEA28E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7539736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07248" y="1554480"/>
            <a:ext cx="3618992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7FB1D32-3E1C-554A-A887-047CEBF6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65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980">
          <p15:clr>
            <a:srgbClr val="FBAE40"/>
          </p15:clr>
        </p15:guide>
        <p15:guide id="4" pos="5168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28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13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68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50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648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93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277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52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33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nent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/>
              <a:t>[Big statement]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985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560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On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7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Two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6096000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12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Thre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3044952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2AB3B13-24B5-EA40-92B2-665869E465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0952" y="3429000"/>
            <a:ext cx="3051048" cy="3429000"/>
          </a:xfr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48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Four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3044952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2AB3B13-24B5-EA40-92B2-665869E465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0952" y="3429000"/>
            <a:ext cx="3051048" cy="1719072"/>
          </a:xfr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26BC3F3-33EB-F346-B70E-DE269C6819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0952" y="5148072"/>
            <a:ext cx="3051048" cy="170992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06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6B9E9C5D-8364-0D47-AF90-417652D3C1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5126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8A87F8F-2D9A-B243-A5FB-6E555C2704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576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5797D6E4-4FD3-FB41-AC2F-B0BC4466093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01999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8504504-7E85-584D-A20B-448D0D56BB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020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8B42205D-9591-3C43-8A71-9811FC49A76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8400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BC915BB-BDF2-BD44-8C3A-2C34D2A9A6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84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DD93C7F7-3C80-DA48-9BC2-95DD73DF878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83624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0A585D99-3BCE-844A-8969-7E2EFD217B5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821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11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80">
          <p15:clr>
            <a:srgbClr val="FBAE40"/>
          </p15:clr>
        </p15:guide>
        <p15:guide id="2" pos="1896">
          <p15:clr>
            <a:srgbClr val="FBAE40"/>
          </p15:clr>
        </p15:guide>
        <p15:guide id="3" pos="5600">
          <p15:clr>
            <a:srgbClr val="FBAE40"/>
          </p15:clr>
        </p15:guide>
        <p15:guide id="4" pos="5784">
          <p15:clr>
            <a:srgbClr val="FBAE40"/>
          </p15:clr>
        </p15:guide>
        <p15:guide id="5" pos="3744">
          <p15:clr>
            <a:srgbClr val="FBAE40"/>
          </p15:clr>
        </p15:guide>
        <p15:guide id="6" pos="3936">
          <p15:clr>
            <a:srgbClr val="FBAE40"/>
          </p15:clr>
        </p15:guide>
        <p15:guide id="7" orient="horz" pos="2074">
          <p15:clr>
            <a:srgbClr val="FBAE40"/>
          </p15:clr>
        </p15:guide>
        <p15:guide id="8" orient="horz" pos="2188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3F25E4DD-7BAF-CF43-9AF5-512CC54177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DC9E62E-3AF4-C24D-8B08-8A7FCB7ED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E3D7CA1-C89E-E24C-B557-52A1F9AEB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37751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43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89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85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72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92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47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68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35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11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76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D8B1-1581-4488-A1A4-886D01EEFD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CF9CDAC-EC28-4BA6-9827-D58133E1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6686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ristol Myers Squibb" descr="Bristol Myers Squibb">
            <a:extLst>
              <a:ext uri="{FF2B5EF4-FFF2-40B4-BE49-F238E27FC236}">
                <a16:creationId xmlns:a16="http://schemas.microsoft.com/office/drawing/2014/main" id="{B50985CD-7333-F343-85B8-C4893E81FC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645920" y="2194560"/>
            <a:ext cx="9056906" cy="228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76292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4" cy="822960"/>
          </a:xfrm>
          <a:prstGeom prst="rect">
            <a:avLst/>
          </a:prstGeom>
          <a:noFill/>
        </p:spPr>
      </p:pic>
      <p:sp>
        <p:nvSpPr>
          <p:cNvPr id="8" name="Thank You">
            <a:extLst>
              <a:ext uri="{FF2B5EF4-FFF2-40B4-BE49-F238E27FC236}">
                <a16:creationId xmlns:a16="http://schemas.microsoft.com/office/drawing/2014/main" id="{2DF7BC51-D766-5D44-8D23-2A1F0BF208B3}"/>
              </a:ext>
            </a:extLst>
          </p:cNvPr>
          <p:cNvSpPr txBox="1">
            <a:spLocks/>
          </p:cNvSpPr>
          <p:nvPr userDrawn="1"/>
        </p:nvSpPr>
        <p:spPr>
          <a:xfrm>
            <a:off x="365760" y="1554480"/>
            <a:ext cx="7543165" cy="182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3D75AF2-C99D-9247-B7AF-B859D95DB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4434840"/>
            <a:ext cx="7543165" cy="1371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</p:spTree>
    <p:extLst>
      <p:ext uri="{BB962C8B-B14F-4D97-AF65-F5344CB8AC3E}">
        <p14:creationId xmlns:p14="http://schemas.microsoft.com/office/powerpoint/2010/main" val="44750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/>
              <a:t>Division/Therapeutic Area [Edit here]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/>
              <a:t>[Month 00, 0000]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E39BE-06F7-7349-BF12-45D065ED87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10" name="Disclaimer">
            <a:extLst>
              <a:ext uri="{FF2B5EF4-FFF2-40B4-BE49-F238E27FC236}">
                <a16:creationId xmlns:a16="http://schemas.microsoft.com/office/drawing/2014/main" id="{0411BC70-4820-DF40-90C3-6ACD451ADD60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/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1891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ormal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9285742"/>
      </p:ext>
    </p:extLst>
  </p:cSld>
  <p:clrMapOvr>
    <a:masterClrMapping/>
  </p:clrMapOvr>
  <p:transition>
    <p:fade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EEME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0981" y="245236"/>
            <a:ext cx="5760000" cy="540000"/>
          </a:xfrm>
          <a:noFill/>
        </p:spPr>
        <p:txBody>
          <a:bodyPr wrap="square" tIns="36000" rIns="36000" bIns="36000" rtlCol="0">
            <a:noAutofit/>
          </a:bodyPr>
          <a:lstStyle>
            <a:lvl1pPr>
              <a:defRPr lang="en-US" sz="3200" b="1" dirty="0">
                <a:solidFill>
                  <a:srgbClr val="0099FF"/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/>
            <a:r>
              <a:rPr lang="tr-TR" err="1"/>
              <a:t>Slide</a:t>
            </a:r>
            <a:r>
              <a:rPr lang="tr-TR"/>
              <a:t> </a:t>
            </a:r>
            <a:r>
              <a:rPr lang="tr-TR" err="1"/>
              <a:t>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92618" y="1647509"/>
            <a:ext cx="10886763" cy="1816908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mtClean="0">
                <a:solidFill>
                  <a:prstClr val="black"/>
                </a:solidFill>
                <a:latin typeface="Century Gothic" panose="020B0502020202020204" pitchFamily="34" charset="0"/>
              </a:defRPr>
            </a:lvl1pPr>
            <a:lvl2pPr>
              <a:defRPr lang="en-US" smtClean="0">
                <a:solidFill>
                  <a:prstClr val="black"/>
                </a:solidFill>
                <a:latin typeface="Century Gothic" panose="020B0502020202020204" pitchFamily="34" charset="0"/>
              </a:defRPr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tr-TR" err="1"/>
              <a:t>Slide</a:t>
            </a:r>
            <a:r>
              <a:rPr lang="tr-TR"/>
              <a:t> Content</a:t>
            </a:r>
            <a:endParaRPr lang="en-US"/>
          </a:p>
          <a:p>
            <a:pPr marL="914400" lvl="1" indent="-457200"/>
            <a:r>
              <a:rPr lang="en-US"/>
              <a:t>Second level</a:t>
            </a:r>
          </a:p>
          <a:p>
            <a:pPr marL="914400" lvl="2"/>
            <a:r>
              <a:rPr lang="en-US"/>
              <a:t>Third level</a:t>
            </a:r>
          </a:p>
          <a:p>
            <a:pPr marL="1371600" lvl="3"/>
            <a:r>
              <a:rPr lang="en-US"/>
              <a:t>Fourth level</a:t>
            </a:r>
          </a:p>
          <a:p>
            <a:pPr marL="1828800"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96000" y="284009"/>
            <a:ext cx="0" cy="43200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6286377" y="284009"/>
            <a:ext cx="4680000" cy="433111"/>
          </a:xfrm>
        </p:spPr>
        <p:txBody>
          <a:bodyPr tIns="36000" rIns="0" bIns="36000" anchor="ctr">
            <a:normAutofit/>
          </a:bodyPr>
          <a:lstStyle>
            <a:lvl1pPr marL="0" indent="0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err="1"/>
              <a:t>Slide</a:t>
            </a:r>
            <a:r>
              <a:rPr lang="tr-TR"/>
              <a:t> </a:t>
            </a:r>
            <a:r>
              <a:rPr lang="tr-TR" err="1"/>
              <a:t>Subtitle</a:t>
            </a:r>
            <a:endParaRPr lang="en-US"/>
          </a:p>
        </p:txBody>
      </p:sp>
      <p:cxnSp>
        <p:nvCxnSpPr>
          <p:cNvPr id="15" name="Straight Connector 14"/>
          <p:cNvCxnSpPr/>
          <p:nvPr userDrawn="1"/>
        </p:nvCxnSpPr>
        <p:spPr>
          <a:xfrm flipV="1">
            <a:off x="-15092" y="904930"/>
            <a:ext cx="11089341" cy="57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755073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05580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rmal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14867" y="1498600"/>
            <a:ext cx="11235267" cy="5029200"/>
          </a:xfrm>
          <a:prstGeom prst="rect">
            <a:avLst/>
          </a:prstGeom>
        </p:spPr>
        <p:txBody>
          <a:bodyPr/>
          <a:lstStyle>
            <a:lvl1pPr marL="256019" indent="-256019">
              <a:buClr>
                <a:schemeClr val="bg2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10557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54.xml"/><Relationship Id="rId42" Type="http://schemas.openxmlformats.org/officeDocument/2006/relationships/slideLayout" Target="../slideLayouts/slideLayout75.xml"/><Relationship Id="rId47" Type="http://schemas.openxmlformats.org/officeDocument/2006/relationships/slideLayout" Target="../slideLayouts/slideLayout80.xml"/><Relationship Id="rId63" Type="http://schemas.openxmlformats.org/officeDocument/2006/relationships/slideLayout" Target="../slideLayouts/slideLayout96.xml"/><Relationship Id="rId68" Type="http://schemas.openxmlformats.org/officeDocument/2006/relationships/slideLayout" Target="../slideLayouts/slideLayout101.xml"/><Relationship Id="rId84" Type="http://schemas.openxmlformats.org/officeDocument/2006/relationships/slideLayout" Target="../slideLayouts/slideLayout117.xml"/><Relationship Id="rId89" Type="http://schemas.openxmlformats.org/officeDocument/2006/relationships/slideLayout" Target="../slideLayouts/slideLayout122.xml"/><Relationship Id="rId1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65.xml"/><Relationship Id="rId37" Type="http://schemas.openxmlformats.org/officeDocument/2006/relationships/slideLayout" Target="../slideLayouts/slideLayout70.xml"/><Relationship Id="rId53" Type="http://schemas.openxmlformats.org/officeDocument/2006/relationships/slideLayout" Target="../slideLayouts/slideLayout86.xml"/><Relationship Id="rId58" Type="http://schemas.openxmlformats.org/officeDocument/2006/relationships/slideLayout" Target="../slideLayouts/slideLayout91.xml"/><Relationship Id="rId74" Type="http://schemas.openxmlformats.org/officeDocument/2006/relationships/slideLayout" Target="../slideLayouts/slideLayout107.xml"/><Relationship Id="rId79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38.xml"/><Relationship Id="rId90" Type="http://schemas.openxmlformats.org/officeDocument/2006/relationships/slideLayout" Target="../slideLayouts/slideLayout123.xml"/><Relationship Id="rId95" Type="http://schemas.openxmlformats.org/officeDocument/2006/relationships/oleObject" Target="../embeddings/oleObject1.bin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43" Type="http://schemas.openxmlformats.org/officeDocument/2006/relationships/slideLayout" Target="../slideLayouts/slideLayout76.xml"/><Relationship Id="rId48" Type="http://schemas.openxmlformats.org/officeDocument/2006/relationships/slideLayout" Target="../slideLayouts/slideLayout81.xml"/><Relationship Id="rId64" Type="http://schemas.openxmlformats.org/officeDocument/2006/relationships/slideLayout" Target="../slideLayouts/slideLayout97.xml"/><Relationship Id="rId69" Type="http://schemas.openxmlformats.org/officeDocument/2006/relationships/slideLayout" Target="../slideLayouts/slideLayout102.xml"/><Relationship Id="rId80" Type="http://schemas.openxmlformats.org/officeDocument/2006/relationships/slideLayout" Target="../slideLayouts/slideLayout113.xml"/><Relationship Id="rId85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66.xml"/><Relationship Id="rId38" Type="http://schemas.openxmlformats.org/officeDocument/2006/relationships/slideLayout" Target="../slideLayouts/slideLayout71.xml"/><Relationship Id="rId46" Type="http://schemas.openxmlformats.org/officeDocument/2006/relationships/slideLayout" Target="../slideLayouts/slideLayout79.xml"/><Relationship Id="rId59" Type="http://schemas.openxmlformats.org/officeDocument/2006/relationships/slideLayout" Target="../slideLayouts/slideLayout92.xml"/><Relationship Id="rId67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74.xml"/><Relationship Id="rId54" Type="http://schemas.openxmlformats.org/officeDocument/2006/relationships/slideLayout" Target="../slideLayouts/slideLayout87.xml"/><Relationship Id="rId62" Type="http://schemas.openxmlformats.org/officeDocument/2006/relationships/slideLayout" Target="../slideLayouts/slideLayout95.xml"/><Relationship Id="rId70" Type="http://schemas.openxmlformats.org/officeDocument/2006/relationships/slideLayout" Target="../slideLayouts/slideLayout103.xml"/><Relationship Id="rId75" Type="http://schemas.openxmlformats.org/officeDocument/2006/relationships/slideLayout" Target="../slideLayouts/slideLayout108.xml"/><Relationship Id="rId83" Type="http://schemas.openxmlformats.org/officeDocument/2006/relationships/slideLayout" Target="../slideLayouts/slideLayout116.xml"/><Relationship Id="rId88" Type="http://schemas.openxmlformats.org/officeDocument/2006/relationships/slideLayout" Target="../slideLayouts/slideLayout121.xml"/><Relationship Id="rId91" Type="http://schemas.openxmlformats.org/officeDocument/2006/relationships/slideLayout" Target="../slideLayouts/slideLayout124.xml"/><Relationship Id="rId96" Type="http://schemas.openxmlformats.org/officeDocument/2006/relationships/image" Target="../media/image4.emf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69.xml"/><Relationship Id="rId49" Type="http://schemas.openxmlformats.org/officeDocument/2006/relationships/slideLayout" Target="../slideLayouts/slideLayout82.xml"/><Relationship Id="rId57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64.xml"/><Relationship Id="rId44" Type="http://schemas.openxmlformats.org/officeDocument/2006/relationships/slideLayout" Target="../slideLayouts/slideLayout77.xml"/><Relationship Id="rId52" Type="http://schemas.openxmlformats.org/officeDocument/2006/relationships/slideLayout" Target="../slideLayouts/slideLayout85.xml"/><Relationship Id="rId60" Type="http://schemas.openxmlformats.org/officeDocument/2006/relationships/slideLayout" Target="../slideLayouts/slideLayout93.xml"/><Relationship Id="rId65" Type="http://schemas.openxmlformats.org/officeDocument/2006/relationships/slideLayout" Target="../slideLayouts/slideLayout98.xml"/><Relationship Id="rId73" Type="http://schemas.openxmlformats.org/officeDocument/2006/relationships/slideLayout" Target="../slideLayouts/slideLayout106.xml"/><Relationship Id="rId78" Type="http://schemas.openxmlformats.org/officeDocument/2006/relationships/slideLayout" Target="../slideLayouts/slideLayout111.xml"/><Relationship Id="rId81" Type="http://schemas.openxmlformats.org/officeDocument/2006/relationships/slideLayout" Target="../slideLayouts/slideLayout114.xml"/><Relationship Id="rId86" Type="http://schemas.openxmlformats.org/officeDocument/2006/relationships/slideLayout" Target="../slideLayouts/slideLayout119.xml"/><Relationship Id="rId94" Type="http://schemas.openxmlformats.org/officeDocument/2006/relationships/tags" Target="../tags/tag11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39" Type="http://schemas.openxmlformats.org/officeDocument/2006/relationships/slideLayout" Target="../slideLayouts/slideLayout72.xml"/><Relationship Id="rId34" Type="http://schemas.openxmlformats.org/officeDocument/2006/relationships/slideLayout" Target="../slideLayouts/slideLayout67.xml"/><Relationship Id="rId50" Type="http://schemas.openxmlformats.org/officeDocument/2006/relationships/slideLayout" Target="../slideLayouts/slideLayout83.xml"/><Relationship Id="rId55" Type="http://schemas.openxmlformats.org/officeDocument/2006/relationships/slideLayout" Target="../slideLayouts/slideLayout88.xml"/><Relationship Id="rId76" Type="http://schemas.openxmlformats.org/officeDocument/2006/relationships/slideLayout" Target="../slideLayouts/slideLayout109.xml"/><Relationship Id="rId97" Type="http://schemas.openxmlformats.org/officeDocument/2006/relationships/image" Target="../media/image1.emf"/><Relationship Id="rId7" Type="http://schemas.openxmlformats.org/officeDocument/2006/relationships/slideLayout" Target="../slideLayouts/slideLayout40.xml"/><Relationship Id="rId71" Type="http://schemas.openxmlformats.org/officeDocument/2006/relationships/slideLayout" Target="../slideLayouts/slideLayout104.xml"/><Relationship Id="rId92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35.xml"/><Relationship Id="rId29" Type="http://schemas.openxmlformats.org/officeDocument/2006/relationships/slideLayout" Target="../slideLayouts/slideLayout62.xml"/><Relationship Id="rId24" Type="http://schemas.openxmlformats.org/officeDocument/2006/relationships/slideLayout" Target="../slideLayouts/slideLayout57.xml"/><Relationship Id="rId40" Type="http://schemas.openxmlformats.org/officeDocument/2006/relationships/slideLayout" Target="../slideLayouts/slideLayout73.xml"/><Relationship Id="rId45" Type="http://schemas.openxmlformats.org/officeDocument/2006/relationships/slideLayout" Target="../slideLayouts/slideLayout78.xml"/><Relationship Id="rId66" Type="http://schemas.openxmlformats.org/officeDocument/2006/relationships/slideLayout" Target="../slideLayouts/slideLayout99.xml"/><Relationship Id="rId87" Type="http://schemas.openxmlformats.org/officeDocument/2006/relationships/slideLayout" Target="../slideLayouts/slideLayout120.xml"/><Relationship Id="rId61" Type="http://schemas.openxmlformats.org/officeDocument/2006/relationships/slideLayout" Target="../slideLayouts/slideLayout94.xml"/><Relationship Id="rId82" Type="http://schemas.openxmlformats.org/officeDocument/2006/relationships/slideLayout" Target="../slideLayouts/slideLayout115.xml"/><Relationship Id="rId1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47.xml"/><Relationship Id="rId30" Type="http://schemas.openxmlformats.org/officeDocument/2006/relationships/slideLayout" Target="../slideLayouts/slideLayout63.xml"/><Relationship Id="rId35" Type="http://schemas.openxmlformats.org/officeDocument/2006/relationships/slideLayout" Target="../slideLayouts/slideLayout68.xml"/><Relationship Id="rId56" Type="http://schemas.openxmlformats.org/officeDocument/2006/relationships/slideLayout" Target="../slideLayouts/slideLayout89.xml"/><Relationship Id="rId77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41.xml"/><Relationship Id="rId51" Type="http://schemas.openxmlformats.org/officeDocument/2006/relationships/slideLayout" Target="../slideLayouts/slideLayout84.xml"/><Relationship Id="rId72" Type="http://schemas.openxmlformats.org/officeDocument/2006/relationships/slideLayout" Target="../slideLayouts/slideLayout105.xml"/><Relationship Id="rId9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0" y="1365252"/>
            <a:ext cx="11457939" cy="4654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1"/>
            <a:r>
              <a:rPr lang="en-US"/>
              <a:t>Click to 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462" y="160869"/>
            <a:ext cx="11435077" cy="67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6038" rIns="45720" bIns="46038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Aft>
                <a:spcPct val="0"/>
              </a:spcAft>
            </a:pPr>
            <a:r>
              <a:rPr lang="en-US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FE3E71B-E4E4-41CF-A614-6050F92BAF2C}"/>
              </a:ext>
            </a:extLst>
          </p:cNvPr>
          <p:cNvCxnSpPr>
            <a:cxnSpLocks/>
          </p:cNvCxnSpPr>
          <p:nvPr userDrawn="1"/>
        </p:nvCxnSpPr>
        <p:spPr>
          <a:xfrm>
            <a:off x="355601" y="846799"/>
            <a:ext cx="11459633" cy="0"/>
          </a:xfrm>
          <a:prstGeom prst="line">
            <a:avLst/>
          </a:prstGeom>
          <a:ln w="28575">
            <a:solidFill>
              <a:srgbClr val="BE2B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4EDB8E-F64E-4F88-A46E-E17F8C5ED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5797" y="6413121"/>
            <a:ext cx="6629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000" smtClean="0">
                <a:solidFill>
                  <a:srgbClr val="433F3F"/>
                </a:solidFill>
              </a:defRPr>
            </a:lvl1pPr>
          </a:lstStyle>
          <a:p>
            <a:fld id="{AF1AFCDA-ABCC-4704-AB71-48FDE4F2FA4C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2689524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4057" r:id="rId4"/>
    <p:sldLayoutId id="2147484058" r:id="rId5"/>
    <p:sldLayoutId id="2147484059" r:id="rId6"/>
  </p:sldLayoutIdLst>
  <p:hf hdr="0" ftr="0" dt="0"/>
  <p:txStyles>
    <p:titleStyle>
      <a:lvl1pPr algn="l" defTabSz="1218895" rtl="0" eaLnBrk="1" latinLnBrk="0" hangingPunct="1">
        <a:lnSpc>
          <a:spcPct val="90000"/>
        </a:lnSpc>
        <a:spcBef>
          <a:spcPct val="0"/>
        </a:spcBef>
        <a:buNone/>
        <a:defRPr lang="en-US"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24" indent="-304724" algn="l" defTabSz="1218895" rtl="0" eaLnBrk="1" latinLnBrk="0" hangingPunct="1">
        <a:lnSpc>
          <a:spcPct val="100000"/>
        </a:lnSpc>
        <a:spcBef>
          <a:spcPts val="160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•"/>
        <a:tabLst/>
        <a:defRPr lang="en-US" sz="2666" b="0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228600" indent="-228600" algn="l" defTabSz="1218895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rgbClr val="433F3F"/>
        </a:buClr>
        <a:buFont typeface="Arial" panose="020B0604020202020204" pitchFamily="34" charset="0"/>
        <a:buChar char="•"/>
        <a:defRPr lang="en-US" sz="2400" kern="1200" dirty="0">
          <a:solidFill>
            <a:srgbClr val="433F3F"/>
          </a:solidFill>
          <a:latin typeface="+mn-lt"/>
          <a:ea typeface="+mn-ea"/>
          <a:cs typeface="+mn-cs"/>
        </a:defRPr>
      </a:lvl2pPr>
      <a:lvl3pPr marL="457200" indent="-228600" algn="l" defTabSz="1218895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rgbClr val="433F3F"/>
        </a:buClr>
        <a:buFont typeface="Trebuchet MS" panose="020B0603020202020204" pitchFamily="34" charset="0"/>
        <a:buChar char="—"/>
        <a:tabLst/>
        <a:defRPr lang="en-US" sz="2000" kern="1200" dirty="0">
          <a:solidFill>
            <a:srgbClr val="433F3F"/>
          </a:solidFill>
          <a:latin typeface="+mn-lt"/>
          <a:ea typeface="+mn-ea"/>
          <a:cs typeface="+mn-cs"/>
        </a:defRPr>
      </a:lvl3pPr>
      <a:lvl4pPr marL="685800" indent="-228600" algn="l" defTabSz="1218895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rgbClr val="433F3F"/>
        </a:buClr>
        <a:buFont typeface="Wingdings" pitchFamily="2" charset="2"/>
        <a:buChar char="§"/>
        <a:tabLst/>
        <a:defRPr lang="en-US" sz="2000" kern="1200" dirty="0">
          <a:solidFill>
            <a:srgbClr val="433F3F"/>
          </a:solidFill>
          <a:latin typeface="+mn-lt"/>
          <a:ea typeface="+mn-ea"/>
          <a:cs typeface="+mn-cs"/>
        </a:defRPr>
      </a:lvl4pPr>
      <a:lvl5pPr marL="914400" indent="-228600" algn="l" defTabSz="1218895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rgbClr val="433F3F"/>
        </a:buClr>
        <a:buFont typeface="Courier New" panose="02070309020205020404" pitchFamily="49" charset="0"/>
        <a:buChar char="o"/>
        <a:tabLst/>
        <a:defRPr lang="en-US" sz="2000" kern="1200" dirty="0">
          <a:solidFill>
            <a:srgbClr val="433F3F"/>
          </a:solidFill>
          <a:latin typeface="+mn-lt"/>
          <a:ea typeface="+mn-ea"/>
          <a:cs typeface="+mn-cs"/>
        </a:defRPr>
      </a:lvl5pPr>
      <a:lvl6pPr marL="3351962" indent="-304724" algn="l" defTabSz="121889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409" indent="-304724" algn="l" defTabSz="121889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857" indent="-304724" algn="l" defTabSz="121889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5" indent="-304724" algn="l" defTabSz="121889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4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95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23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686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1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60">
          <p15:clr>
            <a:srgbClr val="F26B43"/>
          </p15:clr>
        </p15:guide>
        <p15:guide id="2" pos="224">
          <p15:clr>
            <a:srgbClr val="F26B43"/>
          </p15:clr>
        </p15:guide>
        <p15:guide id="3" pos="744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0" y="1365252"/>
            <a:ext cx="11457939" cy="4654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1"/>
            <a:r>
              <a:rPr lang="en-US"/>
              <a:t>Click to 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462" y="160869"/>
            <a:ext cx="11435077" cy="67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6038" rIns="45720" bIns="46038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Aft>
                <a:spcPct val="0"/>
              </a:spcAft>
            </a:pPr>
            <a:r>
              <a:rPr lang="en-US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FE3E71B-E4E4-41CF-A614-6050F92BAF2C}"/>
              </a:ext>
            </a:extLst>
          </p:cNvPr>
          <p:cNvCxnSpPr>
            <a:cxnSpLocks/>
          </p:cNvCxnSpPr>
          <p:nvPr userDrawn="1"/>
        </p:nvCxnSpPr>
        <p:spPr>
          <a:xfrm>
            <a:off x="355601" y="846799"/>
            <a:ext cx="11459633" cy="0"/>
          </a:xfrm>
          <a:prstGeom prst="line">
            <a:avLst/>
          </a:prstGeom>
          <a:ln w="28575">
            <a:solidFill>
              <a:srgbClr val="BE2B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4EDB8E-F64E-4F88-A46E-E17F8C5ED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5797" y="6413121"/>
            <a:ext cx="6629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000" smtClean="0">
                <a:solidFill>
                  <a:srgbClr val="433F3F"/>
                </a:solidFill>
              </a:defRPr>
            </a:lvl1pPr>
          </a:lstStyle>
          <a:p>
            <a:fld id="{AF1AFCDA-ABCC-4704-AB71-48FDE4F2FA4C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1894592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hf hdr="0" ftr="0" dt="0"/>
  <p:txStyles>
    <p:titleStyle>
      <a:lvl1pPr algn="l" defTabSz="1218895" rtl="0" eaLnBrk="1" latinLnBrk="0" hangingPunct="1">
        <a:lnSpc>
          <a:spcPct val="90000"/>
        </a:lnSpc>
        <a:spcBef>
          <a:spcPct val="0"/>
        </a:spcBef>
        <a:buNone/>
        <a:defRPr lang="en-US"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24" indent="-304724" algn="l" defTabSz="1218895" rtl="0" eaLnBrk="1" latinLnBrk="0" hangingPunct="1">
        <a:lnSpc>
          <a:spcPct val="100000"/>
        </a:lnSpc>
        <a:spcBef>
          <a:spcPts val="160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•"/>
        <a:tabLst/>
        <a:defRPr lang="en-US" sz="2666" b="0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228600" indent="-228600" algn="l" defTabSz="1218895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rgbClr val="433F3F"/>
        </a:buClr>
        <a:buFont typeface="Arial" panose="020B0604020202020204" pitchFamily="34" charset="0"/>
        <a:buChar char="•"/>
        <a:defRPr lang="en-US" sz="2400" kern="1200" dirty="0">
          <a:solidFill>
            <a:srgbClr val="433F3F"/>
          </a:solidFill>
          <a:latin typeface="+mn-lt"/>
          <a:ea typeface="+mn-ea"/>
          <a:cs typeface="+mn-cs"/>
        </a:defRPr>
      </a:lvl2pPr>
      <a:lvl3pPr marL="457200" indent="-228600" algn="l" defTabSz="1218895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rgbClr val="433F3F"/>
        </a:buClr>
        <a:buFont typeface="Trebuchet MS" panose="020B0603020202020204" pitchFamily="34" charset="0"/>
        <a:buChar char="—"/>
        <a:tabLst/>
        <a:defRPr lang="en-US" sz="2000" kern="1200" dirty="0">
          <a:solidFill>
            <a:srgbClr val="433F3F"/>
          </a:solidFill>
          <a:latin typeface="+mn-lt"/>
          <a:ea typeface="+mn-ea"/>
          <a:cs typeface="+mn-cs"/>
        </a:defRPr>
      </a:lvl3pPr>
      <a:lvl4pPr marL="685800" indent="-228600" algn="l" defTabSz="1218895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rgbClr val="433F3F"/>
        </a:buClr>
        <a:buFont typeface="Wingdings" pitchFamily="2" charset="2"/>
        <a:buChar char="§"/>
        <a:tabLst/>
        <a:defRPr lang="en-US" sz="2000" kern="1200" dirty="0">
          <a:solidFill>
            <a:srgbClr val="433F3F"/>
          </a:solidFill>
          <a:latin typeface="+mn-lt"/>
          <a:ea typeface="+mn-ea"/>
          <a:cs typeface="+mn-cs"/>
        </a:defRPr>
      </a:lvl4pPr>
      <a:lvl5pPr marL="914400" indent="-228600" algn="l" defTabSz="1218895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rgbClr val="433F3F"/>
        </a:buClr>
        <a:buFont typeface="Courier New" panose="02070309020205020404" pitchFamily="49" charset="0"/>
        <a:buChar char="o"/>
        <a:tabLst/>
        <a:defRPr lang="en-US" sz="2000" kern="1200" dirty="0">
          <a:solidFill>
            <a:srgbClr val="433F3F"/>
          </a:solidFill>
          <a:latin typeface="+mn-lt"/>
          <a:ea typeface="+mn-ea"/>
          <a:cs typeface="+mn-cs"/>
        </a:defRPr>
      </a:lvl5pPr>
      <a:lvl6pPr marL="3351962" indent="-304724" algn="l" defTabSz="121889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409" indent="-304724" algn="l" defTabSz="121889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857" indent="-304724" algn="l" defTabSz="121889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5" indent="-304724" algn="l" defTabSz="121889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4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95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23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686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1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60">
          <p15:clr>
            <a:srgbClr val="F26B43"/>
          </p15:clr>
        </p15:guide>
        <p15:guide id="2" pos="224">
          <p15:clr>
            <a:srgbClr val="F26B43"/>
          </p15:clr>
        </p15:guide>
        <p15:guide id="3" pos="744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0C88FF-867A-4400-B205-E69EFB35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48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E4FC5-C208-4061-8E32-8B795BC19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554480"/>
            <a:ext cx="11460480" cy="4572000"/>
          </a:xfrm>
          <a:prstGeom prst="rect">
            <a:avLst/>
          </a:prstGeom>
        </p:spPr>
        <p:txBody>
          <a:bodyPr vert="horz" lIns="0" tIns="0" rIns="0" bIns="0" spcCol="301752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B202EDA2-849C-5746-B520-4E5047A7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black">
          <a:xfrm>
            <a:off x="365760" y="6355080"/>
            <a:ext cx="11460480" cy="0"/>
          </a:xfrm>
          <a:prstGeom prst="line">
            <a:avLst/>
          </a:prstGeom>
          <a:ln w="63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pic>
        <p:nvPicPr>
          <p:cNvPr id="5" name="Bristol Myers Squibb" descr="Bristol Myers Squibb">
            <a:extLst>
              <a:ext uri="{FF2B5EF4-FFF2-40B4-BE49-F238E27FC236}">
                <a16:creationId xmlns:a16="http://schemas.microsoft.com/office/drawing/2014/main" id="{B7697988-37C6-7C4A-AA57-C36971D11EEC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 bwMode="black">
          <a:xfrm>
            <a:off x="258318" y="6355080"/>
            <a:ext cx="1627632" cy="410821"/>
          </a:xfrm>
          <a:prstGeom prst="rect">
            <a:avLst/>
          </a:prstGeom>
          <a:noFill/>
        </p:spPr>
      </p:pic>
      <p:cxnSp>
        <p:nvCxnSpPr>
          <p:cNvPr id="25" name="Line">
            <a:extLst>
              <a:ext uri="{FF2B5EF4-FFF2-40B4-BE49-F238E27FC236}">
                <a16:creationId xmlns:a16="http://schemas.microsoft.com/office/drawing/2014/main" id="{DA9532AD-0553-FF47-B676-11BE658B2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black">
          <a:xfrm>
            <a:off x="1874520" y="6458891"/>
            <a:ext cx="0" cy="228600"/>
          </a:xfrm>
          <a:prstGeom prst="line">
            <a:avLst/>
          </a:prstGeom>
          <a:ln w="63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9012A93-F35D-41B8-A960-2FAFDF3C4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8DE5F1-E0F9-4CCA-92B7-7A6FC4DFEE14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197C6B-F8FE-1C62-806C-3126472580F8}"/>
              </a:ext>
            </a:extLst>
          </p:cNvPr>
          <p:cNvSpPr txBox="1"/>
          <p:nvPr userDrawn="1"/>
        </p:nvSpPr>
        <p:spPr>
          <a:xfrm>
            <a:off x="2006220" y="6492240"/>
            <a:ext cx="5909481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None/>
            </a:pPr>
            <a:r>
              <a:rPr lang="en-US" sz="1000" b="0" err="1">
                <a:latin typeface="+mn-lt"/>
              </a:rPr>
              <a:t>CELMoDs</a:t>
            </a:r>
            <a:r>
              <a:rPr lang="en-US" sz="1000" b="0">
                <a:latin typeface="+mn-lt"/>
              </a:rPr>
              <a:t> Advisory Board Deck: Gulf Countries</a:t>
            </a:r>
            <a:endParaRPr lang="en-IN" sz="10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4716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22" r:id="rId16"/>
    <p:sldLayoutId id="2147483823" r:id="rId17"/>
    <p:sldLayoutId id="2147483904" r:id="rId18"/>
    <p:sldLayoutId id="2147483947" r:id="rId19"/>
    <p:sldLayoutId id="2147483948" r:id="rId20"/>
    <p:sldLayoutId id="2147483949" r:id="rId21"/>
    <p:sldLayoutId id="2147483954" r:id="rId22"/>
    <p:sldLayoutId id="2147483955" r:id="rId23"/>
    <p:sldLayoutId id="2147484056" r:id="rId24"/>
  </p:sldLayoutIdLst>
  <p:transition spd="slow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buFont typeface="Trebuchet MS" panose="020B0603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0">
          <p15:clr>
            <a:srgbClr val="F26B43"/>
          </p15:clr>
        </p15:guide>
        <p15:guide id="2" pos="230">
          <p15:clr>
            <a:srgbClr val="F26B43"/>
          </p15:clr>
        </p15:guide>
        <p15:guide id="3" pos="7450">
          <p15:clr>
            <a:srgbClr val="F26B43"/>
          </p15:clr>
        </p15:guide>
        <p15:guide id="5" orient="horz" pos="978">
          <p15:clr>
            <a:srgbClr val="F26B43"/>
          </p15:clr>
        </p15:guide>
        <p15:guide id="6" orient="horz" pos="38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8F549FAC-B673-44EF-9AD9-885F597C301E}"/>
              </a:ext>
            </a:extLst>
          </p:cNvPr>
          <p:cNvGraphicFramePr>
            <a:graphicFrameLocks noChangeAspect="1"/>
          </p:cNvGraphicFramePr>
          <p:nvPr>
            <p:custDataLst>
              <p:tags r:id="rId94"/>
            </p:custDataLst>
            <p:extLst>
              <p:ext uri="{D42A27DB-BD31-4B8C-83A1-F6EECF244321}">
                <p14:modId xmlns:p14="http://schemas.microsoft.com/office/powerpoint/2010/main" val="1813804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5" imgW="306" imgH="306" progId="TCLayout.ActiveDocument.1">
                  <p:embed/>
                </p:oleObj>
              </mc:Choice>
              <mc:Fallback>
                <p:oleObj name="think-cell Slide" r:id="rId95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8F549FAC-B673-44EF-9AD9-885F597C30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0C88FF-867A-4400-B205-E69EFB35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48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pic>
        <p:nvPicPr>
          <p:cNvPr id="5" name="Bristol Myers Squibb" descr="Bristol Myers Squibb">
            <a:extLst>
              <a:ext uri="{FF2B5EF4-FFF2-40B4-BE49-F238E27FC236}">
                <a16:creationId xmlns:a16="http://schemas.microsoft.com/office/drawing/2014/main" id="{B7697988-37C6-7C4A-AA57-C36971D11EEC}"/>
              </a:ext>
            </a:extLst>
          </p:cNvPr>
          <p:cNvPicPr>
            <a:picLocks noChangeAspect="1"/>
          </p:cNvPicPr>
          <p:nvPr/>
        </p:nvPicPr>
        <p:blipFill>
          <a:blip r:embed="rId9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258318" y="6355080"/>
            <a:ext cx="1627632" cy="410821"/>
          </a:xfrm>
          <a:prstGeom prst="rect">
            <a:avLst/>
          </a:prstGeom>
          <a:noFill/>
        </p:spPr>
      </p:pic>
      <p:sp>
        <p:nvSpPr>
          <p:cNvPr id="16" name="Disclaimer">
            <a:extLst>
              <a:ext uri="{FF2B5EF4-FFF2-40B4-BE49-F238E27FC236}">
                <a16:creationId xmlns:a16="http://schemas.microsoft.com/office/drawing/2014/main" id="{A785335B-16F9-6F4B-9AC7-614641E447A6}"/>
              </a:ext>
            </a:extLst>
          </p:cNvPr>
          <p:cNvSpPr txBox="1"/>
          <p:nvPr/>
        </p:nvSpPr>
        <p:spPr>
          <a:xfrm>
            <a:off x="8205216" y="6429375"/>
            <a:ext cx="3209544" cy="228600"/>
          </a:xfrm>
          <a:prstGeom prst="rect">
            <a:avLst/>
          </a:prstGeom>
          <a:noFill/>
        </p:spPr>
        <p:txBody>
          <a:bodyPr wrap="square" lIns="0" tIns="0" rIns="0" bIns="9144" rtlCol="0" anchor="b" anchorCtr="0">
            <a:noAutofit/>
          </a:bodyPr>
          <a:lstStyle/>
          <a:p>
            <a:pPr marL="0" indent="0" algn="r" rtl="0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/>
              <a:t>Highly Confidential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9012A93-F35D-41B8-A960-2FAFDF3C4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 rtl="0">
              <a:defRPr sz="1000" b="1"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DE47240-CA74-41FF-84EF-3B95097BF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554480"/>
            <a:ext cx="11460480" cy="4572000"/>
          </a:xfrm>
          <a:prstGeom prst="rect">
            <a:avLst/>
          </a:prstGeom>
        </p:spPr>
        <p:txBody>
          <a:bodyPr vert="horz" lIns="0" tIns="0" rIns="0" bIns="0" spcCol="301752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73CA65D3-8919-4E01-9C4C-9A010C792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black">
          <a:xfrm>
            <a:off x="1874520" y="6458891"/>
            <a:ext cx="0" cy="228600"/>
          </a:xfrm>
          <a:prstGeom prst="line">
            <a:avLst/>
          </a:prstGeom>
          <a:ln w="63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cxnSp>
        <p:nvCxnSpPr>
          <p:cNvPr id="15" name="Line">
            <a:extLst>
              <a:ext uri="{FF2B5EF4-FFF2-40B4-BE49-F238E27FC236}">
                <a16:creationId xmlns:a16="http://schemas.microsoft.com/office/drawing/2014/main" id="{6C0A698D-7812-473C-BCA8-CAD53FC54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black">
          <a:xfrm>
            <a:off x="1874520" y="6458891"/>
            <a:ext cx="0" cy="228600"/>
          </a:xfrm>
          <a:prstGeom prst="line">
            <a:avLst/>
          </a:prstGeom>
          <a:ln w="63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299636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  <p:sldLayoutId id="2147483968" r:id="rId12"/>
    <p:sldLayoutId id="2147483969" r:id="rId13"/>
    <p:sldLayoutId id="2147483970" r:id="rId14"/>
    <p:sldLayoutId id="2147483971" r:id="rId15"/>
    <p:sldLayoutId id="2147483972" r:id="rId16"/>
    <p:sldLayoutId id="2147483973" r:id="rId17"/>
    <p:sldLayoutId id="2147483974" r:id="rId18"/>
    <p:sldLayoutId id="2147483975" r:id="rId19"/>
    <p:sldLayoutId id="2147483976" r:id="rId20"/>
    <p:sldLayoutId id="2147483977" r:id="rId21"/>
    <p:sldLayoutId id="2147483978" r:id="rId22"/>
    <p:sldLayoutId id="2147483979" r:id="rId23"/>
    <p:sldLayoutId id="2147483980" r:id="rId24"/>
    <p:sldLayoutId id="2147483981" r:id="rId25"/>
    <p:sldLayoutId id="2147483982" r:id="rId26"/>
    <p:sldLayoutId id="2147483983" r:id="rId27"/>
    <p:sldLayoutId id="2147483984" r:id="rId28"/>
    <p:sldLayoutId id="2147483985" r:id="rId29"/>
    <p:sldLayoutId id="2147483986" r:id="rId30"/>
    <p:sldLayoutId id="2147483987" r:id="rId31"/>
    <p:sldLayoutId id="2147483988" r:id="rId32"/>
    <p:sldLayoutId id="2147483989" r:id="rId33"/>
    <p:sldLayoutId id="2147483990" r:id="rId34"/>
    <p:sldLayoutId id="2147483991" r:id="rId35"/>
    <p:sldLayoutId id="2147483992" r:id="rId36"/>
    <p:sldLayoutId id="2147483993" r:id="rId37"/>
    <p:sldLayoutId id="2147483994" r:id="rId38"/>
    <p:sldLayoutId id="2147483995" r:id="rId39"/>
    <p:sldLayoutId id="2147483996" r:id="rId40"/>
    <p:sldLayoutId id="2147483997" r:id="rId41"/>
    <p:sldLayoutId id="2147483998" r:id="rId42"/>
    <p:sldLayoutId id="2147483999" r:id="rId43"/>
    <p:sldLayoutId id="2147484000" r:id="rId44"/>
    <p:sldLayoutId id="2147484001" r:id="rId45"/>
    <p:sldLayoutId id="2147484002" r:id="rId46"/>
    <p:sldLayoutId id="2147484003" r:id="rId47"/>
    <p:sldLayoutId id="2147484004" r:id="rId48"/>
    <p:sldLayoutId id="2147484005" r:id="rId49"/>
    <p:sldLayoutId id="2147484006" r:id="rId50"/>
    <p:sldLayoutId id="2147484007" r:id="rId51"/>
    <p:sldLayoutId id="2147484008" r:id="rId52"/>
    <p:sldLayoutId id="2147484009" r:id="rId53"/>
    <p:sldLayoutId id="2147484010" r:id="rId54"/>
    <p:sldLayoutId id="2147484011" r:id="rId55"/>
    <p:sldLayoutId id="2147484012" r:id="rId56"/>
    <p:sldLayoutId id="2147484013" r:id="rId57"/>
    <p:sldLayoutId id="2147484014" r:id="rId58"/>
    <p:sldLayoutId id="2147484015" r:id="rId59"/>
    <p:sldLayoutId id="2147484016" r:id="rId60"/>
    <p:sldLayoutId id="2147484017" r:id="rId61"/>
    <p:sldLayoutId id="2147484018" r:id="rId62"/>
    <p:sldLayoutId id="2147484019" r:id="rId63"/>
    <p:sldLayoutId id="2147484020" r:id="rId64"/>
    <p:sldLayoutId id="2147484021" r:id="rId65"/>
    <p:sldLayoutId id="2147484022" r:id="rId66"/>
    <p:sldLayoutId id="2147484023" r:id="rId67"/>
    <p:sldLayoutId id="2147484024" r:id="rId68"/>
    <p:sldLayoutId id="2147484025" r:id="rId69"/>
    <p:sldLayoutId id="2147484026" r:id="rId70"/>
    <p:sldLayoutId id="2147484027" r:id="rId71"/>
    <p:sldLayoutId id="2147484028" r:id="rId72"/>
    <p:sldLayoutId id="2147484029" r:id="rId73"/>
    <p:sldLayoutId id="2147484030" r:id="rId74"/>
    <p:sldLayoutId id="2147484031" r:id="rId75"/>
    <p:sldLayoutId id="2147484032" r:id="rId76"/>
    <p:sldLayoutId id="2147484033" r:id="rId77"/>
    <p:sldLayoutId id="2147484034" r:id="rId78"/>
    <p:sldLayoutId id="2147484035" r:id="rId79"/>
    <p:sldLayoutId id="2147484036" r:id="rId80"/>
    <p:sldLayoutId id="2147484037" r:id="rId81"/>
    <p:sldLayoutId id="2147484038" r:id="rId82"/>
    <p:sldLayoutId id="2147484039" r:id="rId83"/>
    <p:sldLayoutId id="2147484040" r:id="rId84"/>
    <p:sldLayoutId id="2147484041" r:id="rId85"/>
    <p:sldLayoutId id="2147484042" r:id="rId86"/>
    <p:sldLayoutId id="2147484043" r:id="rId87"/>
    <p:sldLayoutId id="2147484044" r:id="rId88"/>
    <p:sldLayoutId id="2147484045" r:id="rId89"/>
    <p:sldLayoutId id="2147484046" r:id="rId90"/>
    <p:sldLayoutId id="2147484047" r:id="rId91"/>
    <p:sldLayoutId id="2147484048" r:id="rId9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buFont typeface="Trebuchet MS" panose="020B0603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0">
          <p15:clr>
            <a:srgbClr val="F26B43"/>
          </p15:clr>
        </p15:guide>
        <p15:guide id="2" pos="230">
          <p15:clr>
            <a:srgbClr val="F26B43"/>
          </p15:clr>
        </p15:guide>
        <p15:guide id="3" pos="7448">
          <p15:clr>
            <a:srgbClr val="F26B43"/>
          </p15:clr>
        </p15:guide>
        <p15:guide id="5" orient="horz" pos="978">
          <p15:clr>
            <a:srgbClr val="F26B43"/>
          </p15:clr>
        </p15:guide>
        <p15:guide id="6" orient="horz" pos="38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Relationship Id="rId9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9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9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9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9.e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1020F-8798-FA03-2E4C-65FB703DE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09B8E7-3259-C40E-738E-D431B6BC1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8881" y="2123203"/>
            <a:ext cx="5346195" cy="1373398"/>
          </a:xfrm>
        </p:spPr>
        <p:txBody>
          <a:bodyPr anchor="ctr"/>
          <a:lstStyle/>
          <a:p>
            <a:r>
              <a:rPr lang="en-US"/>
              <a:t>BMS </a:t>
            </a:r>
            <a:r>
              <a:rPr lang="en-US" err="1"/>
              <a:t>CELMoD</a:t>
            </a:r>
            <a:r>
              <a:rPr lang="en-US"/>
              <a:t> Advisory Board Meeting</a:t>
            </a:r>
            <a:br>
              <a:rPr lang="en-US"/>
            </a:br>
            <a:r>
              <a:rPr lang="en-US" sz="1800"/>
              <a:t>UAE</a:t>
            </a:r>
            <a:endParaRPr lang="en-AE" sz="1400" b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2A6CE9-9425-2101-C7F8-C9CB1A8F3505}"/>
              </a:ext>
            </a:extLst>
          </p:cNvPr>
          <p:cNvSpPr txBox="1"/>
          <p:nvPr/>
        </p:nvSpPr>
        <p:spPr>
          <a:xfrm>
            <a:off x="6637426" y="4636095"/>
            <a:ext cx="2500850" cy="5491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2000" b="0"/>
              <a:t>27 June 2026</a:t>
            </a:r>
            <a:endParaRPr lang="en-IN" sz="200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C417286-F3F4-0585-7401-EC0FA756D4A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37729" y="4710981"/>
            <a:ext cx="399393" cy="3993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A8371C-8765-FA1D-6CF8-A41D52A8A63D}"/>
              </a:ext>
            </a:extLst>
          </p:cNvPr>
          <p:cNvSpPr txBox="1"/>
          <p:nvPr/>
        </p:nvSpPr>
        <p:spPr>
          <a:xfrm>
            <a:off x="5201392" y="248194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endParaRPr 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20B2A-AFC3-B98B-650A-A4937388C763}"/>
              </a:ext>
            </a:extLst>
          </p:cNvPr>
          <p:cNvSpPr txBox="1"/>
          <p:nvPr/>
        </p:nvSpPr>
        <p:spPr>
          <a:xfrm>
            <a:off x="5165766" y="356259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endParaRPr lang="en-US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48D06-7388-9CFA-3005-53844514C164}"/>
              </a:ext>
            </a:extLst>
          </p:cNvPr>
          <p:cNvSpPr txBox="1"/>
          <p:nvPr/>
        </p:nvSpPr>
        <p:spPr>
          <a:xfrm>
            <a:off x="7754587" y="40376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endParaRPr lang="en-US" sz="20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2ED633-FE43-66EE-A3DA-709FBB9A8E01}"/>
              </a:ext>
            </a:extLst>
          </p:cNvPr>
          <p:cNvCxnSpPr>
            <a:cxnSpLocks/>
          </p:cNvCxnSpPr>
          <p:nvPr/>
        </p:nvCxnSpPr>
        <p:spPr>
          <a:xfrm>
            <a:off x="6431343" y="3859486"/>
            <a:ext cx="4719587" cy="0"/>
          </a:xfrm>
          <a:prstGeom prst="line">
            <a:avLst/>
          </a:prstGeom>
          <a:ln w="19050" cap="sq">
            <a:solidFill>
              <a:srgbClr val="A69F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" name="Title 5">
            <a:extLst>
              <a:ext uri="{FF2B5EF4-FFF2-40B4-BE49-F238E27FC236}">
                <a16:creationId xmlns:a16="http://schemas.microsoft.com/office/drawing/2014/main" id="{7B039840-8BCF-2CCE-6A5A-E30E63A70A9B}"/>
              </a:ext>
            </a:extLst>
          </p:cNvPr>
          <p:cNvSpPr txBox="1">
            <a:spLocks/>
          </p:cNvSpPr>
          <p:nvPr/>
        </p:nvSpPr>
        <p:spPr>
          <a:xfrm>
            <a:off x="6437729" y="4048098"/>
            <a:ext cx="5255111" cy="39938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0"/>
              <a:t>Virtual Advisory Board Meeting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D5205D-81DC-8BAD-A9E9-1AEB2E4E906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9743" y="989888"/>
            <a:ext cx="4472297" cy="372109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80582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E97EFE-EC91-EAD9-1A0C-E59381FD2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>
                <a:solidFill>
                  <a:srgbClr val="BE2BBB"/>
                </a:solidFill>
              </a:rPr>
              <a:t>Meeting agenda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0A9DF30-ABCE-0E72-0F4E-C936539E6117}"/>
              </a:ext>
            </a:extLst>
          </p:cNvPr>
          <p:cNvGrpSpPr/>
          <p:nvPr/>
        </p:nvGrpSpPr>
        <p:grpSpPr>
          <a:xfrm>
            <a:off x="10952235" y="4219510"/>
            <a:ext cx="235760" cy="560027"/>
            <a:chOff x="10377900" y="4435255"/>
            <a:chExt cx="201617" cy="528862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AEC456BC-97DD-4B5D-0BCC-167CB2810E40}"/>
                </a:ext>
              </a:extLst>
            </p:cNvPr>
            <p:cNvCxnSpPr/>
            <p:nvPr/>
          </p:nvCxnSpPr>
          <p:spPr>
            <a:xfrm>
              <a:off x="10478709" y="4435255"/>
              <a:ext cx="0" cy="327245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00813EA-D1A1-DA7A-3325-F2E67171F78B}"/>
                </a:ext>
              </a:extLst>
            </p:cNvPr>
            <p:cNvGrpSpPr/>
            <p:nvPr/>
          </p:nvGrpSpPr>
          <p:grpSpPr>
            <a:xfrm>
              <a:off x="10377900" y="4762500"/>
              <a:ext cx="201617" cy="201617"/>
              <a:chOff x="10377900" y="4762500"/>
              <a:chExt cx="201617" cy="201617"/>
            </a:xfrm>
          </p:grpSpPr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AF10759F-EDB3-B21D-12F5-DC0BA0639632}"/>
                  </a:ext>
                </a:extLst>
              </p:cNvPr>
              <p:cNvSpPr/>
              <p:nvPr/>
            </p:nvSpPr>
            <p:spPr>
              <a:xfrm>
                <a:off x="10377900" y="4762500"/>
                <a:ext cx="201617" cy="201617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E3A04EE-3DD9-98C8-E88C-FBD661777FC5}"/>
                  </a:ext>
                </a:extLst>
              </p:cNvPr>
              <p:cNvSpPr/>
              <p:nvPr/>
            </p:nvSpPr>
            <p:spPr>
              <a:xfrm>
                <a:off x="10413825" y="4798425"/>
                <a:ext cx="129767" cy="129767"/>
              </a:xfrm>
              <a:prstGeom prst="ellipse">
                <a:avLst/>
              </a:prstGeom>
              <a:solidFill>
                <a:srgbClr val="A69F9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BCD7658-D808-D3EA-01C5-FDE413BD9086}"/>
              </a:ext>
            </a:extLst>
          </p:cNvPr>
          <p:cNvGrpSpPr/>
          <p:nvPr/>
        </p:nvGrpSpPr>
        <p:grpSpPr>
          <a:xfrm>
            <a:off x="753721" y="4191508"/>
            <a:ext cx="235760" cy="616030"/>
            <a:chOff x="10376606" y="4435255"/>
            <a:chExt cx="201617" cy="528862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A94AD125-86CC-B353-0332-0004495F083D}"/>
                </a:ext>
              </a:extLst>
            </p:cNvPr>
            <p:cNvCxnSpPr/>
            <p:nvPr/>
          </p:nvCxnSpPr>
          <p:spPr>
            <a:xfrm>
              <a:off x="10478709" y="4435255"/>
              <a:ext cx="0" cy="327245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72723666-E357-7A31-C4E8-187D77A04008}"/>
                </a:ext>
              </a:extLst>
            </p:cNvPr>
            <p:cNvGrpSpPr/>
            <p:nvPr/>
          </p:nvGrpSpPr>
          <p:grpSpPr>
            <a:xfrm>
              <a:off x="10376606" y="4762500"/>
              <a:ext cx="201617" cy="201617"/>
              <a:chOff x="10376606" y="4762500"/>
              <a:chExt cx="201617" cy="201617"/>
            </a:xfrm>
          </p:grpSpPr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E2301045-BA00-D014-8674-1DFDD478E72D}"/>
                  </a:ext>
                </a:extLst>
              </p:cNvPr>
              <p:cNvSpPr/>
              <p:nvPr/>
            </p:nvSpPr>
            <p:spPr>
              <a:xfrm>
                <a:off x="10376606" y="4762500"/>
                <a:ext cx="201617" cy="201617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25928678-7EC7-B501-2D91-2DADCC4FDFD2}"/>
                  </a:ext>
                </a:extLst>
              </p:cNvPr>
              <p:cNvSpPr/>
              <p:nvPr/>
            </p:nvSpPr>
            <p:spPr>
              <a:xfrm>
                <a:off x="10413825" y="4798425"/>
                <a:ext cx="129767" cy="129767"/>
              </a:xfrm>
              <a:prstGeom prst="ellipse">
                <a:avLst/>
              </a:prstGeom>
              <a:solidFill>
                <a:srgbClr val="A69F9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F5AF15E-5237-5FD4-F0F2-F92739BFEE20}"/>
              </a:ext>
            </a:extLst>
          </p:cNvPr>
          <p:cNvGrpSpPr/>
          <p:nvPr/>
        </p:nvGrpSpPr>
        <p:grpSpPr>
          <a:xfrm>
            <a:off x="2029860" y="4191508"/>
            <a:ext cx="235760" cy="616030"/>
            <a:chOff x="10377900" y="4435255"/>
            <a:chExt cx="201617" cy="528862"/>
          </a:xfrm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06CEEAF-9774-18C8-7C75-AE75155DB02D}"/>
                </a:ext>
              </a:extLst>
            </p:cNvPr>
            <p:cNvCxnSpPr/>
            <p:nvPr/>
          </p:nvCxnSpPr>
          <p:spPr>
            <a:xfrm>
              <a:off x="10478709" y="4435255"/>
              <a:ext cx="0" cy="327245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9EA6EF3B-0BEE-378B-1DF6-B17468012584}"/>
                </a:ext>
              </a:extLst>
            </p:cNvPr>
            <p:cNvGrpSpPr/>
            <p:nvPr/>
          </p:nvGrpSpPr>
          <p:grpSpPr>
            <a:xfrm>
              <a:off x="10377900" y="4762500"/>
              <a:ext cx="201617" cy="201617"/>
              <a:chOff x="10377900" y="4762500"/>
              <a:chExt cx="201617" cy="201617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50AACD9E-5EDB-4342-9B12-EA6A2482331C}"/>
                  </a:ext>
                </a:extLst>
              </p:cNvPr>
              <p:cNvSpPr/>
              <p:nvPr/>
            </p:nvSpPr>
            <p:spPr>
              <a:xfrm>
                <a:off x="10377900" y="4762500"/>
                <a:ext cx="201617" cy="201617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BC792E9B-CCB9-4A35-99DC-73615FE4D934}"/>
                  </a:ext>
                </a:extLst>
              </p:cNvPr>
              <p:cNvSpPr/>
              <p:nvPr/>
            </p:nvSpPr>
            <p:spPr>
              <a:xfrm>
                <a:off x="10413825" y="4798425"/>
                <a:ext cx="129767" cy="129767"/>
              </a:xfrm>
              <a:prstGeom prst="ellipse">
                <a:avLst/>
              </a:prstGeom>
              <a:solidFill>
                <a:srgbClr val="BE2BB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4F8BF7-761F-1DDE-91E6-B2252E93C5BF}"/>
              </a:ext>
            </a:extLst>
          </p:cNvPr>
          <p:cNvGrpSpPr/>
          <p:nvPr/>
        </p:nvGrpSpPr>
        <p:grpSpPr>
          <a:xfrm>
            <a:off x="3304485" y="4191508"/>
            <a:ext cx="235760" cy="616030"/>
            <a:chOff x="10377900" y="4435255"/>
            <a:chExt cx="201617" cy="528862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7D79A1D-67DA-9145-C164-A25FEB690372}"/>
                </a:ext>
              </a:extLst>
            </p:cNvPr>
            <p:cNvCxnSpPr/>
            <p:nvPr/>
          </p:nvCxnSpPr>
          <p:spPr>
            <a:xfrm>
              <a:off x="10478709" y="4435255"/>
              <a:ext cx="0" cy="327245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D03F50DD-EF6D-625C-BE71-D3637C556320}"/>
                </a:ext>
              </a:extLst>
            </p:cNvPr>
            <p:cNvGrpSpPr/>
            <p:nvPr/>
          </p:nvGrpSpPr>
          <p:grpSpPr>
            <a:xfrm>
              <a:off x="10377900" y="4762500"/>
              <a:ext cx="201617" cy="201617"/>
              <a:chOff x="10377900" y="4762500"/>
              <a:chExt cx="201617" cy="201617"/>
            </a:xfrm>
          </p:grpSpPr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992FCD34-7C64-C2E1-9A3B-4B766E8BD661}"/>
                  </a:ext>
                </a:extLst>
              </p:cNvPr>
              <p:cNvSpPr/>
              <p:nvPr/>
            </p:nvSpPr>
            <p:spPr>
              <a:xfrm>
                <a:off x="10377900" y="4762500"/>
                <a:ext cx="201617" cy="201617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8EBB6936-372D-CF14-EC57-C3A12297794A}"/>
                  </a:ext>
                </a:extLst>
              </p:cNvPr>
              <p:cNvSpPr/>
              <p:nvPr/>
            </p:nvSpPr>
            <p:spPr>
              <a:xfrm>
                <a:off x="10413825" y="4798425"/>
                <a:ext cx="129767" cy="129767"/>
              </a:xfrm>
              <a:prstGeom prst="ellipse">
                <a:avLst/>
              </a:prstGeom>
              <a:solidFill>
                <a:srgbClr val="A69F9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9BF2259-31AA-76E0-04B7-46A56026276D}"/>
              </a:ext>
            </a:extLst>
          </p:cNvPr>
          <p:cNvGrpSpPr/>
          <p:nvPr/>
        </p:nvGrpSpPr>
        <p:grpSpPr>
          <a:xfrm>
            <a:off x="4529119" y="4638813"/>
            <a:ext cx="235759" cy="258333"/>
            <a:chOff x="10377900" y="4762500"/>
            <a:chExt cx="201617" cy="201617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2E16BDD2-70B2-2D47-20D3-B4CFE2A1973D}"/>
                </a:ext>
              </a:extLst>
            </p:cNvPr>
            <p:cNvSpPr/>
            <p:nvPr/>
          </p:nvSpPr>
          <p:spPr>
            <a:xfrm>
              <a:off x="10377900" y="4762500"/>
              <a:ext cx="201617" cy="201617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C47DA602-DED7-60D7-F48B-DA631DAF5D24}"/>
                </a:ext>
              </a:extLst>
            </p:cNvPr>
            <p:cNvSpPr/>
            <p:nvPr/>
          </p:nvSpPr>
          <p:spPr>
            <a:xfrm>
              <a:off x="10413825" y="4798425"/>
              <a:ext cx="129767" cy="129767"/>
            </a:xfrm>
            <a:prstGeom prst="ellipse">
              <a:avLst/>
            </a:prstGeom>
            <a:solidFill>
              <a:srgbClr val="A69F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3102AAE-F8F3-DBD1-59BB-005D8B160CC5}"/>
              </a:ext>
            </a:extLst>
          </p:cNvPr>
          <p:cNvGrpSpPr/>
          <p:nvPr/>
        </p:nvGrpSpPr>
        <p:grpSpPr>
          <a:xfrm>
            <a:off x="7128361" y="4184856"/>
            <a:ext cx="235760" cy="622681"/>
            <a:chOff x="10377900" y="4429545"/>
            <a:chExt cx="201617" cy="534572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93ED04D7-0FEA-7821-CAC4-9E21E239A0EF}"/>
                </a:ext>
              </a:extLst>
            </p:cNvPr>
            <p:cNvCxnSpPr/>
            <p:nvPr/>
          </p:nvCxnSpPr>
          <p:spPr>
            <a:xfrm>
              <a:off x="10487986" y="4429545"/>
              <a:ext cx="0" cy="327245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A1BFD2C8-2100-35F3-F274-B17834B0F084}"/>
                </a:ext>
              </a:extLst>
            </p:cNvPr>
            <p:cNvGrpSpPr/>
            <p:nvPr/>
          </p:nvGrpSpPr>
          <p:grpSpPr>
            <a:xfrm>
              <a:off x="10377900" y="4762500"/>
              <a:ext cx="201617" cy="201617"/>
              <a:chOff x="10377900" y="4762500"/>
              <a:chExt cx="201617" cy="201617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2EEAF77D-B405-D610-0540-067CDB0FB505}"/>
                  </a:ext>
                </a:extLst>
              </p:cNvPr>
              <p:cNvSpPr/>
              <p:nvPr/>
            </p:nvSpPr>
            <p:spPr>
              <a:xfrm>
                <a:off x="10377900" y="4762500"/>
                <a:ext cx="201617" cy="201617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3D5505C6-CDF7-DF1C-5275-69D85D662CF6}"/>
                  </a:ext>
                </a:extLst>
              </p:cNvPr>
              <p:cNvSpPr/>
              <p:nvPr/>
            </p:nvSpPr>
            <p:spPr>
              <a:xfrm>
                <a:off x="10413825" y="4798425"/>
                <a:ext cx="129767" cy="129767"/>
              </a:xfrm>
              <a:prstGeom prst="ellipse">
                <a:avLst/>
              </a:prstGeom>
              <a:solidFill>
                <a:srgbClr val="BE2BB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02D378-EEB9-6EEF-A50B-9B5E52E67CAB}"/>
              </a:ext>
            </a:extLst>
          </p:cNvPr>
          <p:cNvGrpSpPr/>
          <p:nvPr/>
        </p:nvGrpSpPr>
        <p:grpSpPr>
          <a:xfrm>
            <a:off x="8402987" y="4191508"/>
            <a:ext cx="235760" cy="616030"/>
            <a:chOff x="10377900" y="4435255"/>
            <a:chExt cx="201617" cy="528862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188FE2A4-C64E-AB36-1D00-EB424FE203EC}"/>
                </a:ext>
              </a:extLst>
            </p:cNvPr>
            <p:cNvCxnSpPr/>
            <p:nvPr/>
          </p:nvCxnSpPr>
          <p:spPr>
            <a:xfrm>
              <a:off x="10478709" y="4435255"/>
              <a:ext cx="0" cy="327245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8F01B538-4A54-60C9-CE42-C6F4EE833139}"/>
                </a:ext>
              </a:extLst>
            </p:cNvPr>
            <p:cNvGrpSpPr/>
            <p:nvPr/>
          </p:nvGrpSpPr>
          <p:grpSpPr>
            <a:xfrm>
              <a:off x="10377900" y="4762500"/>
              <a:ext cx="201617" cy="201617"/>
              <a:chOff x="10377900" y="4762500"/>
              <a:chExt cx="201617" cy="201617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2D66B39-2745-1630-1BEF-6A961006A80C}"/>
                  </a:ext>
                </a:extLst>
              </p:cNvPr>
              <p:cNvSpPr/>
              <p:nvPr/>
            </p:nvSpPr>
            <p:spPr>
              <a:xfrm>
                <a:off x="10377900" y="4762500"/>
                <a:ext cx="201617" cy="201617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BF7934A8-67FE-76E6-F2A6-F7A84D59B856}"/>
                  </a:ext>
                </a:extLst>
              </p:cNvPr>
              <p:cNvSpPr/>
              <p:nvPr/>
            </p:nvSpPr>
            <p:spPr>
              <a:xfrm>
                <a:off x="10413825" y="4798425"/>
                <a:ext cx="129767" cy="129767"/>
              </a:xfrm>
              <a:prstGeom prst="ellipse">
                <a:avLst/>
              </a:prstGeom>
              <a:solidFill>
                <a:srgbClr val="A69F9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35D344D-6252-F29E-610A-B01F76F3AA76}"/>
              </a:ext>
            </a:extLst>
          </p:cNvPr>
          <p:cNvGrpSpPr/>
          <p:nvPr/>
        </p:nvGrpSpPr>
        <p:grpSpPr>
          <a:xfrm>
            <a:off x="9677612" y="4191508"/>
            <a:ext cx="235760" cy="616030"/>
            <a:chOff x="10377900" y="4435255"/>
            <a:chExt cx="201617" cy="528862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5DD82C3-24DF-69CA-C1C8-66BD295A66B9}"/>
                </a:ext>
              </a:extLst>
            </p:cNvPr>
            <p:cNvCxnSpPr/>
            <p:nvPr/>
          </p:nvCxnSpPr>
          <p:spPr>
            <a:xfrm>
              <a:off x="10478709" y="4435255"/>
              <a:ext cx="0" cy="327245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04CA7403-CE00-69D9-F09C-4CF7A38578E0}"/>
                </a:ext>
              </a:extLst>
            </p:cNvPr>
            <p:cNvGrpSpPr/>
            <p:nvPr/>
          </p:nvGrpSpPr>
          <p:grpSpPr>
            <a:xfrm>
              <a:off x="10377900" y="4762500"/>
              <a:ext cx="201617" cy="201617"/>
              <a:chOff x="10377900" y="4762500"/>
              <a:chExt cx="201617" cy="201617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1056C0CD-DFB8-2CE0-E8AA-677677E7885D}"/>
                  </a:ext>
                </a:extLst>
              </p:cNvPr>
              <p:cNvSpPr/>
              <p:nvPr/>
            </p:nvSpPr>
            <p:spPr>
              <a:xfrm>
                <a:off x="10377900" y="4762500"/>
                <a:ext cx="201617" cy="201617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1A295D02-DCDA-7225-1568-CBC1C4626CD3}"/>
                  </a:ext>
                </a:extLst>
              </p:cNvPr>
              <p:cNvSpPr/>
              <p:nvPr/>
            </p:nvSpPr>
            <p:spPr>
              <a:xfrm>
                <a:off x="10413825" y="4798425"/>
                <a:ext cx="129767" cy="129767"/>
              </a:xfrm>
              <a:prstGeom prst="ellipse">
                <a:avLst/>
              </a:prstGeom>
              <a:solidFill>
                <a:srgbClr val="BE2BB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8EC443-D60A-034F-6339-9CFF85C8504D}"/>
              </a:ext>
            </a:extLst>
          </p:cNvPr>
          <p:cNvGrpSpPr/>
          <p:nvPr/>
        </p:nvGrpSpPr>
        <p:grpSpPr>
          <a:xfrm>
            <a:off x="6283811" y="2108041"/>
            <a:ext cx="4786303" cy="902178"/>
            <a:chOff x="6385559" y="2818731"/>
            <a:chExt cx="4093145" cy="704110"/>
          </a:xfrm>
        </p:grpSpPr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ACAE789-E075-BC1E-FBB5-97E44F501D2C}"/>
                </a:ext>
              </a:extLst>
            </p:cNvPr>
            <p:cNvSpPr/>
            <p:nvPr/>
          </p:nvSpPr>
          <p:spPr>
            <a:xfrm>
              <a:off x="6630104" y="2818731"/>
              <a:ext cx="3848600" cy="646960"/>
            </a:xfrm>
            <a:custGeom>
              <a:avLst/>
              <a:gdLst>
                <a:gd name="connsiteX0" fmla="*/ 0 w 3826933"/>
                <a:gd name="connsiteY0" fmla="*/ 90311 h 643467"/>
                <a:gd name="connsiteX1" fmla="*/ 3206044 w 3826933"/>
                <a:gd name="connsiteY1" fmla="*/ 0 h 643467"/>
                <a:gd name="connsiteX2" fmla="*/ 3826933 w 3826933"/>
                <a:gd name="connsiteY2" fmla="*/ 643467 h 643467"/>
                <a:gd name="connsiteX0" fmla="*/ 0 w 3845983"/>
                <a:gd name="connsiteY0" fmla="*/ 83961 h 643467"/>
                <a:gd name="connsiteX1" fmla="*/ 3225094 w 3845983"/>
                <a:gd name="connsiteY1" fmla="*/ 0 h 643467"/>
                <a:gd name="connsiteX2" fmla="*/ 3845983 w 3845983"/>
                <a:gd name="connsiteY2" fmla="*/ 643467 h 643467"/>
                <a:gd name="connsiteX0" fmla="*/ 0 w 3845983"/>
                <a:gd name="connsiteY0" fmla="*/ 83961 h 643467"/>
                <a:gd name="connsiteX1" fmla="*/ 3225094 w 3845983"/>
                <a:gd name="connsiteY1" fmla="*/ 0 h 643467"/>
                <a:gd name="connsiteX2" fmla="*/ 3845983 w 3845983"/>
                <a:gd name="connsiteY2" fmla="*/ 643467 h 643467"/>
                <a:gd name="connsiteX0" fmla="*/ 0 w 3845983"/>
                <a:gd name="connsiteY0" fmla="*/ 87454 h 646960"/>
                <a:gd name="connsiteX1" fmla="*/ 3225094 w 3845983"/>
                <a:gd name="connsiteY1" fmla="*/ 3493 h 646960"/>
                <a:gd name="connsiteX2" fmla="*/ 3845983 w 3845983"/>
                <a:gd name="connsiteY2" fmla="*/ 646960 h 646960"/>
                <a:gd name="connsiteX0" fmla="*/ 0 w 3845983"/>
                <a:gd name="connsiteY0" fmla="*/ 87454 h 646960"/>
                <a:gd name="connsiteX1" fmla="*/ 3225094 w 3845983"/>
                <a:gd name="connsiteY1" fmla="*/ 3493 h 646960"/>
                <a:gd name="connsiteX2" fmla="*/ 3845983 w 3845983"/>
                <a:gd name="connsiteY2" fmla="*/ 646960 h 646960"/>
                <a:gd name="connsiteX0" fmla="*/ 0 w 3847481"/>
                <a:gd name="connsiteY0" fmla="*/ 87454 h 646960"/>
                <a:gd name="connsiteX1" fmla="*/ 3225094 w 3847481"/>
                <a:gd name="connsiteY1" fmla="*/ 3493 h 646960"/>
                <a:gd name="connsiteX2" fmla="*/ 3845983 w 3847481"/>
                <a:gd name="connsiteY2" fmla="*/ 646960 h 646960"/>
                <a:gd name="connsiteX0" fmla="*/ 0 w 3848602"/>
                <a:gd name="connsiteY0" fmla="*/ 87454 h 646960"/>
                <a:gd name="connsiteX1" fmla="*/ 3225094 w 3848602"/>
                <a:gd name="connsiteY1" fmla="*/ 3493 h 646960"/>
                <a:gd name="connsiteX2" fmla="*/ 3845983 w 3848602"/>
                <a:gd name="connsiteY2" fmla="*/ 646960 h 646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48602" h="646960">
                  <a:moveTo>
                    <a:pt x="0" y="87454"/>
                  </a:moveTo>
                  <a:cubicBezTo>
                    <a:pt x="459081" y="427767"/>
                    <a:pt x="2321513" y="-44720"/>
                    <a:pt x="3225094" y="3493"/>
                  </a:cubicBezTo>
                  <a:cubicBezTo>
                    <a:pt x="3940057" y="78282"/>
                    <a:pt x="3842220" y="565821"/>
                    <a:pt x="3845983" y="646960"/>
                  </a:cubicBez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15EB5F3-D481-59C4-A430-B3C6B2105847}"/>
                </a:ext>
              </a:extLst>
            </p:cNvPr>
            <p:cNvSpPr/>
            <p:nvPr/>
          </p:nvSpPr>
          <p:spPr>
            <a:xfrm>
              <a:off x="6551840" y="2963335"/>
              <a:ext cx="2853345" cy="559506"/>
            </a:xfrm>
            <a:custGeom>
              <a:avLst/>
              <a:gdLst>
                <a:gd name="connsiteX0" fmla="*/ 0 w 3826933"/>
                <a:gd name="connsiteY0" fmla="*/ 90311 h 643467"/>
                <a:gd name="connsiteX1" fmla="*/ 3206044 w 3826933"/>
                <a:gd name="connsiteY1" fmla="*/ 0 h 643467"/>
                <a:gd name="connsiteX2" fmla="*/ 3826933 w 3826933"/>
                <a:gd name="connsiteY2" fmla="*/ 643467 h 643467"/>
                <a:gd name="connsiteX0" fmla="*/ 0 w 3845983"/>
                <a:gd name="connsiteY0" fmla="*/ 83961 h 643467"/>
                <a:gd name="connsiteX1" fmla="*/ 3225094 w 3845983"/>
                <a:gd name="connsiteY1" fmla="*/ 0 h 643467"/>
                <a:gd name="connsiteX2" fmla="*/ 3845983 w 3845983"/>
                <a:gd name="connsiteY2" fmla="*/ 643467 h 643467"/>
                <a:gd name="connsiteX0" fmla="*/ 0 w 3845983"/>
                <a:gd name="connsiteY0" fmla="*/ 83961 h 643467"/>
                <a:gd name="connsiteX1" fmla="*/ 3225094 w 3845983"/>
                <a:gd name="connsiteY1" fmla="*/ 0 h 643467"/>
                <a:gd name="connsiteX2" fmla="*/ 3845983 w 3845983"/>
                <a:gd name="connsiteY2" fmla="*/ 643467 h 643467"/>
                <a:gd name="connsiteX0" fmla="*/ 0 w 3845983"/>
                <a:gd name="connsiteY0" fmla="*/ 87454 h 646960"/>
                <a:gd name="connsiteX1" fmla="*/ 3225094 w 3845983"/>
                <a:gd name="connsiteY1" fmla="*/ 3493 h 646960"/>
                <a:gd name="connsiteX2" fmla="*/ 3845983 w 3845983"/>
                <a:gd name="connsiteY2" fmla="*/ 646960 h 646960"/>
                <a:gd name="connsiteX0" fmla="*/ 0 w 3845983"/>
                <a:gd name="connsiteY0" fmla="*/ 87454 h 646960"/>
                <a:gd name="connsiteX1" fmla="*/ 3225094 w 3845983"/>
                <a:gd name="connsiteY1" fmla="*/ 3493 h 646960"/>
                <a:gd name="connsiteX2" fmla="*/ 3845983 w 3845983"/>
                <a:gd name="connsiteY2" fmla="*/ 646960 h 646960"/>
                <a:gd name="connsiteX0" fmla="*/ 0 w 3847481"/>
                <a:gd name="connsiteY0" fmla="*/ 87454 h 646960"/>
                <a:gd name="connsiteX1" fmla="*/ 3225094 w 3847481"/>
                <a:gd name="connsiteY1" fmla="*/ 3493 h 646960"/>
                <a:gd name="connsiteX2" fmla="*/ 3845983 w 3847481"/>
                <a:gd name="connsiteY2" fmla="*/ 646960 h 646960"/>
                <a:gd name="connsiteX0" fmla="*/ 0 w 3848602"/>
                <a:gd name="connsiteY0" fmla="*/ 87454 h 646960"/>
                <a:gd name="connsiteX1" fmla="*/ 3225094 w 3848602"/>
                <a:gd name="connsiteY1" fmla="*/ 3493 h 646960"/>
                <a:gd name="connsiteX2" fmla="*/ 3845983 w 3848602"/>
                <a:gd name="connsiteY2" fmla="*/ 646960 h 646960"/>
                <a:gd name="connsiteX0" fmla="*/ 0 w 3858322"/>
                <a:gd name="connsiteY0" fmla="*/ 0 h 559506"/>
                <a:gd name="connsiteX1" fmla="*/ 3285200 w 3858322"/>
                <a:gd name="connsiteY1" fmla="*/ 112889 h 559506"/>
                <a:gd name="connsiteX2" fmla="*/ 3845983 w 3858322"/>
                <a:gd name="connsiteY2" fmla="*/ 559506 h 559506"/>
                <a:gd name="connsiteX0" fmla="*/ 0 w 3858322"/>
                <a:gd name="connsiteY0" fmla="*/ 0 h 559506"/>
                <a:gd name="connsiteX1" fmla="*/ 3285200 w 3858322"/>
                <a:gd name="connsiteY1" fmla="*/ 112889 h 559506"/>
                <a:gd name="connsiteX2" fmla="*/ 3845983 w 3858322"/>
                <a:gd name="connsiteY2" fmla="*/ 559506 h 559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58322" h="559506">
                  <a:moveTo>
                    <a:pt x="0" y="0"/>
                  </a:moveTo>
                  <a:cubicBezTo>
                    <a:pt x="459081" y="340313"/>
                    <a:pt x="2373032" y="32926"/>
                    <a:pt x="3285200" y="112889"/>
                  </a:cubicBezTo>
                  <a:cubicBezTo>
                    <a:pt x="4000163" y="187678"/>
                    <a:pt x="3842220" y="478367"/>
                    <a:pt x="3845983" y="559506"/>
                  </a:cubicBez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D593350-6399-0674-2DE0-721F3B870C6D}"/>
                </a:ext>
              </a:extLst>
            </p:cNvPr>
            <p:cNvSpPr/>
            <p:nvPr/>
          </p:nvSpPr>
          <p:spPr>
            <a:xfrm>
              <a:off x="6452779" y="2963334"/>
              <a:ext cx="1848184" cy="559506"/>
            </a:xfrm>
            <a:custGeom>
              <a:avLst/>
              <a:gdLst>
                <a:gd name="connsiteX0" fmla="*/ 0 w 3826933"/>
                <a:gd name="connsiteY0" fmla="*/ 90311 h 643467"/>
                <a:gd name="connsiteX1" fmla="*/ 3206044 w 3826933"/>
                <a:gd name="connsiteY1" fmla="*/ 0 h 643467"/>
                <a:gd name="connsiteX2" fmla="*/ 3826933 w 3826933"/>
                <a:gd name="connsiteY2" fmla="*/ 643467 h 643467"/>
                <a:gd name="connsiteX0" fmla="*/ 0 w 3845983"/>
                <a:gd name="connsiteY0" fmla="*/ 83961 h 643467"/>
                <a:gd name="connsiteX1" fmla="*/ 3225094 w 3845983"/>
                <a:gd name="connsiteY1" fmla="*/ 0 h 643467"/>
                <a:gd name="connsiteX2" fmla="*/ 3845983 w 3845983"/>
                <a:gd name="connsiteY2" fmla="*/ 643467 h 643467"/>
                <a:gd name="connsiteX0" fmla="*/ 0 w 3845983"/>
                <a:gd name="connsiteY0" fmla="*/ 83961 h 643467"/>
                <a:gd name="connsiteX1" fmla="*/ 3225094 w 3845983"/>
                <a:gd name="connsiteY1" fmla="*/ 0 h 643467"/>
                <a:gd name="connsiteX2" fmla="*/ 3845983 w 3845983"/>
                <a:gd name="connsiteY2" fmla="*/ 643467 h 643467"/>
                <a:gd name="connsiteX0" fmla="*/ 0 w 3845983"/>
                <a:gd name="connsiteY0" fmla="*/ 87454 h 646960"/>
                <a:gd name="connsiteX1" fmla="*/ 3225094 w 3845983"/>
                <a:gd name="connsiteY1" fmla="*/ 3493 h 646960"/>
                <a:gd name="connsiteX2" fmla="*/ 3845983 w 3845983"/>
                <a:gd name="connsiteY2" fmla="*/ 646960 h 646960"/>
                <a:gd name="connsiteX0" fmla="*/ 0 w 3845983"/>
                <a:gd name="connsiteY0" fmla="*/ 87454 h 646960"/>
                <a:gd name="connsiteX1" fmla="*/ 3225094 w 3845983"/>
                <a:gd name="connsiteY1" fmla="*/ 3493 h 646960"/>
                <a:gd name="connsiteX2" fmla="*/ 3845983 w 3845983"/>
                <a:gd name="connsiteY2" fmla="*/ 646960 h 646960"/>
                <a:gd name="connsiteX0" fmla="*/ 0 w 3847481"/>
                <a:gd name="connsiteY0" fmla="*/ 87454 h 646960"/>
                <a:gd name="connsiteX1" fmla="*/ 3225094 w 3847481"/>
                <a:gd name="connsiteY1" fmla="*/ 3493 h 646960"/>
                <a:gd name="connsiteX2" fmla="*/ 3845983 w 3847481"/>
                <a:gd name="connsiteY2" fmla="*/ 646960 h 646960"/>
                <a:gd name="connsiteX0" fmla="*/ 0 w 3848602"/>
                <a:gd name="connsiteY0" fmla="*/ 87454 h 646960"/>
                <a:gd name="connsiteX1" fmla="*/ 3225094 w 3848602"/>
                <a:gd name="connsiteY1" fmla="*/ 3493 h 646960"/>
                <a:gd name="connsiteX2" fmla="*/ 3845983 w 3848602"/>
                <a:gd name="connsiteY2" fmla="*/ 646960 h 646960"/>
                <a:gd name="connsiteX0" fmla="*/ 0 w 3858322"/>
                <a:gd name="connsiteY0" fmla="*/ 0 h 559506"/>
                <a:gd name="connsiteX1" fmla="*/ 3285200 w 3858322"/>
                <a:gd name="connsiteY1" fmla="*/ 112889 h 559506"/>
                <a:gd name="connsiteX2" fmla="*/ 3845983 w 3858322"/>
                <a:gd name="connsiteY2" fmla="*/ 559506 h 559506"/>
                <a:gd name="connsiteX0" fmla="*/ 0 w 3858322"/>
                <a:gd name="connsiteY0" fmla="*/ 0 h 559506"/>
                <a:gd name="connsiteX1" fmla="*/ 3285200 w 3858322"/>
                <a:gd name="connsiteY1" fmla="*/ 112889 h 559506"/>
                <a:gd name="connsiteX2" fmla="*/ 3845983 w 3858322"/>
                <a:gd name="connsiteY2" fmla="*/ 559506 h 559506"/>
                <a:gd name="connsiteX0" fmla="*/ 0 w 3855111"/>
                <a:gd name="connsiteY0" fmla="*/ 0 h 559506"/>
                <a:gd name="connsiteX1" fmla="*/ 3269333 w 3855111"/>
                <a:gd name="connsiteY1" fmla="*/ 234809 h 559506"/>
                <a:gd name="connsiteX2" fmla="*/ 3845983 w 3855111"/>
                <a:gd name="connsiteY2" fmla="*/ 559506 h 559506"/>
                <a:gd name="connsiteX0" fmla="*/ 0 w 3855111"/>
                <a:gd name="connsiteY0" fmla="*/ 0 h 559506"/>
                <a:gd name="connsiteX1" fmla="*/ 3269333 w 3855111"/>
                <a:gd name="connsiteY1" fmla="*/ 234809 h 559506"/>
                <a:gd name="connsiteX2" fmla="*/ 3845983 w 3855111"/>
                <a:gd name="connsiteY2" fmla="*/ 559506 h 559506"/>
                <a:gd name="connsiteX0" fmla="*/ 0 w 3852358"/>
                <a:gd name="connsiteY0" fmla="*/ 0 h 559506"/>
                <a:gd name="connsiteX1" fmla="*/ 3253466 w 3852358"/>
                <a:gd name="connsiteY1" fmla="*/ 234809 h 559506"/>
                <a:gd name="connsiteX2" fmla="*/ 3845983 w 3852358"/>
                <a:gd name="connsiteY2" fmla="*/ 559506 h 559506"/>
                <a:gd name="connsiteX0" fmla="*/ 0 w 3848258"/>
                <a:gd name="connsiteY0" fmla="*/ 0 h 559506"/>
                <a:gd name="connsiteX1" fmla="*/ 3221734 w 3848258"/>
                <a:gd name="connsiteY1" fmla="*/ 250049 h 559506"/>
                <a:gd name="connsiteX2" fmla="*/ 3845983 w 3848258"/>
                <a:gd name="connsiteY2" fmla="*/ 559506 h 559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48258" h="559506">
                  <a:moveTo>
                    <a:pt x="0" y="0"/>
                  </a:moveTo>
                  <a:cubicBezTo>
                    <a:pt x="459081" y="340313"/>
                    <a:pt x="2309566" y="170086"/>
                    <a:pt x="3221734" y="250049"/>
                  </a:cubicBezTo>
                  <a:cubicBezTo>
                    <a:pt x="3936697" y="324838"/>
                    <a:pt x="3842220" y="478367"/>
                    <a:pt x="3845983" y="559506"/>
                  </a:cubicBez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F94C0388-B30E-6472-E206-5954370447F2}"/>
                </a:ext>
              </a:extLst>
            </p:cNvPr>
            <p:cNvSpPr/>
            <p:nvPr/>
          </p:nvSpPr>
          <p:spPr>
            <a:xfrm>
              <a:off x="6385559" y="3011822"/>
              <a:ext cx="822789" cy="511017"/>
            </a:xfrm>
            <a:custGeom>
              <a:avLst/>
              <a:gdLst>
                <a:gd name="connsiteX0" fmla="*/ 0 w 3826933"/>
                <a:gd name="connsiteY0" fmla="*/ 90311 h 643467"/>
                <a:gd name="connsiteX1" fmla="*/ 3206044 w 3826933"/>
                <a:gd name="connsiteY1" fmla="*/ 0 h 643467"/>
                <a:gd name="connsiteX2" fmla="*/ 3826933 w 3826933"/>
                <a:gd name="connsiteY2" fmla="*/ 643467 h 643467"/>
                <a:gd name="connsiteX0" fmla="*/ 0 w 3845983"/>
                <a:gd name="connsiteY0" fmla="*/ 83961 h 643467"/>
                <a:gd name="connsiteX1" fmla="*/ 3225094 w 3845983"/>
                <a:gd name="connsiteY1" fmla="*/ 0 h 643467"/>
                <a:gd name="connsiteX2" fmla="*/ 3845983 w 3845983"/>
                <a:gd name="connsiteY2" fmla="*/ 643467 h 643467"/>
                <a:gd name="connsiteX0" fmla="*/ 0 w 3845983"/>
                <a:gd name="connsiteY0" fmla="*/ 83961 h 643467"/>
                <a:gd name="connsiteX1" fmla="*/ 3225094 w 3845983"/>
                <a:gd name="connsiteY1" fmla="*/ 0 h 643467"/>
                <a:gd name="connsiteX2" fmla="*/ 3845983 w 3845983"/>
                <a:gd name="connsiteY2" fmla="*/ 643467 h 643467"/>
                <a:gd name="connsiteX0" fmla="*/ 0 w 3845983"/>
                <a:gd name="connsiteY0" fmla="*/ 87454 h 646960"/>
                <a:gd name="connsiteX1" fmla="*/ 3225094 w 3845983"/>
                <a:gd name="connsiteY1" fmla="*/ 3493 h 646960"/>
                <a:gd name="connsiteX2" fmla="*/ 3845983 w 3845983"/>
                <a:gd name="connsiteY2" fmla="*/ 646960 h 646960"/>
                <a:gd name="connsiteX0" fmla="*/ 0 w 3845983"/>
                <a:gd name="connsiteY0" fmla="*/ 87454 h 646960"/>
                <a:gd name="connsiteX1" fmla="*/ 3225094 w 3845983"/>
                <a:gd name="connsiteY1" fmla="*/ 3493 h 646960"/>
                <a:gd name="connsiteX2" fmla="*/ 3845983 w 3845983"/>
                <a:gd name="connsiteY2" fmla="*/ 646960 h 646960"/>
                <a:gd name="connsiteX0" fmla="*/ 0 w 3847481"/>
                <a:gd name="connsiteY0" fmla="*/ 87454 h 646960"/>
                <a:gd name="connsiteX1" fmla="*/ 3225094 w 3847481"/>
                <a:gd name="connsiteY1" fmla="*/ 3493 h 646960"/>
                <a:gd name="connsiteX2" fmla="*/ 3845983 w 3847481"/>
                <a:gd name="connsiteY2" fmla="*/ 646960 h 646960"/>
                <a:gd name="connsiteX0" fmla="*/ 0 w 3848602"/>
                <a:gd name="connsiteY0" fmla="*/ 87454 h 646960"/>
                <a:gd name="connsiteX1" fmla="*/ 3225094 w 3848602"/>
                <a:gd name="connsiteY1" fmla="*/ 3493 h 646960"/>
                <a:gd name="connsiteX2" fmla="*/ 3845983 w 3848602"/>
                <a:gd name="connsiteY2" fmla="*/ 646960 h 646960"/>
                <a:gd name="connsiteX0" fmla="*/ 0 w 3858322"/>
                <a:gd name="connsiteY0" fmla="*/ 0 h 559506"/>
                <a:gd name="connsiteX1" fmla="*/ 3285200 w 3858322"/>
                <a:gd name="connsiteY1" fmla="*/ 112889 h 559506"/>
                <a:gd name="connsiteX2" fmla="*/ 3845983 w 3858322"/>
                <a:gd name="connsiteY2" fmla="*/ 559506 h 559506"/>
                <a:gd name="connsiteX0" fmla="*/ 0 w 3858322"/>
                <a:gd name="connsiteY0" fmla="*/ 0 h 559506"/>
                <a:gd name="connsiteX1" fmla="*/ 3285200 w 3858322"/>
                <a:gd name="connsiteY1" fmla="*/ 112889 h 559506"/>
                <a:gd name="connsiteX2" fmla="*/ 3845983 w 3858322"/>
                <a:gd name="connsiteY2" fmla="*/ 559506 h 559506"/>
                <a:gd name="connsiteX0" fmla="*/ 0 w 3855111"/>
                <a:gd name="connsiteY0" fmla="*/ 0 h 559506"/>
                <a:gd name="connsiteX1" fmla="*/ 3269333 w 3855111"/>
                <a:gd name="connsiteY1" fmla="*/ 234809 h 559506"/>
                <a:gd name="connsiteX2" fmla="*/ 3845983 w 3855111"/>
                <a:gd name="connsiteY2" fmla="*/ 559506 h 559506"/>
                <a:gd name="connsiteX0" fmla="*/ 0 w 3855111"/>
                <a:gd name="connsiteY0" fmla="*/ 0 h 559506"/>
                <a:gd name="connsiteX1" fmla="*/ 3269333 w 3855111"/>
                <a:gd name="connsiteY1" fmla="*/ 234809 h 559506"/>
                <a:gd name="connsiteX2" fmla="*/ 3845983 w 3855111"/>
                <a:gd name="connsiteY2" fmla="*/ 559506 h 559506"/>
                <a:gd name="connsiteX0" fmla="*/ 0 w 3852358"/>
                <a:gd name="connsiteY0" fmla="*/ 0 h 559506"/>
                <a:gd name="connsiteX1" fmla="*/ 3253466 w 3852358"/>
                <a:gd name="connsiteY1" fmla="*/ 234809 h 559506"/>
                <a:gd name="connsiteX2" fmla="*/ 3845983 w 3852358"/>
                <a:gd name="connsiteY2" fmla="*/ 559506 h 559506"/>
                <a:gd name="connsiteX0" fmla="*/ 0 w 3848258"/>
                <a:gd name="connsiteY0" fmla="*/ 0 h 559506"/>
                <a:gd name="connsiteX1" fmla="*/ 3221734 w 3848258"/>
                <a:gd name="connsiteY1" fmla="*/ 250049 h 559506"/>
                <a:gd name="connsiteX2" fmla="*/ 3845983 w 3848258"/>
                <a:gd name="connsiteY2" fmla="*/ 559506 h 559506"/>
                <a:gd name="connsiteX0" fmla="*/ 0 w 3845981"/>
                <a:gd name="connsiteY0" fmla="*/ 0 h 559506"/>
                <a:gd name="connsiteX1" fmla="*/ 3186101 w 3845981"/>
                <a:gd name="connsiteY1" fmla="*/ 291764 h 559506"/>
                <a:gd name="connsiteX2" fmla="*/ 3845983 w 3845981"/>
                <a:gd name="connsiteY2" fmla="*/ 559506 h 559506"/>
                <a:gd name="connsiteX0" fmla="*/ 0 w 3845981"/>
                <a:gd name="connsiteY0" fmla="*/ 0 h 559506"/>
                <a:gd name="connsiteX1" fmla="*/ 3186101 w 3845981"/>
                <a:gd name="connsiteY1" fmla="*/ 291764 h 559506"/>
                <a:gd name="connsiteX2" fmla="*/ 3845983 w 3845981"/>
                <a:gd name="connsiteY2" fmla="*/ 559506 h 559506"/>
                <a:gd name="connsiteX0" fmla="*/ 0 w 3845981"/>
                <a:gd name="connsiteY0" fmla="*/ 0 h 559506"/>
                <a:gd name="connsiteX1" fmla="*/ 3186101 w 3845981"/>
                <a:gd name="connsiteY1" fmla="*/ 291764 h 559506"/>
                <a:gd name="connsiteX2" fmla="*/ 3845983 w 3845981"/>
                <a:gd name="connsiteY2" fmla="*/ 559506 h 559506"/>
                <a:gd name="connsiteX0" fmla="*/ 0 w 3845981"/>
                <a:gd name="connsiteY0" fmla="*/ 0 h 559506"/>
                <a:gd name="connsiteX1" fmla="*/ 3186101 w 3845981"/>
                <a:gd name="connsiteY1" fmla="*/ 291764 h 559506"/>
                <a:gd name="connsiteX2" fmla="*/ 3845983 w 3845981"/>
                <a:gd name="connsiteY2" fmla="*/ 559506 h 559506"/>
                <a:gd name="connsiteX0" fmla="*/ 0 w 3864438"/>
                <a:gd name="connsiteY0" fmla="*/ 0 h 559506"/>
                <a:gd name="connsiteX1" fmla="*/ 3186101 w 3864438"/>
                <a:gd name="connsiteY1" fmla="*/ 291764 h 559506"/>
                <a:gd name="connsiteX2" fmla="*/ 3845983 w 3864438"/>
                <a:gd name="connsiteY2" fmla="*/ 559506 h 559506"/>
                <a:gd name="connsiteX0" fmla="*/ 0 w 3849180"/>
                <a:gd name="connsiteY0" fmla="*/ 0 h 559506"/>
                <a:gd name="connsiteX1" fmla="*/ 3097021 w 3849180"/>
                <a:gd name="connsiteY1" fmla="*/ 299586 h 559506"/>
                <a:gd name="connsiteX2" fmla="*/ 3845983 w 3849180"/>
                <a:gd name="connsiteY2" fmla="*/ 559506 h 559506"/>
                <a:gd name="connsiteX0" fmla="*/ 0 w 3849180"/>
                <a:gd name="connsiteY0" fmla="*/ 0 h 559506"/>
                <a:gd name="connsiteX1" fmla="*/ 3097021 w 3849180"/>
                <a:gd name="connsiteY1" fmla="*/ 299586 h 559506"/>
                <a:gd name="connsiteX2" fmla="*/ 3845983 w 3849180"/>
                <a:gd name="connsiteY2" fmla="*/ 559506 h 559506"/>
                <a:gd name="connsiteX0" fmla="*/ 0 w 3851859"/>
                <a:gd name="connsiteY0" fmla="*/ 0 h 559506"/>
                <a:gd name="connsiteX1" fmla="*/ 3119294 w 3851859"/>
                <a:gd name="connsiteY1" fmla="*/ 289158 h 559506"/>
                <a:gd name="connsiteX2" fmla="*/ 3845983 w 3851859"/>
                <a:gd name="connsiteY2" fmla="*/ 559506 h 559506"/>
                <a:gd name="connsiteX0" fmla="*/ 0 w 3847459"/>
                <a:gd name="connsiteY0" fmla="*/ 0 h 559506"/>
                <a:gd name="connsiteX1" fmla="*/ 3119294 w 3847459"/>
                <a:gd name="connsiteY1" fmla="*/ 289158 h 559506"/>
                <a:gd name="connsiteX2" fmla="*/ 3845983 w 3847459"/>
                <a:gd name="connsiteY2" fmla="*/ 559506 h 559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47459" h="559506">
                  <a:moveTo>
                    <a:pt x="0" y="0"/>
                  </a:moveTo>
                  <a:cubicBezTo>
                    <a:pt x="779771" y="265225"/>
                    <a:pt x="2037872" y="242044"/>
                    <a:pt x="3119294" y="289158"/>
                  </a:cubicBezTo>
                  <a:cubicBezTo>
                    <a:pt x="3934472" y="369162"/>
                    <a:pt x="3842220" y="478367"/>
                    <a:pt x="3845983" y="559506"/>
                  </a:cubicBez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DCF4372-D1BF-36F4-9D0D-1B0512B7550D}"/>
              </a:ext>
            </a:extLst>
          </p:cNvPr>
          <p:cNvGrpSpPr/>
          <p:nvPr/>
        </p:nvGrpSpPr>
        <p:grpSpPr>
          <a:xfrm flipH="1">
            <a:off x="873115" y="2108042"/>
            <a:ext cx="4786307" cy="902179"/>
            <a:chOff x="6385559" y="2818729"/>
            <a:chExt cx="4093150" cy="704110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EE2A7296-6530-E6D5-F344-F26768877DC3}"/>
                </a:ext>
              </a:extLst>
            </p:cNvPr>
            <p:cNvSpPr/>
            <p:nvPr/>
          </p:nvSpPr>
          <p:spPr>
            <a:xfrm>
              <a:off x="6630107" y="2818729"/>
              <a:ext cx="3848602" cy="646960"/>
            </a:xfrm>
            <a:custGeom>
              <a:avLst/>
              <a:gdLst>
                <a:gd name="connsiteX0" fmla="*/ 0 w 3826933"/>
                <a:gd name="connsiteY0" fmla="*/ 90311 h 643467"/>
                <a:gd name="connsiteX1" fmla="*/ 3206044 w 3826933"/>
                <a:gd name="connsiteY1" fmla="*/ 0 h 643467"/>
                <a:gd name="connsiteX2" fmla="*/ 3826933 w 3826933"/>
                <a:gd name="connsiteY2" fmla="*/ 643467 h 643467"/>
                <a:gd name="connsiteX0" fmla="*/ 0 w 3845983"/>
                <a:gd name="connsiteY0" fmla="*/ 83961 h 643467"/>
                <a:gd name="connsiteX1" fmla="*/ 3225094 w 3845983"/>
                <a:gd name="connsiteY1" fmla="*/ 0 h 643467"/>
                <a:gd name="connsiteX2" fmla="*/ 3845983 w 3845983"/>
                <a:gd name="connsiteY2" fmla="*/ 643467 h 643467"/>
                <a:gd name="connsiteX0" fmla="*/ 0 w 3845983"/>
                <a:gd name="connsiteY0" fmla="*/ 83961 h 643467"/>
                <a:gd name="connsiteX1" fmla="*/ 3225094 w 3845983"/>
                <a:gd name="connsiteY1" fmla="*/ 0 h 643467"/>
                <a:gd name="connsiteX2" fmla="*/ 3845983 w 3845983"/>
                <a:gd name="connsiteY2" fmla="*/ 643467 h 643467"/>
                <a:gd name="connsiteX0" fmla="*/ 0 w 3845983"/>
                <a:gd name="connsiteY0" fmla="*/ 87454 h 646960"/>
                <a:gd name="connsiteX1" fmla="*/ 3225094 w 3845983"/>
                <a:gd name="connsiteY1" fmla="*/ 3493 h 646960"/>
                <a:gd name="connsiteX2" fmla="*/ 3845983 w 3845983"/>
                <a:gd name="connsiteY2" fmla="*/ 646960 h 646960"/>
                <a:gd name="connsiteX0" fmla="*/ 0 w 3845983"/>
                <a:gd name="connsiteY0" fmla="*/ 87454 h 646960"/>
                <a:gd name="connsiteX1" fmla="*/ 3225094 w 3845983"/>
                <a:gd name="connsiteY1" fmla="*/ 3493 h 646960"/>
                <a:gd name="connsiteX2" fmla="*/ 3845983 w 3845983"/>
                <a:gd name="connsiteY2" fmla="*/ 646960 h 646960"/>
                <a:gd name="connsiteX0" fmla="*/ 0 w 3847481"/>
                <a:gd name="connsiteY0" fmla="*/ 87454 h 646960"/>
                <a:gd name="connsiteX1" fmla="*/ 3225094 w 3847481"/>
                <a:gd name="connsiteY1" fmla="*/ 3493 h 646960"/>
                <a:gd name="connsiteX2" fmla="*/ 3845983 w 3847481"/>
                <a:gd name="connsiteY2" fmla="*/ 646960 h 646960"/>
                <a:gd name="connsiteX0" fmla="*/ 0 w 3848602"/>
                <a:gd name="connsiteY0" fmla="*/ 87454 h 646960"/>
                <a:gd name="connsiteX1" fmla="*/ 3225094 w 3848602"/>
                <a:gd name="connsiteY1" fmla="*/ 3493 h 646960"/>
                <a:gd name="connsiteX2" fmla="*/ 3845983 w 3848602"/>
                <a:gd name="connsiteY2" fmla="*/ 646960 h 646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48602" h="646960">
                  <a:moveTo>
                    <a:pt x="0" y="87454"/>
                  </a:moveTo>
                  <a:cubicBezTo>
                    <a:pt x="459081" y="427767"/>
                    <a:pt x="2321513" y="-44720"/>
                    <a:pt x="3225094" y="3493"/>
                  </a:cubicBezTo>
                  <a:cubicBezTo>
                    <a:pt x="3940057" y="78282"/>
                    <a:pt x="3842220" y="565821"/>
                    <a:pt x="3845983" y="646960"/>
                  </a:cubicBez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8AF5FC9F-0EFC-1F84-DB5D-532249B01B4D}"/>
                </a:ext>
              </a:extLst>
            </p:cNvPr>
            <p:cNvSpPr/>
            <p:nvPr/>
          </p:nvSpPr>
          <p:spPr>
            <a:xfrm>
              <a:off x="6551842" y="2963333"/>
              <a:ext cx="2853346" cy="559506"/>
            </a:xfrm>
            <a:custGeom>
              <a:avLst/>
              <a:gdLst>
                <a:gd name="connsiteX0" fmla="*/ 0 w 3826933"/>
                <a:gd name="connsiteY0" fmla="*/ 90311 h 643467"/>
                <a:gd name="connsiteX1" fmla="*/ 3206044 w 3826933"/>
                <a:gd name="connsiteY1" fmla="*/ 0 h 643467"/>
                <a:gd name="connsiteX2" fmla="*/ 3826933 w 3826933"/>
                <a:gd name="connsiteY2" fmla="*/ 643467 h 643467"/>
                <a:gd name="connsiteX0" fmla="*/ 0 w 3845983"/>
                <a:gd name="connsiteY0" fmla="*/ 83961 h 643467"/>
                <a:gd name="connsiteX1" fmla="*/ 3225094 w 3845983"/>
                <a:gd name="connsiteY1" fmla="*/ 0 h 643467"/>
                <a:gd name="connsiteX2" fmla="*/ 3845983 w 3845983"/>
                <a:gd name="connsiteY2" fmla="*/ 643467 h 643467"/>
                <a:gd name="connsiteX0" fmla="*/ 0 w 3845983"/>
                <a:gd name="connsiteY0" fmla="*/ 83961 h 643467"/>
                <a:gd name="connsiteX1" fmla="*/ 3225094 w 3845983"/>
                <a:gd name="connsiteY1" fmla="*/ 0 h 643467"/>
                <a:gd name="connsiteX2" fmla="*/ 3845983 w 3845983"/>
                <a:gd name="connsiteY2" fmla="*/ 643467 h 643467"/>
                <a:gd name="connsiteX0" fmla="*/ 0 w 3845983"/>
                <a:gd name="connsiteY0" fmla="*/ 87454 h 646960"/>
                <a:gd name="connsiteX1" fmla="*/ 3225094 w 3845983"/>
                <a:gd name="connsiteY1" fmla="*/ 3493 h 646960"/>
                <a:gd name="connsiteX2" fmla="*/ 3845983 w 3845983"/>
                <a:gd name="connsiteY2" fmla="*/ 646960 h 646960"/>
                <a:gd name="connsiteX0" fmla="*/ 0 w 3845983"/>
                <a:gd name="connsiteY0" fmla="*/ 87454 h 646960"/>
                <a:gd name="connsiteX1" fmla="*/ 3225094 w 3845983"/>
                <a:gd name="connsiteY1" fmla="*/ 3493 h 646960"/>
                <a:gd name="connsiteX2" fmla="*/ 3845983 w 3845983"/>
                <a:gd name="connsiteY2" fmla="*/ 646960 h 646960"/>
                <a:gd name="connsiteX0" fmla="*/ 0 w 3847481"/>
                <a:gd name="connsiteY0" fmla="*/ 87454 h 646960"/>
                <a:gd name="connsiteX1" fmla="*/ 3225094 w 3847481"/>
                <a:gd name="connsiteY1" fmla="*/ 3493 h 646960"/>
                <a:gd name="connsiteX2" fmla="*/ 3845983 w 3847481"/>
                <a:gd name="connsiteY2" fmla="*/ 646960 h 646960"/>
                <a:gd name="connsiteX0" fmla="*/ 0 w 3848602"/>
                <a:gd name="connsiteY0" fmla="*/ 87454 h 646960"/>
                <a:gd name="connsiteX1" fmla="*/ 3225094 w 3848602"/>
                <a:gd name="connsiteY1" fmla="*/ 3493 h 646960"/>
                <a:gd name="connsiteX2" fmla="*/ 3845983 w 3848602"/>
                <a:gd name="connsiteY2" fmla="*/ 646960 h 646960"/>
                <a:gd name="connsiteX0" fmla="*/ 0 w 3858322"/>
                <a:gd name="connsiteY0" fmla="*/ 0 h 559506"/>
                <a:gd name="connsiteX1" fmla="*/ 3285200 w 3858322"/>
                <a:gd name="connsiteY1" fmla="*/ 112889 h 559506"/>
                <a:gd name="connsiteX2" fmla="*/ 3845983 w 3858322"/>
                <a:gd name="connsiteY2" fmla="*/ 559506 h 559506"/>
                <a:gd name="connsiteX0" fmla="*/ 0 w 3858322"/>
                <a:gd name="connsiteY0" fmla="*/ 0 h 559506"/>
                <a:gd name="connsiteX1" fmla="*/ 3285200 w 3858322"/>
                <a:gd name="connsiteY1" fmla="*/ 112889 h 559506"/>
                <a:gd name="connsiteX2" fmla="*/ 3845983 w 3858322"/>
                <a:gd name="connsiteY2" fmla="*/ 559506 h 559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58322" h="559506">
                  <a:moveTo>
                    <a:pt x="0" y="0"/>
                  </a:moveTo>
                  <a:cubicBezTo>
                    <a:pt x="459081" y="340313"/>
                    <a:pt x="2373032" y="32926"/>
                    <a:pt x="3285200" y="112889"/>
                  </a:cubicBezTo>
                  <a:cubicBezTo>
                    <a:pt x="4000163" y="187678"/>
                    <a:pt x="3842220" y="478367"/>
                    <a:pt x="3845983" y="559506"/>
                  </a:cubicBez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86ED4DC-A6A9-FFC1-9491-872E93B40B33}"/>
                </a:ext>
              </a:extLst>
            </p:cNvPr>
            <p:cNvSpPr/>
            <p:nvPr/>
          </p:nvSpPr>
          <p:spPr>
            <a:xfrm>
              <a:off x="6452781" y="2963333"/>
              <a:ext cx="1848185" cy="559506"/>
            </a:xfrm>
            <a:custGeom>
              <a:avLst/>
              <a:gdLst>
                <a:gd name="connsiteX0" fmla="*/ 0 w 3826933"/>
                <a:gd name="connsiteY0" fmla="*/ 90311 h 643467"/>
                <a:gd name="connsiteX1" fmla="*/ 3206044 w 3826933"/>
                <a:gd name="connsiteY1" fmla="*/ 0 h 643467"/>
                <a:gd name="connsiteX2" fmla="*/ 3826933 w 3826933"/>
                <a:gd name="connsiteY2" fmla="*/ 643467 h 643467"/>
                <a:gd name="connsiteX0" fmla="*/ 0 w 3845983"/>
                <a:gd name="connsiteY0" fmla="*/ 83961 h 643467"/>
                <a:gd name="connsiteX1" fmla="*/ 3225094 w 3845983"/>
                <a:gd name="connsiteY1" fmla="*/ 0 h 643467"/>
                <a:gd name="connsiteX2" fmla="*/ 3845983 w 3845983"/>
                <a:gd name="connsiteY2" fmla="*/ 643467 h 643467"/>
                <a:gd name="connsiteX0" fmla="*/ 0 w 3845983"/>
                <a:gd name="connsiteY0" fmla="*/ 83961 h 643467"/>
                <a:gd name="connsiteX1" fmla="*/ 3225094 w 3845983"/>
                <a:gd name="connsiteY1" fmla="*/ 0 h 643467"/>
                <a:gd name="connsiteX2" fmla="*/ 3845983 w 3845983"/>
                <a:gd name="connsiteY2" fmla="*/ 643467 h 643467"/>
                <a:gd name="connsiteX0" fmla="*/ 0 w 3845983"/>
                <a:gd name="connsiteY0" fmla="*/ 87454 h 646960"/>
                <a:gd name="connsiteX1" fmla="*/ 3225094 w 3845983"/>
                <a:gd name="connsiteY1" fmla="*/ 3493 h 646960"/>
                <a:gd name="connsiteX2" fmla="*/ 3845983 w 3845983"/>
                <a:gd name="connsiteY2" fmla="*/ 646960 h 646960"/>
                <a:gd name="connsiteX0" fmla="*/ 0 w 3845983"/>
                <a:gd name="connsiteY0" fmla="*/ 87454 h 646960"/>
                <a:gd name="connsiteX1" fmla="*/ 3225094 w 3845983"/>
                <a:gd name="connsiteY1" fmla="*/ 3493 h 646960"/>
                <a:gd name="connsiteX2" fmla="*/ 3845983 w 3845983"/>
                <a:gd name="connsiteY2" fmla="*/ 646960 h 646960"/>
                <a:gd name="connsiteX0" fmla="*/ 0 w 3847481"/>
                <a:gd name="connsiteY0" fmla="*/ 87454 h 646960"/>
                <a:gd name="connsiteX1" fmla="*/ 3225094 w 3847481"/>
                <a:gd name="connsiteY1" fmla="*/ 3493 h 646960"/>
                <a:gd name="connsiteX2" fmla="*/ 3845983 w 3847481"/>
                <a:gd name="connsiteY2" fmla="*/ 646960 h 646960"/>
                <a:gd name="connsiteX0" fmla="*/ 0 w 3848602"/>
                <a:gd name="connsiteY0" fmla="*/ 87454 h 646960"/>
                <a:gd name="connsiteX1" fmla="*/ 3225094 w 3848602"/>
                <a:gd name="connsiteY1" fmla="*/ 3493 h 646960"/>
                <a:gd name="connsiteX2" fmla="*/ 3845983 w 3848602"/>
                <a:gd name="connsiteY2" fmla="*/ 646960 h 646960"/>
                <a:gd name="connsiteX0" fmla="*/ 0 w 3858322"/>
                <a:gd name="connsiteY0" fmla="*/ 0 h 559506"/>
                <a:gd name="connsiteX1" fmla="*/ 3285200 w 3858322"/>
                <a:gd name="connsiteY1" fmla="*/ 112889 h 559506"/>
                <a:gd name="connsiteX2" fmla="*/ 3845983 w 3858322"/>
                <a:gd name="connsiteY2" fmla="*/ 559506 h 559506"/>
                <a:gd name="connsiteX0" fmla="*/ 0 w 3858322"/>
                <a:gd name="connsiteY0" fmla="*/ 0 h 559506"/>
                <a:gd name="connsiteX1" fmla="*/ 3285200 w 3858322"/>
                <a:gd name="connsiteY1" fmla="*/ 112889 h 559506"/>
                <a:gd name="connsiteX2" fmla="*/ 3845983 w 3858322"/>
                <a:gd name="connsiteY2" fmla="*/ 559506 h 559506"/>
                <a:gd name="connsiteX0" fmla="*/ 0 w 3855111"/>
                <a:gd name="connsiteY0" fmla="*/ 0 h 559506"/>
                <a:gd name="connsiteX1" fmla="*/ 3269333 w 3855111"/>
                <a:gd name="connsiteY1" fmla="*/ 234809 h 559506"/>
                <a:gd name="connsiteX2" fmla="*/ 3845983 w 3855111"/>
                <a:gd name="connsiteY2" fmla="*/ 559506 h 559506"/>
                <a:gd name="connsiteX0" fmla="*/ 0 w 3855111"/>
                <a:gd name="connsiteY0" fmla="*/ 0 h 559506"/>
                <a:gd name="connsiteX1" fmla="*/ 3269333 w 3855111"/>
                <a:gd name="connsiteY1" fmla="*/ 234809 h 559506"/>
                <a:gd name="connsiteX2" fmla="*/ 3845983 w 3855111"/>
                <a:gd name="connsiteY2" fmla="*/ 559506 h 559506"/>
                <a:gd name="connsiteX0" fmla="*/ 0 w 3852358"/>
                <a:gd name="connsiteY0" fmla="*/ 0 h 559506"/>
                <a:gd name="connsiteX1" fmla="*/ 3253466 w 3852358"/>
                <a:gd name="connsiteY1" fmla="*/ 234809 h 559506"/>
                <a:gd name="connsiteX2" fmla="*/ 3845983 w 3852358"/>
                <a:gd name="connsiteY2" fmla="*/ 559506 h 559506"/>
                <a:gd name="connsiteX0" fmla="*/ 0 w 3848258"/>
                <a:gd name="connsiteY0" fmla="*/ 0 h 559506"/>
                <a:gd name="connsiteX1" fmla="*/ 3221734 w 3848258"/>
                <a:gd name="connsiteY1" fmla="*/ 250049 h 559506"/>
                <a:gd name="connsiteX2" fmla="*/ 3845983 w 3848258"/>
                <a:gd name="connsiteY2" fmla="*/ 559506 h 559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48258" h="559506">
                  <a:moveTo>
                    <a:pt x="0" y="0"/>
                  </a:moveTo>
                  <a:cubicBezTo>
                    <a:pt x="459081" y="340313"/>
                    <a:pt x="2309566" y="170086"/>
                    <a:pt x="3221734" y="250049"/>
                  </a:cubicBezTo>
                  <a:cubicBezTo>
                    <a:pt x="3936697" y="324838"/>
                    <a:pt x="3842220" y="478367"/>
                    <a:pt x="3845983" y="559506"/>
                  </a:cubicBez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B7AAC97-F8F6-F5CA-34B2-8C95D5121C66}"/>
                </a:ext>
              </a:extLst>
            </p:cNvPr>
            <p:cNvSpPr/>
            <p:nvPr/>
          </p:nvSpPr>
          <p:spPr>
            <a:xfrm>
              <a:off x="6385559" y="3011822"/>
              <a:ext cx="822789" cy="511017"/>
            </a:xfrm>
            <a:custGeom>
              <a:avLst/>
              <a:gdLst>
                <a:gd name="connsiteX0" fmla="*/ 0 w 3826933"/>
                <a:gd name="connsiteY0" fmla="*/ 90311 h 643467"/>
                <a:gd name="connsiteX1" fmla="*/ 3206044 w 3826933"/>
                <a:gd name="connsiteY1" fmla="*/ 0 h 643467"/>
                <a:gd name="connsiteX2" fmla="*/ 3826933 w 3826933"/>
                <a:gd name="connsiteY2" fmla="*/ 643467 h 643467"/>
                <a:gd name="connsiteX0" fmla="*/ 0 w 3845983"/>
                <a:gd name="connsiteY0" fmla="*/ 83961 h 643467"/>
                <a:gd name="connsiteX1" fmla="*/ 3225094 w 3845983"/>
                <a:gd name="connsiteY1" fmla="*/ 0 h 643467"/>
                <a:gd name="connsiteX2" fmla="*/ 3845983 w 3845983"/>
                <a:gd name="connsiteY2" fmla="*/ 643467 h 643467"/>
                <a:gd name="connsiteX0" fmla="*/ 0 w 3845983"/>
                <a:gd name="connsiteY0" fmla="*/ 83961 h 643467"/>
                <a:gd name="connsiteX1" fmla="*/ 3225094 w 3845983"/>
                <a:gd name="connsiteY1" fmla="*/ 0 h 643467"/>
                <a:gd name="connsiteX2" fmla="*/ 3845983 w 3845983"/>
                <a:gd name="connsiteY2" fmla="*/ 643467 h 643467"/>
                <a:gd name="connsiteX0" fmla="*/ 0 w 3845983"/>
                <a:gd name="connsiteY0" fmla="*/ 87454 h 646960"/>
                <a:gd name="connsiteX1" fmla="*/ 3225094 w 3845983"/>
                <a:gd name="connsiteY1" fmla="*/ 3493 h 646960"/>
                <a:gd name="connsiteX2" fmla="*/ 3845983 w 3845983"/>
                <a:gd name="connsiteY2" fmla="*/ 646960 h 646960"/>
                <a:gd name="connsiteX0" fmla="*/ 0 w 3845983"/>
                <a:gd name="connsiteY0" fmla="*/ 87454 h 646960"/>
                <a:gd name="connsiteX1" fmla="*/ 3225094 w 3845983"/>
                <a:gd name="connsiteY1" fmla="*/ 3493 h 646960"/>
                <a:gd name="connsiteX2" fmla="*/ 3845983 w 3845983"/>
                <a:gd name="connsiteY2" fmla="*/ 646960 h 646960"/>
                <a:gd name="connsiteX0" fmla="*/ 0 w 3847481"/>
                <a:gd name="connsiteY0" fmla="*/ 87454 h 646960"/>
                <a:gd name="connsiteX1" fmla="*/ 3225094 w 3847481"/>
                <a:gd name="connsiteY1" fmla="*/ 3493 h 646960"/>
                <a:gd name="connsiteX2" fmla="*/ 3845983 w 3847481"/>
                <a:gd name="connsiteY2" fmla="*/ 646960 h 646960"/>
                <a:gd name="connsiteX0" fmla="*/ 0 w 3848602"/>
                <a:gd name="connsiteY0" fmla="*/ 87454 h 646960"/>
                <a:gd name="connsiteX1" fmla="*/ 3225094 w 3848602"/>
                <a:gd name="connsiteY1" fmla="*/ 3493 h 646960"/>
                <a:gd name="connsiteX2" fmla="*/ 3845983 w 3848602"/>
                <a:gd name="connsiteY2" fmla="*/ 646960 h 646960"/>
                <a:gd name="connsiteX0" fmla="*/ 0 w 3858322"/>
                <a:gd name="connsiteY0" fmla="*/ 0 h 559506"/>
                <a:gd name="connsiteX1" fmla="*/ 3285200 w 3858322"/>
                <a:gd name="connsiteY1" fmla="*/ 112889 h 559506"/>
                <a:gd name="connsiteX2" fmla="*/ 3845983 w 3858322"/>
                <a:gd name="connsiteY2" fmla="*/ 559506 h 559506"/>
                <a:gd name="connsiteX0" fmla="*/ 0 w 3858322"/>
                <a:gd name="connsiteY0" fmla="*/ 0 h 559506"/>
                <a:gd name="connsiteX1" fmla="*/ 3285200 w 3858322"/>
                <a:gd name="connsiteY1" fmla="*/ 112889 h 559506"/>
                <a:gd name="connsiteX2" fmla="*/ 3845983 w 3858322"/>
                <a:gd name="connsiteY2" fmla="*/ 559506 h 559506"/>
                <a:gd name="connsiteX0" fmla="*/ 0 w 3855111"/>
                <a:gd name="connsiteY0" fmla="*/ 0 h 559506"/>
                <a:gd name="connsiteX1" fmla="*/ 3269333 w 3855111"/>
                <a:gd name="connsiteY1" fmla="*/ 234809 h 559506"/>
                <a:gd name="connsiteX2" fmla="*/ 3845983 w 3855111"/>
                <a:gd name="connsiteY2" fmla="*/ 559506 h 559506"/>
                <a:gd name="connsiteX0" fmla="*/ 0 w 3855111"/>
                <a:gd name="connsiteY0" fmla="*/ 0 h 559506"/>
                <a:gd name="connsiteX1" fmla="*/ 3269333 w 3855111"/>
                <a:gd name="connsiteY1" fmla="*/ 234809 h 559506"/>
                <a:gd name="connsiteX2" fmla="*/ 3845983 w 3855111"/>
                <a:gd name="connsiteY2" fmla="*/ 559506 h 559506"/>
                <a:gd name="connsiteX0" fmla="*/ 0 w 3852358"/>
                <a:gd name="connsiteY0" fmla="*/ 0 h 559506"/>
                <a:gd name="connsiteX1" fmla="*/ 3253466 w 3852358"/>
                <a:gd name="connsiteY1" fmla="*/ 234809 h 559506"/>
                <a:gd name="connsiteX2" fmla="*/ 3845983 w 3852358"/>
                <a:gd name="connsiteY2" fmla="*/ 559506 h 559506"/>
                <a:gd name="connsiteX0" fmla="*/ 0 w 3848258"/>
                <a:gd name="connsiteY0" fmla="*/ 0 h 559506"/>
                <a:gd name="connsiteX1" fmla="*/ 3221734 w 3848258"/>
                <a:gd name="connsiteY1" fmla="*/ 250049 h 559506"/>
                <a:gd name="connsiteX2" fmla="*/ 3845983 w 3848258"/>
                <a:gd name="connsiteY2" fmla="*/ 559506 h 559506"/>
                <a:gd name="connsiteX0" fmla="*/ 0 w 3845981"/>
                <a:gd name="connsiteY0" fmla="*/ 0 h 559506"/>
                <a:gd name="connsiteX1" fmla="*/ 3186101 w 3845981"/>
                <a:gd name="connsiteY1" fmla="*/ 291764 h 559506"/>
                <a:gd name="connsiteX2" fmla="*/ 3845983 w 3845981"/>
                <a:gd name="connsiteY2" fmla="*/ 559506 h 559506"/>
                <a:gd name="connsiteX0" fmla="*/ 0 w 3845981"/>
                <a:gd name="connsiteY0" fmla="*/ 0 h 559506"/>
                <a:gd name="connsiteX1" fmla="*/ 3186101 w 3845981"/>
                <a:gd name="connsiteY1" fmla="*/ 291764 h 559506"/>
                <a:gd name="connsiteX2" fmla="*/ 3845983 w 3845981"/>
                <a:gd name="connsiteY2" fmla="*/ 559506 h 559506"/>
                <a:gd name="connsiteX0" fmla="*/ 0 w 3845981"/>
                <a:gd name="connsiteY0" fmla="*/ 0 h 559506"/>
                <a:gd name="connsiteX1" fmla="*/ 3186101 w 3845981"/>
                <a:gd name="connsiteY1" fmla="*/ 291764 h 559506"/>
                <a:gd name="connsiteX2" fmla="*/ 3845983 w 3845981"/>
                <a:gd name="connsiteY2" fmla="*/ 559506 h 559506"/>
                <a:gd name="connsiteX0" fmla="*/ 0 w 3845981"/>
                <a:gd name="connsiteY0" fmla="*/ 0 h 559506"/>
                <a:gd name="connsiteX1" fmla="*/ 3186101 w 3845981"/>
                <a:gd name="connsiteY1" fmla="*/ 291764 h 559506"/>
                <a:gd name="connsiteX2" fmla="*/ 3845983 w 3845981"/>
                <a:gd name="connsiteY2" fmla="*/ 559506 h 559506"/>
                <a:gd name="connsiteX0" fmla="*/ 0 w 3864438"/>
                <a:gd name="connsiteY0" fmla="*/ 0 h 559506"/>
                <a:gd name="connsiteX1" fmla="*/ 3186101 w 3864438"/>
                <a:gd name="connsiteY1" fmla="*/ 291764 h 559506"/>
                <a:gd name="connsiteX2" fmla="*/ 3845983 w 3864438"/>
                <a:gd name="connsiteY2" fmla="*/ 559506 h 559506"/>
                <a:gd name="connsiteX0" fmla="*/ 0 w 3849180"/>
                <a:gd name="connsiteY0" fmla="*/ 0 h 559506"/>
                <a:gd name="connsiteX1" fmla="*/ 3097021 w 3849180"/>
                <a:gd name="connsiteY1" fmla="*/ 299586 h 559506"/>
                <a:gd name="connsiteX2" fmla="*/ 3845983 w 3849180"/>
                <a:gd name="connsiteY2" fmla="*/ 559506 h 559506"/>
                <a:gd name="connsiteX0" fmla="*/ 0 w 3849180"/>
                <a:gd name="connsiteY0" fmla="*/ 0 h 559506"/>
                <a:gd name="connsiteX1" fmla="*/ 3097021 w 3849180"/>
                <a:gd name="connsiteY1" fmla="*/ 299586 h 559506"/>
                <a:gd name="connsiteX2" fmla="*/ 3845983 w 3849180"/>
                <a:gd name="connsiteY2" fmla="*/ 559506 h 559506"/>
                <a:gd name="connsiteX0" fmla="*/ 0 w 3851859"/>
                <a:gd name="connsiteY0" fmla="*/ 0 h 559506"/>
                <a:gd name="connsiteX1" fmla="*/ 3119294 w 3851859"/>
                <a:gd name="connsiteY1" fmla="*/ 289158 h 559506"/>
                <a:gd name="connsiteX2" fmla="*/ 3845983 w 3851859"/>
                <a:gd name="connsiteY2" fmla="*/ 559506 h 559506"/>
                <a:gd name="connsiteX0" fmla="*/ 0 w 3847459"/>
                <a:gd name="connsiteY0" fmla="*/ 0 h 559506"/>
                <a:gd name="connsiteX1" fmla="*/ 3119294 w 3847459"/>
                <a:gd name="connsiteY1" fmla="*/ 289158 h 559506"/>
                <a:gd name="connsiteX2" fmla="*/ 3845983 w 3847459"/>
                <a:gd name="connsiteY2" fmla="*/ 559506 h 559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47459" h="559506">
                  <a:moveTo>
                    <a:pt x="0" y="0"/>
                  </a:moveTo>
                  <a:cubicBezTo>
                    <a:pt x="779771" y="265225"/>
                    <a:pt x="2037872" y="242044"/>
                    <a:pt x="3119294" y="289158"/>
                  </a:cubicBezTo>
                  <a:cubicBezTo>
                    <a:pt x="3934472" y="369162"/>
                    <a:pt x="3842220" y="478367"/>
                    <a:pt x="3845983" y="559506"/>
                  </a:cubicBez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9716A3-B629-D3A6-84CB-30A406BA8D76}"/>
              </a:ext>
            </a:extLst>
          </p:cNvPr>
          <p:cNvGrpSpPr/>
          <p:nvPr/>
        </p:nvGrpSpPr>
        <p:grpSpPr>
          <a:xfrm>
            <a:off x="302425" y="2985491"/>
            <a:ext cx="1141380" cy="1136965"/>
            <a:chOff x="1270405" y="3459171"/>
            <a:chExt cx="976084" cy="976084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1BD957-F219-D2FF-406D-DA7CD7BAE8C4}"/>
                </a:ext>
              </a:extLst>
            </p:cNvPr>
            <p:cNvSpPr/>
            <p:nvPr/>
          </p:nvSpPr>
          <p:spPr>
            <a:xfrm>
              <a:off x="1270405" y="3459171"/>
              <a:ext cx="976084" cy="976084"/>
            </a:xfrm>
            <a:prstGeom prst="ellipse">
              <a:avLst/>
            </a:prstGeom>
            <a:solidFill>
              <a:srgbClr val="A69F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E2AB6F3F-0D49-898B-ADC0-ADC7816C4C7B}"/>
                </a:ext>
              </a:extLst>
            </p:cNvPr>
            <p:cNvSpPr/>
            <p:nvPr/>
          </p:nvSpPr>
          <p:spPr>
            <a:xfrm>
              <a:off x="1355610" y="3547635"/>
              <a:ext cx="805674" cy="8056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50800" dir="8100000" algn="tr" rotWithShape="0">
                <a:prstClr val="black">
                  <a:alpha val="3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75DA92-5BB4-8393-59F5-F0E030DDA80C}"/>
              </a:ext>
            </a:extLst>
          </p:cNvPr>
          <p:cNvGrpSpPr/>
          <p:nvPr/>
        </p:nvGrpSpPr>
        <p:grpSpPr>
          <a:xfrm>
            <a:off x="1578381" y="2985491"/>
            <a:ext cx="1141380" cy="1136965"/>
            <a:chOff x="1270405" y="3459171"/>
            <a:chExt cx="976084" cy="976084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833618C-A8BF-2AAA-7E45-44908CE95233}"/>
                </a:ext>
              </a:extLst>
            </p:cNvPr>
            <p:cNvSpPr/>
            <p:nvPr/>
          </p:nvSpPr>
          <p:spPr>
            <a:xfrm>
              <a:off x="1270405" y="3459171"/>
              <a:ext cx="976084" cy="976084"/>
            </a:xfrm>
            <a:prstGeom prst="ellipse">
              <a:avLst/>
            </a:prstGeom>
            <a:solidFill>
              <a:srgbClr val="BE2B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63594B7-845D-1381-EF4C-E38C6E252A10}"/>
                </a:ext>
              </a:extLst>
            </p:cNvPr>
            <p:cNvSpPr/>
            <p:nvPr/>
          </p:nvSpPr>
          <p:spPr>
            <a:xfrm>
              <a:off x="1355610" y="3547635"/>
              <a:ext cx="805674" cy="8056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50800" dir="8100000" algn="tr" rotWithShape="0">
                <a:prstClr val="black">
                  <a:alpha val="3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24F48F-1670-2CBA-2D85-8598C3E3882E}"/>
              </a:ext>
            </a:extLst>
          </p:cNvPr>
          <p:cNvGrpSpPr/>
          <p:nvPr/>
        </p:nvGrpSpPr>
        <p:grpSpPr>
          <a:xfrm>
            <a:off x="2854337" y="2985491"/>
            <a:ext cx="1141380" cy="1136965"/>
            <a:chOff x="1270405" y="3459171"/>
            <a:chExt cx="976084" cy="976084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48D5FD8B-1320-BF47-A7D0-B6651BB402B4}"/>
                </a:ext>
              </a:extLst>
            </p:cNvPr>
            <p:cNvSpPr/>
            <p:nvPr/>
          </p:nvSpPr>
          <p:spPr>
            <a:xfrm>
              <a:off x="1270405" y="3459171"/>
              <a:ext cx="976084" cy="976084"/>
            </a:xfrm>
            <a:prstGeom prst="ellipse">
              <a:avLst/>
            </a:prstGeom>
            <a:solidFill>
              <a:srgbClr val="A69F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7BB55A25-5AD6-0D15-5662-0B68C3624DFD}"/>
                </a:ext>
              </a:extLst>
            </p:cNvPr>
            <p:cNvSpPr/>
            <p:nvPr/>
          </p:nvSpPr>
          <p:spPr>
            <a:xfrm>
              <a:off x="1355610" y="3547635"/>
              <a:ext cx="805674" cy="8056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50800" dir="8100000" algn="tr" rotWithShape="0">
                <a:prstClr val="black">
                  <a:alpha val="3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4371330-FCEC-63BC-EFC0-2E88750C4780}"/>
              </a:ext>
            </a:extLst>
          </p:cNvPr>
          <p:cNvGrpSpPr/>
          <p:nvPr/>
        </p:nvGrpSpPr>
        <p:grpSpPr>
          <a:xfrm>
            <a:off x="4100038" y="3044246"/>
            <a:ext cx="1141380" cy="1136965"/>
            <a:chOff x="1270405" y="3459171"/>
            <a:chExt cx="976084" cy="976084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8EFC8D1-B8D5-EF33-B3FC-552D8D96E36D}"/>
                </a:ext>
              </a:extLst>
            </p:cNvPr>
            <p:cNvSpPr/>
            <p:nvPr/>
          </p:nvSpPr>
          <p:spPr>
            <a:xfrm>
              <a:off x="1270405" y="3459171"/>
              <a:ext cx="976084" cy="976084"/>
            </a:xfrm>
            <a:prstGeom prst="ellipse">
              <a:avLst/>
            </a:prstGeom>
            <a:solidFill>
              <a:srgbClr val="A69F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5A35B994-D704-B042-1C5A-625801897FC4}"/>
                </a:ext>
              </a:extLst>
            </p:cNvPr>
            <p:cNvSpPr/>
            <p:nvPr/>
          </p:nvSpPr>
          <p:spPr>
            <a:xfrm>
              <a:off x="1355610" y="3547635"/>
              <a:ext cx="805674" cy="8056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50800" dir="8100000" algn="tr" rotWithShape="0">
                <a:prstClr val="black">
                  <a:alpha val="3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2F27366-26F3-9698-CD44-7FA941C13E1E}"/>
              </a:ext>
            </a:extLst>
          </p:cNvPr>
          <p:cNvGrpSpPr/>
          <p:nvPr/>
        </p:nvGrpSpPr>
        <p:grpSpPr>
          <a:xfrm>
            <a:off x="6682206" y="2985491"/>
            <a:ext cx="1141380" cy="1136965"/>
            <a:chOff x="1270405" y="3459171"/>
            <a:chExt cx="976084" cy="97608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C2820BE2-A516-4A4F-C4CE-BA094AF4D661}"/>
                </a:ext>
              </a:extLst>
            </p:cNvPr>
            <p:cNvSpPr/>
            <p:nvPr/>
          </p:nvSpPr>
          <p:spPr>
            <a:xfrm>
              <a:off x="1270405" y="3459171"/>
              <a:ext cx="976084" cy="976084"/>
            </a:xfrm>
            <a:prstGeom prst="ellipse">
              <a:avLst/>
            </a:prstGeom>
            <a:solidFill>
              <a:srgbClr val="BE2B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069D33D9-2D75-D200-228D-C6802825B0C0}"/>
                </a:ext>
              </a:extLst>
            </p:cNvPr>
            <p:cNvSpPr/>
            <p:nvPr/>
          </p:nvSpPr>
          <p:spPr>
            <a:xfrm>
              <a:off x="1355610" y="3547635"/>
              <a:ext cx="805674" cy="8056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50800" dir="8100000" algn="tr" rotWithShape="0">
                <a:prstClr val="black">
                  <a:alpha val="3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60ADA96-0D00-A996-12BB-BEF7A4E6C44C}"/>
              </a:ext>
            </a:extLst>
          </p:cNvPr>
          <p:cNvGrpSpPr/>
          <p:nvPr/>
        </p:nvGrpSpPr>
        <p:grpSpPr>
          <a:xfrm>
            <a:off x="7958162" y="2985491"/>
            <a:ext cx="1141380" cy="1136965"/>
            <a:chOff x="1270405" y="3459171"/>
            <a:chExt cx="976084" cy="976084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309A0F0-DF62-AAC4-B9D6-F5F6F4DE8D70}"/>
                </a:ext>
              </a:extLst>
            </p:cNvPr>
            <p:cNvSpPr/>
            <p:nvPr/>
          </p:nvSpPr>
          <p:spPr>
            <a:xfrm>
              <a:off x="1270405" y="3459171"/>
              <a:ext cx="976084" cy="976084"/>
            </a:xfrm>
            <a:prstGeom prst="ellipse">
              <a:avLst/>
            </a:prstGeom>
            <a:solidFill>
              <a:srgbClr val="A69F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6D7C8E6-EFAD-3F35-550D-F803519DB143}"/>
                </a:ext>
              </a:extLst>
            </p:cNvPr>
            <p:cNvSpPr/>
            <p:nvPr/>
          </p:nvSpPr>
          <p:spPr>
            <a:xfrm>
              <a:off x="1355610" y="3547635"/>
              <a:ext cx="805674" cy="8056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50800" dir="8100000" algn="tr" rotWithShape="0">
                <a:prstClr val="black">
                  <a:alpha val="3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8A8A4C-54ED-05D0-23A7-FC305123E9ED}"/>
              </a:ext>
            </a:extLst>
          </p:cNvPr>
          <p:cNvGrpSpPr/>
          <p:nvPr/>
        </p:nvGrpSpPr>
        <p:grpSpPr>
          <a:xfrm>
            <a:off x="9234118" y="2985491"/>
            <a:ext cx="1141380" cy="1136965"/>
            <a:chOff x="1270405" y="3459171"/>
            <a:chExt cx="976084" cy="976084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D6CCF16-B492-6A05-C4CA-CA9A13198286}"/>
                </a:ext>
              </a:extLst>
            </p:cNvPr>
            <p:cNvSpPr/>
            <p:nvPr/>
          </p:nvSpPr>
          <p:spPr>
            <a:xfrm>
              <a:off x="1270405" y="3459171"/>
              <a:ext cx="976084" cy="976084"/>
            </a:xfrm>
            <a:prstGeom prst="ellipse">
              <a:avLst/>
            </a:prstGeom>
            <a:solidFill>
              <a:srgbClr val="BE2B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CC32CA7-0FE8-ACFD-7D36-3B8B13B050D0}"/>
                </a:ext>
              </a:extLst>
            </p:cNvPr>
            <p:cNvSpPr/>
            <p:nvPr/>
          </p:nvSpPr>
          <p:spPr>
            <a:xfrm>
              <a:off x="1355610" y="3547635"/>
              <a:ext cx="805674" cy="8056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50800" dir="8100000" algn="tr" rotWithShape="0">
                <a:prstClr val="black">
                  <a:alpha val="3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C96B472-4515-6D61-687B-6AB98C23A877}"/>
              </a:ext>
            </a:extLst>
          </p:cNvPr>
          <p:cNvGrpSpPr/>
          <p:nvPr/>
        </p:nvGrpSpPr>
        <p:grpSpPr>
          <a:xfrm>
            <a:off x="10510073" y="2985491"/>
            <a:ext cx="1141380" cy="1136965"/>
            <a:chOff x="1270405" y="3459171"/>
            <a:chExt cx="976084" cy="976084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A356133-EDAD-32B8-5B7E-1DAB0BCC9CB1}"/>
                </a:ext>
              </a:extLst>
            </p:cNvPr>
            <p:cNvSpPr/>
            <p:nvPr/>
          </p:nvSpPr>
          <p:spPr>
            <a:xfrm>
              <a:off x="1270405" y="3459171"/>
              <a:ext cx="976084" cy="976084"/>
            </a:xfrm>
            <a:prstGeom prst="ellipse">
              <a:avLst/>
            </a:prstGeom>
            <a:solidFill>
              <a:srgbClr val="A69F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E018C0D-2E70-8023-C94F-C162C2E1CA5A}"/>
                </a:ext>
              </a:extLst>
            </p:cNvPr>
            <p:cNvSpPr/>
            <p:nvPr/>
          </p:nvSpPr>
          <p:spPr>
            <a:xfrm>
              <a:off x="1355610" y="3547635"/>
              <a:ext cx="805674" cy="8056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50800" dir="8100000" algn="tr" rotWithShape="0">
                <a:prstClr val="black">
                  <a:alpha val="3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4890416-BCD5-18C3-910F-A765E855E083}"/>
              </a:ext>
            </a:extLst>
          </p:cNvPr>
          <p:cNvSpPr txBox="1"/>
          <p:nvPr/>
        </p:nvSpPr>
        <p:spPr>
          <a:xfrm>
            <a:off x="202439" y="4890193"/>
            <a:ext cx="1341347" cy="954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BE2BBB"/>
                </a:solidFill>
                <a:effectLst/>
                <a:uLnTx/>
                <a:uFillTx/>
                <a:ea typeface="+mn-ea"/>
                <a:cs typeface="+mn-cs"/>
              </a:rPr>
              <a:t>Meeting introduction and objectives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339989-980A-A2F8-9117-C4780EF1F1D2}"/>
              </a:ext>
            </a:extLst>
          </p:cNvPr>
          <p:cNvSpPr txBox="1"/>
          <p:nvPr/>
        </p:nvSpPr>
        <p:spPr>
          <a:xfrm>
            <a:off x="2754621" y="4890193"/>
            <a:ext cx="14309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r>
              <a:rPr lang="en-US">
                <a:solidFill>
                  <a:srgbClr val="BE2BBB"/>
                </a:solidFill>
              </a:rPr>
              <a:t>MM disease burden/unmet medical needs and current treatment landscape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E72B10A-385A-9428-EB47-B8D5D0E891F9}"/>
              </a:ext>
            </a:extLst>
          </p:cNvPr>
          <p:cNvGrpSpPr/>
          <p:nvPr/>
        </p:nvGrpSpPr>
        <p:grpSpPr>
          <a:xfrm>
            <a:off x="4049748" y="4948942"/>
            <a:ext cx="1358849" cy="1204290"/>
            <a:chOff x="2409714" y="4990072"/>
            <a:chExt cx="1406092" cy="939894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39CDD6A-5CF3-05A7-4099-6908E15A2349}"/>
                </a:ext>
              </a:extLst>
            </p:cNvPr>
            <p:cNvSpPr txBox="1"/>
            <p:nvPr/>
          </p:nvSpPr>
          <p:spPr>
            <a:xfrm>
              <a:off x="2409714" y="5185329"/>
              <a:ext cx="1387982" cy="744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400" b="1"/>
                <a:t>Local perspective, practice, and challenges</a:t>
              </a:r>
              <a:endParaRPr lang="en-GB" sz="1400" b="1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97340D0-B710-DFBD-3C70-37733D574FB8}"/>
                </a:ext>
              </a:extLst>
            </p:cNvPr>
            <p:cNvSpPr txBox="1"/>
            <p:nvPr/>
          </p:nvSpPr>
          <p:spPr>
            <a:xfrm>
              <a:off x="2427825" y="4990072"/>
              <a:ext cx="1387981" cy="242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400" b="1" i="0" u="none" strike="noStrike" cap="none" spc="0" normalizeH="0" baseline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LnTx/>
                  <a:uFillTx/>
                </a:defRPr>
              </a:lvl1pPr>
            </a:lstStyle>
            <a:p>
              <a:r>
                <a:rPr lang="en-US">
                  <a:solidFill>
                    <a:srgbClr val="BE2BBB"/>
                  </a:solidFill>
                </a:rPr>
                <a:t>Discussion 1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9546C88-E6C1-FF35-97E0-222868417C25}"/>
              </a:ext>
            </a:extLst>
          </p:cNvPr>
          <p:cNvSpPr txBox="1"/>
          <p:nvPr/>
        </p:nvSpPr>
        <p:spPr>
          <a:xfrm>
            <a:off x="3974960" y="4948948"/>
            <a:ext cx="1341348" cy="310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>
              <a:solidFill>
                <a:srgbClr val="BE2BBB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7B03A7-2506-95D0-B975-3B7602141F8B}"/>
              </a:ext>
            </a:extLst>
          </p:cNvPr>
          <p:cNvSpPr txBox="1"/>
          <p:nvPr/>
        </p:nvSpPr>
        <p:spPr>
          <a:xfrm>
            <a:off x="6555092" y="4890193"/>
            <a:ext cx="1341347" cy="310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defRPr>
            </a:lvl1pPr>
          </a:lstStyle>
          <a:p>
            <a:r>
              <a:rPr lang="en-US">
                <a:solidFill>
                  <a:srgbClr val="595454"/>
                </a:solidFill>
              </a:rPr>
              <a:t>Break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1815CB-352F-9730-97D7-08966B30D77A}"/>
              </a:ext>
            </a:extLst>
          </p:cNvPr>
          <p:cNvSpPr txBox="1"/>
          <p:nvPr/>
        </p:nvSpPr>
        <p:spPr>
          <a:xfrm>
            <a:off x="7577773" y="4844026"/>
            <a:ext cx="17543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err="1">
                <a:solidFill>
                  <a:srgbClr val="BE2BBB"/>
                </a:solidFill>
              </a:rPr>
              <a:t>CELMoDs</a:t>
            </a:r>
            <a:r>
              <a:rPr lang="en-US" sz="1400" b="1">
                <a:solidFill>
                  <a:srgbClr val="BE2BBB"/>
                </a:solidFill>
              </a:rPr>
              <a:t>:</a:t>
            </a:r>
          </a:p>
          <a:p>
            <a:pPr algn="ctr"/>
            <a:r>
              <a:rPr lang="en-US" sz="1400" b="1">
                <a:solidFill>
                  <a:srgbClr val="BE2BBB"/>
                </a:solidFill>
              </a:rPr>
              <a:t> overview and recent data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59C8CB-44AD-42E6-A98A-F476A6B9DFAE}"/>
              </a:ext>
            </a:extLst>
          </p:cNvPr>
          <p:cNvGrpSpPr/>
          <p:nvPr/>
        </p:nvGrpSpPr>
        <p:grpSpPr>
          <a:xfrm>
            <a:off x="9148026" y="4890193"/>
            <a:ext cx="1378993" cy="784830"/>
            <a:chOff x="946026" y="5085302"/>
            <a:chExt cx="1426936" cy="612524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8F48FC8-CE9B-F216-43F3-15B64FF38B12}"/>
                </a:ext>
              </a:extLst>
            </p:cNvPr>
            <p:cNvSpPr txBox="1"/>
            <p:nvPr/>
          </p:nvSpPr>
          <p:spPr>
            <a:xfrm>
              <a:off x="946026" y="5289477"/>
              <a:ext cx="1387982" cy="408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/>
                <a:t>Perspectives on </a:t>
              </a:r>
              <a:r>
                <a:rPr lang="en-US" sz="1400" b="1" err="1"/>
                <a:t>CELMoDs</a:t>
              </a:r>
              <a:endParaRPr lang="en-GB" sz="1400" b="1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A539096-60A1-9E43-9404-15FD3AF55A3F}"/>
                </a:ext>
              </a:extLst>
            </p:cNvPr>
            <p:cNvSpPr txBox="1"/>
            <p:nvPr/>
          </p:nvSpPr>
          <p:spPr>
            <a:xfrm>
              <a:off x="984981" y="5085302"/>
              <a:ext cx="1387981" cy="242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400" b="1" i="0" u="none" strike="noStrike" cap="none" spc="0" normalizeH="0" baseline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</a:defRPr>
              </a:lvl1pPr>
            </a:lstStyle>
            <a:p>
              <a:r>
                <a:rPr lang="en-US">
                  <a:solidFill>
                    <a:srgbClr val="BE2BBB"/>
                  </a:solidFill>
                </a:rPr>
                <a:t>Discussion 2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7E29C82-C966-DE50-D11B-41B6E8F79AD8}"/>
              </a:ext>
            </a:extLst>
          </p:cNvPr>
          <p:cNvSpPr txBox="1"/>
          <p:nvPr/>
        </p:nvSpPr>
        <p:spPr>
          <a:xfrm>
            <a:off x="10510073" y="4890193"/>
            <a:ext cx="13413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BE2BBB"/>
                </a:solidFill>
              </a:rPr>
              <a:t>Wrap up </a:t>
            </a:r>
            <a:br>
              <a:rPr lang="en-US" sz="1400" b="1">
                <a:solidFill>
                  <a:srgbClr val="BE2BBB"/>
                </a:solidFill>
              </a:rPr>
            </a:br>
            <a:r>
              <a:rPr lang="en-US" sz="1400" b="1">
                <a:solidFill>
                  <a:srgbClr val="BE2BBB"/>
                </a:solidFill>
              </a:rPr>
              <a:t>and conclusions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2112A69-40FF-DA80-F927-1E3F56AC63EE}"/>
              </a:ext>
            </a:extLst>
          </p:cNvPr>
          <p:cNvGrpSpPr/>
          <p:nvPr/>
        </p:nvGrpSpPr>
        <p:grpSpPr>
          <a:xfrm>
            <a:off x="5005926" y="585736"/>
            <a:ext cx="1891840" cy="1862611"/>
            <a:chOff x="4851693" y="113472"/>
            <a:chExt cx="2178476" cy="2359300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C76B2D6-A757-5BBE-DFF4-20A8813B4218}"/>
                </a:ext>
              </a:extLst>
            </p:cNvPr>
            <p:cNvSpPr/>
            <p:nvPr/>
          </p:nvSpPr>
          <p:spPr>
            <a:xfrm>
              <a:off x="5170729" y="113472"/>
              <a:ext cx="767180" cy="475159"/>
            </a:xfrm>
            <a:custGeom>
              <a:avLst/>
              <a:gdLst>
                <a:gd name="connsiteX0" fmla="*/ 656076 w 656076"/>
                <a:gd name="connsiteY0" fmla="*/ 0 h 367281"/>
                <a:gd name="connsiteX1" fmla="*/ 656076 w 656076"/>
                <a:gd name="connsiteY1" fmla="*/ 135046 h 367281"/>
                <a:gd name="connsiteX2" fmla="*/ 575568 w 656076"/>
                <a:gd name="connsiteY2" fmla="*/ 139112 h 367281"/>
                <a:gd name="connsiteX3" fmla="*/ 212525 w 656076"/>
                <a:gd name="connsiteY3" fmla="*/ 270721 h 367281"/>
                <a:gd name="connsiteX4" fmla="*/ 95492 w 656076"/>
                <a:gd name="connsiteY4" fmla="*/ 367281 h 367281"/>
                <a:gd name="connsiteX5" fmla="*/ 0 w 656076"/>
                <a:gd name="connsiteY5" fmla="*/ 271789 h 367281"/>
                <a:gd name="connsiteX6" fmla="*/ 137019 w 656076"/>
                <a:gd name="connsiteY6" fmla="*/ 158739 h 367281"/>
                <a:gd name="connsiteX7" fmla="*/ 561760 w 656076"/>
                <a:gd name="connsiteY7" fmla="*/ 4763 h 367281"/>
                <a:gd name="connsiteX8" fmla="*/ 656076 w 656076"/>
                <a:gd name="connsiteY8" fmla="*/ 0 h 367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6076" h="367281">
                  <a:moveTo>
                    <a:pt x="656076" y="0"/>
                  </a:moveTo>
                  <a:lnTo>
                    <a:pt x="656076" y="135046"/>
                  </a:lnTo>
                  <a:lnTo>
                    <a:pt x="575568" y="139112"/>
                  </a:lnTo>
                  <a:cubicBezTo>
                    <a:pt x="442000" y="152676"/>
                    <a:pt x="318212" y="199320"/>
                    <a:pt x="212525" y="270721"/>
                  </a:cubicBezTo>
                  <a:lnTo>
                    <a:pt x="95492" y="367281"/>
                  </a:lnTo>
                  <a:lnTo>
                    <a:pt x="0" y="271789"/>
                  </a:lnTo>
                  <a:lnTo>
                    <a:pt x="137019" y="158739"/>
                  </a:lnTo>
                  <a:cubicBezTo>
                    <a:pt x="260668" y="75203"/>
                    <a:pt x="405493" y="20633"/>
                    <a:pt x="561760" y="4763"/>
                  </a:cubicBezTo>
                  <a:lnTo>
                    <a:pt x="656076" y="0"/>
                  </a:lnTo>
                  <a:close/>
                </a:path>
              </a:pathLst>
            </a:custGeom>
            <a:solidFill>
              <a:srgbClr val="A69F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A332BAA-379C-F2F2-5CA8-A3CB09289257}"/>
                </a:ext>
              </a:extLst>
            </p:cNvPr>
            <p:cNvSpPr/>
            <p:nvPr/>
          </p:nvSpPr>
          <p:spPr>
            <a:xfrm>
              <a:off x="5908330" y="117831"/>
              <a:ext cx="819727" cy="486566"/>
            </a:xfrm>
            <a:custGeom>
              <a:avLst/>
              <a:gdLst>
                <a:gd name="connsiteX0" fmla="*/ 0 w 656076"/>
                <a:gd name="connsiteY0" fmla="*/ 0 h 367281"/>
                <a:gd name="connsiteX1" fmla="*/ 94316 w 656076"/>
                <a:gd name="connsiteY1" fmla="*/ 4763 h 367281"/>
                <a:gd name="connsiteX2" fmla="*/ 519057 w 656076"/>
                <a:gd name="connsiteY2" fmla="*/ 158739 h 367281"/>
                <a:gd name="connsiteX3" fmla="*/ 656076 w 656076"/>
                <a:gd name="connsiteY3" fmla="*/ 271789 h 367281"/>
                <a:gd name="connsiteX4" fmla="*/ 560584 w 656076"/>
                <a:gd name="connsiteY4" fmla="*/ 367281 h 367281"/>
                <a:gd name="connsiteX5" fmla="*/ 443551 w 656076"/>
                <a:gd name="connsiteY5" fmla="*/ 270721 h 367281"/>
                <a:gd name="connsiteX6" fmla="*/ 80508 w 656076"/>
                <a:gd name="connsiteY6" fmla="*/ 139112 h 367281"/>
                <a:gd name="connsiteX7" fmla="*/ 0 w 656076"/>
                <a:gd name="connsiteY7" fmla="*/ 135046 h 367281"/>
                <a:gd name="connsiteX8" fmla="*/ 0 w 656076"/>
                <a:gd name="connsiteY8" fmla="*/ 0 h 367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6076" h="367281">
                  <a:moveTo>
                    <a:pt x="0" y="0"/>
                  </a:moveTo>
                  <a:lnTo>
                    <a:pt x="94316" y="4763"/>
                  </a:lnTo>
                  <a:cubicBezTo>
                    <a:pt x="250583" y="20633"/>
                    <a:pt x="395408" y="75203"/>
                    <a:pt x="519057" y="158739"/>
                  </a:cubicBezTo>
                  <a:lnTo>
                    <a:pt x="656076" y="271789"/>
                  </a:lnTo>
                  <a:lnTo>
                    <a:pt x="560584" y="367281"/>
                  </a:lnTo>
                  <a:lnTo>
                    <a:pt x="443551" y="270721"/>
                  </a:lnTo>
                  <a:cubicBezTo>
                    <a:pt x="337864" y="199320"/>
                    <a:pt x="214076" y="152676"/>
                    <a:pt x="80508" y="139112"/>
                  </a:cubicBezTo>
                  <a:lnTo>
                    <a:pt x="0" y="135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2B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A91A6D-3041-9FF4-D8CD-63AFCAF2828D}"/>
                </a:ext>
              </a:extLst>
            </p:cNvPr>
            <p:cNvSpPr/>
            <p:nvPr/>
          </p:nvSpPr>
          <p:spPr>
            <a:xfrm>
              <a:off x="4851693" y="462157"/>
              <a:ext cx="429477" cy="840632"/>
            </a:xfrm>
            <a:custGeom>
              <a:avLst/>
              <a:gdLst>
                <a:gd name="connsiteX0" fmla="*/ 271788 w 367280"/>
                <a:gd name="connsiteY0" fmla="*/ 0 h 656075"/>
                <a:gd name="connsiteX1" fmla="*/ 367280 w 367280"/>
                <a:gd name="connsiteY1" fmla="*/ 95492 h 656075"/>
                <a:gd name="connsiteX2" fmla="*/ 270721 w 367280"/>
                <a:gd name="connsiteY2" fmla="*/ 212524 h 656075"/>
                <a:gd name="connsiteX3" fmla="*/ 139112 w 367280"/>
                <a:gd name="connsiteY3" fmla="*/ 575567 h 656075"/>
                <a:gd name="connsiteX4" fmla="*/ 135046 w 367280"/>
                <a:gd name="connsiteY4" fmla="*/ 656075 h 656075"/>
                <a:gd name="connsiteX5" fmla="*/ 0 w 367280"/>
                <a:gd name="connsiteY5" fmla="*/ 656075 h 656075"/>
                <a:gd name="connsiteX6" fmla="*/ 4763 w 367280"/>
                <a:gd name="connsiteY6" fmla="*/ 561759 h 656075"/>
                <a:gd name="connsiteX7" fmla="*/ 158739 w 367280"/>
                <a:gd name="connsiteY7" fmla="*/ 137018 h 656075"/>
                <a:gd name="connsiteX8" fmla="*/ 271788 w 367280"/>
                <a:gd name="connsiteY8" fmla="*/ 0 h 656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7280" h="656075">
                  <a:moveTo>
                    <a:pt x="271788" y="0"/>
                  </a:moveTo>
                  <a:lnTo>
                    <a:pt x="367280" y="95492"/>
                  </a:lnTo>
                  <a:lnTo>
                    <a:pt x="270721" y="212524"/>
                  </a:lnTo>
                  <a:cubicBezTo>
                    <a:pt x="199319" y="318212"/>
                    <a:pt x="152676" y="442000"/>
                    <a:pt x="139112" y="575567"/>
                  </a:cubicBezTo>
                  <a:lnTo>
                    <a:pt x="135046" y="656075"/>
                  </a:lnTo>
                  <a:lnTo>
                    <a:pt x="0" y="656075"/>
                  </a:lnTo>
                  <a:lnTo>
                    <a:pt x="4763" y="561759"/>
                  </a:lnTo>
                  <a:cubicBezTo>
                    <a:pt x="20632" y="405493"/>
                    <a:pt x="75203" y="260667"/>
                    <a:pt x="158739" y="137018"/>
                  </a:cubicBezTo>
                  <a:lnTo>
                    <a:pt x="271788" y="0"/>
                  </a:lnTo>
                  <a:close/>
                </a:path>
              </a:pathLst>
            </a:custGeom>
            <a:solidFill>
              <a:srgbClr val="BE2B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9B90A6F-6B05-E0D5-1D64-BDEE251E07DF}"/>
                </a:ext>
              </a:extLst>
            </p:cNvPr>
            <p:cNvSpPr/>
            <p:nvPr/>
          </p:nvSpPr>
          <p:spPr>
            <a:xfrm>
              <a:off x="6596376" y="446391"/>
              <a:ext cx="429477" cy="840632"/>
            </a:xfrm>
            <a:custGeom>
              <a:avLst/>
              <a:gdLst>
                <a:gd name="connsiteX0" fmla="*/ 95492 w 367280"/>
                <a:gd name="connsiteY0" fmla="*/ 0 h 656075"/>
                <a:gd name="connsiteX1" fmla="*/ 208541 w 367280"/>
                <a:gd name="connsiteY1" fmla="*/ 137018 h 656075"/>
                <a:gd name="connsiteX2" fmla="*/ 362517 w 367280"/>
                <a:gd name="connsiteY2" fmla="*/ 561759 h 656075"/>
                <a:gd name="connsiteX3" fmla="*/ 367280 w 367280"/>
                <a:gd name="connsiteY3" fmla="*/ 656075 h 656075"/>
                <a:gd name="connsiteX4" fmla="*/ 232234 w 367280"/>
                <a:gd name="connsiteY4" fmla="*/ 656075 h 656075"/>
                <a:gd name="connsiteX5" fmla="*/ 228168 w 367280"/>
                <a:gd name="connsiteY5" fmla="*/ 575567 h 656075"/>
                <a:gd name="connsiteX6" fmla="*/ 96559 w 367280"/>
                <a:gd name="connsiteY6" fmla="*/ 212524 h 656075"/>
                <a:gd name="connsiteX7" fmla="*/ 0 w 367280"/>
                <a:gd name="connsiteY7" fmla="*/ 95492 h 656075"/>
                <a:gd name="connsiteX8" fmla="*/ 95492 w 367280"/>
                <a:gd name="connsiteY8" fmla="*/ 0 h 656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7280" h="656075">
                  <a:moveTo>
                    <a:pt x="95492" y="0"/>
                  </a:moveTo>
                  <a:lnTo>
                    <a:pt x="208541" y="137018"/>
                  </a:lnTo>
                  <a:cubicBezTo>
                    <a:pt x="292077" y="260667"/>
                    <a:pt x="346648" y="405493"/>
                    <a:pt x="362517" y="561759"/>
                  </a:cubicBezTo>
                  <a:lnTo>
                    <a:pt x="367280" y="656075"/>
                  </a:lnTo>
                  <a:lnTo>
                    <a:pt x="232234" y="656075"/>
                  </a:lnTo>
                  <a:lnTo>
                    <a:pt x="228168" y="575567"/>
                  </a:lnTo>
                  <a:cubicBezTo>
                    <a:pt x="214604" y="442000"/>
                    <a:pt x="167961" y="318212"/>
                    <a:pt x="96559" y="212524"/>
                  </a:cubicBezTo>
                  <a:lnTo>
                    <a:pt x="0" y="95492"/>
                  </a:lnTo>
                  <a:lnTo>
                    <a:pt x="95492" y="0"/>
                  </a:lnTo>
                  <a:close/>
                </a:path>
              </a:pathLst>
            </a:custGeom>
            <a:solidFill>
              <a:srgbClr val="A69F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9483FC4-7955-135D-570F-B8348A7AAB22}"/>
                </a:ext>
              </a:extLst>
            </p:cNvPr>
            <p:cNvSpPr/>
            <p:nvPr/>
          </p:nvSpPr>
          <p:spPr>
            <a:xfrm>
              <a:off x="4851693" y="1282556"/>
              <a:ext cx="429477" cy="840633"/>
            </a:xfrm>
            <a:custGeom>
              <a:avLst/>
              <a:gdLst>
                <a:gd name="connsiteX0" fmla="*/ 0 w 367280"/>
                <a:gd name="connsiteY0" fmla="*/ 0 h 656076"/>
                <a:gd name="connsiteX1" fmla="*/ 135046 w 367280"/>
                <a:gd name="connsiteY1" fmla="*/ 0 h 656076"/>
                <a:gd name="connsiteX2" fmla="*/ 139112 w 367280"/>
                <a:gd name="connsiteY2" fmla="*/ 80508 h 656076"/>
                <a:gd name="connsiteX3" fmla="*/ 270721 w 367280"/>
                <a:gd name="connsiteY3" fmla="*/ 443551 h 656076"/>
                <a:gd name="connsiteX4" fmla="*/ 367280 w 367280"/>
                <a:gd name="connsiteY4" fmla="*/ 560584 h 656076"/>
                <a:gd name="connsiteX5" fmla="*/ 271788 w 367280"/>
                <a:gd name="connsiteY5" fmla="*/ 656076 h 656076"/>
                <a:gd name="connsiteX6" fmla="*/ 158739 w 367280"/>
                <a:gd name="connsiteY6" fmla="*/ 519057 h 656076"/>
                <a:gd name="connsiteX7" fmla="*/ 4763 w 367280"/>
                <a:gd name="connsiteY7" fmla="*/ 94316 h 656076"/>
                <a:gd name="connsiteX8" fmla="*/ 0 w 367280"/>
                <a:gd name="connsiteY8" fmla="*/ 0 h 65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7280" h="656076">
                  <a:moveTo>
                    <a:pt x="0" y="0"/>
                  </a:moveTo>
                  <a:lnTo>
                    <a:pt x="135046" y="0"/>
                  </a:lnTo>
                  <a:lnTo>
                    <a:pt x="139112" y="80508"/>
                  </a:lnTo>
                  <a:cubicBezTo>
                    <a:pt x="152676" y="214076"/>
                    <a:pt x="199319" y="337864"/>
                    <a:pt x="270721" y="443551"/>
                  </a:cubicBezTo>
                  <a:lnTo>
                    <a:pt x="367280" y="560584"/>
                  </a:lnTo>
                  <a:lnTo>
                    <a:pt x="271788" y="656076"/>
                  </a:lnTo>
                  <a:lnTo>
                    <a:pt x="158739" y="519057"/>
                  </a:lnTo>
                  <a:cubicBezTo>
                    <a:pt x="75203" y="395408"/>
                    <a:pt x="20632" y="250583"/>
                    <a:pt x="4763" y="9431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69F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8ED990C-FC4A-2413-F0CE-C97711E5759D}"/>
                </a:ext>
              </a:extLst>
            </p:cNvPr>
            <p:cNvSpPr/>
            <p:nvPr/>
          </p:nvSpPr>
          <p:spPr>
            <a:xfrm>
              <a:off x="6592060" y="1274108"/>
              <a:ext cx="438109" cy="857530"/>
            </a:xfrm>
            <a:custGeom>
              <a:avLst/>
              <a:gdLst>
                <a:gd name="connsiteX0" fmla="*/ 232234 w 367280"/>
                <a:gd name="connsiteY0" fmla="*/ 0 h 656076"/>
                <a:gd name="connsiteX1" fmla="*/ 367280 w 367280"/>
                <a:gd name="connsiteY1" fmla="*/ 0 h 656076"/>
                <a:gd name="connsiteX2" fmla="*/ 362517 w 367280"/>
                <a:gd name="connsiteY2" fmla="*/ 94316 h 656076"/>
                <a:gd name="connsiteX3" fmla="*/ 208541 w 367280"/>
                <a:gd name="connsiteY3" fmla="*/ 519057 h 656076"/>
                <a:gd name="connsiteX4" fmla="*/ 95492 w 367280"/>
                <a:gd name="connsiteY4" fmla="*/ 656076 h 656076"/>
                <a:gd name="connsiteX5" fmla="*/ 0 w 367280"/>
                <a:gd name="connsiteY5" fmla="*/ 560584 h 656076"/>
                <a:gd name="connsiteX6" fmla="*/ 96559 w 367280"/>
                <a:gd name="connsiteY6" fmla="*/ 443551 h 656076"/>
                <a:gd name="connsiteX7" fmla="*/ 228168 w 367280"/>
                <a:gd name="connsiteY7" fmla="*/ 80508 h 656076"/>
                <a:gd name="connsiteX8" fmla="*/ 232234 w 367280"/>
                <a:gd name="connsiteY8" fmla="*/ 0 h 65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7280" h="656076">
                  <a:moveTo>
                    <a:pt x="232234" y="0"/>
                  </a:moveTo>
                  <a:lnTo>
                    <a:pt x="367280" y="0"/>
                  </a:lnTo>
                  <a:lnTo>
                    <a:pt x="362517" y="94316"/>
                  </a:lnTo>
                  <a:cubicBezTo>
                    <a:pt x="346648" y="250583"/>
                    <a:pt x="292077" y="395408"/>
                    <a:pt x="208541" y="519057"/>
                  </a:cubicBezTo>
                  <a:lnTo>
                    <a:pt x="95492" y="656076"/>
                  </a:lnTo>
                  <a:lnTo>
                    <a:pt x="0" y="560584"/>
                  </a:lnTo>
                  <a:lnTo>
                    <a:pt x="96559" y="443551"/>
                  </a:lnTo>
                  <a:cubicBezTo>
                    <a:pt x="167961" y="337864"/>
                    <a:pt x="214604" y="214076"/>
                    <a:pt x="228168" y="80508"/>
                  </a:cubicBezTo>
                  <a:lnTo>
                    <a:pt x="232234" y="0"/>
                  </a:lnTo>
                  <a:close/>
                </a:path>
              </a:pathLst>
            </a:custGeom>
            <a:solidFill>
              <a:srgbClr val="BE2B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BBA11DE-BB1E-35D4-1ED2-7C7FF49CDD86}"/>
                </a:ext>
              </a:extLst>
            </p:cNvPr>
            <p:cNvSpPr/>
            <p:nvPr/>
          </p:nvSpPr>
          <p:spPr>
            <a:xfrm>
              <a:off x="5170729" y="2002174"/>
              <a:ext cx="767180" cy="470598"/>
            </a:xfrm>
            <a:custGeom>
              <a:avLst/>
              <a:gdLst>
                <a:gd name="connsiteX0" fmla="*/ 95492 w 656076"/>
                <a:gd name="connsiteY0" fmla="*/ 0 h 367280"/>
                <a:gd name="connsiteX1" fmla="*/ 212525 w 656076"/>
                <a:gd name="connsiteY1" fmla="*/ 96559 h 367280"/>
                <a:gd name="connsiteX2" fmla="*/ 575568 w 656076"/>
                <a:gd name="connsiteY2" fmla="*/ 228168 h 367280"/>
                <a:gd name="connsiteX3" fmla="*/ 656076 w 656076"/>
                <a:gd name="connsiteY3" fmla="*/ 232234 h 367280"/>
                <a:gd name="connsiteX4" fmla="*/ 656076 w 656076"/>
                <a:gd name="connsiteY4" fmla="*/ 367280 h 367280"/>
                <a:gd name="connsiteX5" fmla="*/ 561760 w 656076"/>
                <a:gd name="connsiteY5" fmla="*/ 362517 h 367280"/>
                <a:gd name="connsiteX6" fmla="*/ 137019 w 656076"/>
                <a:gd name="connsiteY6" fmla="*/ 208541 h 367280"/>
                <a:gd name="connsiteX7" fmla="*/ 0 w 656076"/>
                <a:gd name="connsiteY7" fmla="*/ 95492 h 367280"/>
                <a:gd name="connsiteX8" fmla="*/ 95492 w 656076"/>
                <a:gd name="connsiteY8" fmla="*/ 0 h 36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6076" h="367280">
                  <a:moveTo>
                    <a:pt x="95492" y="0"/>
                  </a:moveTo>
                  <a:lnTo>
                    <a:pt x="212525" y="96559"/>
                  </a:lnTo>
                  <a:cubicBezTo>
                    <a:pt x="318212" y="167960"/>
                    <a:pt x="442000" y="214604"/>
                    <a:pt x="575568" y="228168"/>
                  </a:cubicBezTo>
                  <a:lnTo>
                    <a:pt x="656076" y="232234"/>
                  </a:lnTo>
                  <a:lnTo>
                    <a:pt x="656076" y="367280"/>
                  </a:lnTo>
                  <a:lnTo>
                    <a:pt x="561760" y="362517"/>
                  </a:lnTo>
                  <a:cubicBezTo>
                    <a:pt x="405493" y="346648"/>
                    <a:pt x="260668" y="292077"/>
                    <a:pt x="137019" y="208541"/>
                  </a:cubicBezTo>
                  <a:lnTo>
                    <a:pt x="0" y="95492"/>
                  </a:lnTo>
                  <a:lnTo>
                    <a:pt x="95492" y="0"/>
                  </a:lnTo>
                  <a:close/>
                </a:path>
              </a:pathLst>
            </a:custGeom>
            <a:solidFill>
              <a:srgbClr val="BE2B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8F95B82-7938-84C0-C2A7-F942CD56C0DF}"/>
                </a:ext>
              </a:extLst>
            </p:cNvPr>
            <p:cNvSpPr/>
            <p:nvPr/>
          </p:nvSpPr>
          <p:spPr>
            <a:xfrm>
              <a:off x="5939637" y="2002174"/>
              <a:ext cx="767180" cy="470598"/>
            </a:xfrm>
            <a:custGeom>
              <a:avLst/>
              <a:gdLst>
                <a:gd name="connsiteX0" fmla="*/ 560584 w 656076"/>
                <a:gd name="connsiteY0" fmla="*/ 0 h 367280"/>
                <a:gd name="connsiteX1" fmla="*/ 656076 w 656076"/>
                <a:gd name="connsiteY1" fmla="*/ 95492 h 367280"/>
                <a:gd name="connsiteX2" fmla="*/ 519057 w 656076"/>
                <a:gd name="connsiteY2" fmla="*/ 208541 h 367280"/>
                <a:gd name="connsiteX3" fmla="*/ 94316 w 656076"/>
                <a:gd name="connsiteY3" fmla="*/ 362517 h 367280"/>
                <a:gd name="connsiteX4" fmla="*/ 0 w 656076"/>
                <a:gd name="connsiteY4" fmla="*/ 367280 h 367280"/>
                <a:gd name="connsiteX5" fmla="*/ 0 w 656076"/>
                <a:gd name="connsiteY5" fmla="*/ 232234 h 367280"/>
                <a:gd name="connsiteX6" fmla="*/ 80508 w 656076"/>
                <a:gd name="connsiteY6" fmla="*/ 228168 h 367280"/>
                <a:gd name="connsiteX7" fmla="*/ 443551 w 656076"/>
                <a:gd name="connsiteY7" fmla="*/ 96559 h 367280"/>
                <a:gd name="connsiteX8" fmla="*/ 560584 w 656076"/>
                <a:gd name="connsiteY8" fmla="*/ 0 h 36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6076" h="367280">
                  <a:moveTo>
                    <a:pt x="560584" y="0"/>
                  </a:moveTo>
                  <a:lnTo>
                    <a:pt x="656076" y="95492"/>
                  </a:lnTo>
                  <a:lnTo>
                    <a:pt x="519057" y="208541"/>
                  </a:lnTo>
                  <a:cubicBezTo>
                    <a:pt x="395408" y="292077"/>
                    <a:pt x="250583" y="346648"/>
                    <a:pt x="94316" y="362517"/>
                  </a:cubicBezTo>
                  <a:lnTo>
                    <a:pt x="0" y="367280"/>
                  </a:lnTo>
                  <a:lnTo>
                    <a:pt x="0" y="232234"/>
                  </a:lnTo>
                  <a:lnTo>
                    <a:pt x="80508" y="228168"/>
                  </a:lnTo>
                  <a:cubicBezTo>
                    <a:pt x="214076" y="214604"/>
                    <a:pt x="337864" y="167960"/>
                    <a:pt x="443551" y="96559"/>
                  </a:cubicBezTo>
                  <a:lnTo>
                    <a:pt x="560584" y="0"/>
                  </a:lnTo>
                  <a:close/>
                </a:path>
              </a:pathLst>
            </a:custGeom>
            <a:solidFill>
              <a:srgbClr val="A69F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45A0304-C490-6091-F207-8D31A3782F94}"/>
                </a:ext>
              </a:extLst>
            </p:cNvPr>
            <p:cNvSpPr/>
            <p:nvPr/>
          </p:nvSpPr>
          <p:spPr>
            <a:xfrm>
              <a:off x="5012779" y="264246"/>
              <a:ext cx="1879485" cy="20594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50800" dir="8100000" algn="tr" rotWithShape="0">
                <a:prstClr val="black">
                  <a:alpha val="3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pic>
        <p:nvPicPr>
          <p:cNvPr id="45" name="Graphic 44" descr="Research">
            <a:extLst>
              <a:ext uri="{FF2B5EF4-FFF2-40B4-BE49-F238E27FC236}">
                <a16:creationId xmlns:a16="http://schemas.microsoft.com/office/drawing/2014/main" id="{32BC0D99-6363-3726-5D9D-7A7F71E33D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483" y="3322968"/>
            <a:ext cx="429262" cy="470362"/>
          </a:xfrm>
          <a:prstGeom prst="rect">
            <a:avLst/>
          </a:prstGeom>
        </p:spPr>
      </p:pic>
      <p:pic>
        <p:nvPicPr>
          <p:cNvPr id="46" name="Graphic 45" descr="Lightbulb">
            <a:extLst>
              <a:ext uri="{FF2B5EF4-FFF2-40B4-BE49-F238E27FC236}">
                <a16:creationId xmlns:a16="http://schemas.microsoft.com/office/drawing/2014/main" id="{9C1E53F5-EE9E-F497-31DF-CC07170BA5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4440" y="3322968"/>
            <a:ext cx="429262" cy="470362"/>
          </a:xfrm>
          <a:prstGeom prst="rect">
            <a:avLst/>
          </a:prstGeom>
        </p:spPr>
      </p:pic>
      <p:pic>
        <p:nvPicPr>
          <p:cNvPr id="47" name="Graphic 46" descr="Bullseye">
            <a:extLst>
              <a:ext uri="{FF2B5EF4-FFF2-40B4-BE49-F238E27FC236}">
                <a16:creationId xmlns:a16="http://schemas.microsoft.com/office/drawing/2014/main" id="{4E9B5AEC-D83B-3FCA-DA10-E3A555CA42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5018" y="3322968"/>
            <a:ext cx="429262" cy="470362"/>
          </a:xfrm>
          <a:prstGeom prst="rect">
            <a:avLst/>
          </a:prstGeom>
        </p:spPr>
      </p:pic>
      <p:pic>
        <p:nvPicPr>
          <p:cNvPr id="49" name="Graphic 48" descr="Playbook">
            <a:extLst>
              <a:ext uri="{FF2B5EF4-FFF2-40B4-BE49-F238E27FC236}">
                <a16:creationId xmlns:a16="http://schemas.microsoft.com/office/drawing/2014/main" id="{F118D3AC-032A-73AB-C1DB-BFF3966E59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1678" y="3381723"/>
            <a:ext cx="429262" cy="470362"/>
          </a:xfrm>
          <a:prstGeom prst="rect">
            <a:avLst/>
          </a:prstGeom>
        </p:spPr>
      </p:pic>
      <p:pic>
        <p:nvPicPr>
          <p:cNvPr id="50" name="Graphic 49" descr="Meeting">
            <a:extLst>
              <a:ext uri="{FF2B5EF4-FFF2-40B4-BE49-F238E27FC236}">
                <a16:creationId xmlns:a16="http://schemas.microsoft.com/office/drawing/2014/main" id="{D2669DA1-2CCB-22FA-49AA-9EE1097541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302" y="3345513"/>
            <a:ext cx="429262" cy="470362"/>
          </a:xfrm>
          <a:prstGeom prst="rect">
            <a:avLst/>
          </a:prstGeom>
        </p:spPr>
      </p:pic>
      <p:pic>
        <p:nvPicPr>
          <p:cNvPr id="51" name="Graphic 50" descr="Box">
            <a:extLst>
              <a:ext uri="{FF2B5EF4-FFF2-40B4-BE49-F238E27FC236}">
                <a16:creationId xmlns:a16="http://schemas.microsoft.com/office/drawing/2014/main" id="{055215DD-93BC-0779-0C01-1B1E192AF9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4219" y="3322968"/>
            <a:ext cx="429262" cy="470362"/>
          </a:xfrm>
          <a:prstGeom prst="rect">
            <a:avLst/>
          </a:prstGeom>
        </p:spPr>
      </p:pic>
      <p:pic>
        <p:nvPicPr>
          <p:cNvPr id="52" name="Picture 8" descr="Image result for goal icon png">
            <a:extLst>
              <a:ext uri="{FF2B5EF4-FFF2-40B4-BE49-F238E27FC236}">
                <a16:creationId xmlns:a16="http://schemas.microsoft.com/office/drawing/2014/main" id="{19110836-83BD-BA90-15BB-69330B4CE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1566" y="3285094"/>
            <a:ext cx="498393" cy="546111"/>
          </a:xfrm>
          <a:prstGeom prst="rect">
            <a:avLst/>
          </a:prstGeom>
        </p:spPr>
      </p:pic>
      <p:pic>
        <p:nvPicPr>
          <p:cNvPr id="53" name="Graphic 52" descr="Bar graph with upward trend">
            <a:extLst>
              <a:ext uri="{FF2B5EF4-FFF2-40B4-BE49-F238E27FC236}">
                <a16:creationId xmlns:a16="http://schemas.microsoft.com/office/drawing/2014/main" id="{607362A0-DA7B-DD82-38B0-3FD8CD9A4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8900" y="3332527"/>
            <a:ext cx="411815" cy="451245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AA8D28E3-38C9-3CEC-1CF4-012C9C4BCC4D}"/>
              </a:ext>
            </a:extLst>
          </p:cNvPr>
          <p:cNvSpPr txBox="1"/>
          <p:nvPr/>
        </p:nvSpPr>
        <p:spPr>
          <a:xfrm>
            <a:off x="4965934" y="1011517"/>
            <a:ext cx="1966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Meeting agenda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09340FF-0152-9C88-4447-557905931682}"/>
              </a:ext>
            </a:extLst>
          </p:cNvPr>
          <p:cNvSpPr txBox="1"/>
          <p:nvPr/>
        </p:nvSpPr>
        <p:spPr>
          <a:xfrm>
            <a:off x="1505881" y="4890193"/>
            <a:ext cx="1341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ea typeface="+mn-ea"/>
                <a:cs typeface="+mn-cs"/>
              </a:rPr>
              <a:t>Faculty introduction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EA9B14C-9A35-7A97-5FAD-0736654346A4}"/>
              </a:ext>
            </a:extLst>
          </p:cNvPr>
          <p:cNvCxnSpPr/>
          <p:nvPr/>
        </p:nvCxnSpPr>
        <p:spPr>
          <a:xfrm>
            <a:off x="4658006" y="4219510"/>
            <a:ext cx="0" cy="381182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60E848D-D002-E554-CA59-59CDD2BD2493}"/>
              </a:ext>
            </a:extLst>
          </p:cNvPr>
          <p:cNvSpPr txBox="1"/>
          <p:nvPr/>
        </p:nvSpPr>
        <p:spPr>
          <a:xfrm>
            <a:off x="2773180" y="659567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57003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6386C9B-5CAD-FE3B-7A9D-C773CFBB37C0}"/>
              </a:ext>
            </a:extLst>
          </p:cNvPr>
          <p:cNvSpPr txBox="1"/>
          <p:nvPr/>
        </p:nvSpPr>
        <p:spPr>
          <a:xfrm>
            <a:off x="1614857" y="425468"/>
            <a:ext cx="311168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BE2BB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Advisors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BE2BBB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24348D-5CC9-1170-A3F5-C83E590F2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E6A86D1-770E-AFC8-0386-496AD60FE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809132"/>
              </p:ext>
            </p:extLst>
          </p:nvPr>
        </p:nvGraphicFramePr>
        <p:xfrm>
          <a:off x="1704067" y="990600"/>
          <a:ext cx="9170762" cy="4757058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2680701">
                  <a:extLst>
                    <a:ext uri="{9D8B030D-6E8A-4147-A177-3AD203B41FA5}">
                      <a16:colId xmlns:a16="http://schemas.microsoft.com/office/drawing/2014/main" val="2682146937"/>
                    </a:ext>
                  </a:extLst>
                </a:gridCol>
                <a:gridCol w="5042382">
                  <a:extLst>
                    <a:ext uri="{9D8B030D-6E8A-4147-A177-3AD203B41FA5}">
                      <a16:colId xmlns:a16="http://schemas.microsoft.com/office/drawing/2014/main" val="2941911312"/>
                    </a:ext>
                  </a:extLst>
                </a:gridCol>
                <a:gridCol w="1447679">
                  <a:extLst>
                    <a:ext uri="{9D8B030D-6E8A-4147-A177-3AD203B41FA5}">
                      <a16:colId xmlns:a16="http://schemas.microsoft.com/office/drawing/2014/main" val="1604661996"/>
                    </a:ext>
                  </a:extLst>
                </a:gridCol>
              </a:tblGrid>
              <a:tr h="428972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Advisors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Affiliation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Country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9524107"/>
                  </a:ext>
                </a:extLst>
              </a:tr>
              <a:tr h="428972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Asma </a:t>
                      </a:r>
                      <a:r>
                        <a:rPr lang="en-GB" sz="1400" kern="100" err="1">
                          <a:effectLst/>
                        </a:rPr>
                        <a:t>Olama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Dubai Hospital, Dubai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UAE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5620082"/>
                  </a:ext>
                </a:extLst>
              </a:tr>
              <a:tr h="516632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Arif Alam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Tawam</a:t>
                      </a: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Hospital, Al Ain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UAE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22506867"/>
                  </a:ext>
                </a:extLst>
              </a:tr>
              <a:tr h="545324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Hani Yousif Osman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       </a:t>
                      </a:r>
                      <a:r>
                        <a:rPr lang="en-GB" sz="1400" kern="10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Tawam</a:t>
                      </a: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Hospital, Al Ain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UAE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85744007"/>
                  </a:ext>
                </a:extLst>
              </a:tr>
              <a:tr h="557066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Faraz Khan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            American Hospital, Dubai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UAE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15919759"/>
                  </a:ext>
                </a:extLst>
              </a:tr>
              <a:tr h="616954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Kourosh Lotfi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                  Sheikh </a:t>
                      </a:r>
                      <a:r>
                        <a:rPr lang="en-US" sz="1400" kern="10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Shakhbout</a:t>
                      </a:r>
                      <a:r>
                        <a:rPr lang="en-US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Medical City, Abu Dhabi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UAE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61010894"/>
                  </a:ext>
                </a:extLst>
              </a:tr>
              <a:tr h="5027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Hasan Al Yaseen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Dubai Hospital, Dubai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UAE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78681218"/>
                  </a:ext>
                </a:extLst>
              </a:tr>
              <a:tr h="5999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Emmanouil </a:t>
                      </a:r>
                      <a:r>
                        <a:rPr lang="en-GB" sz="1400" kern="100" err="1">
                          <a:effectLst/>
                        </a:rPr>
                        <a:t>Nikolousis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Yas Clinic, Abu Dhabi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UAE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97563505"/>
                  </a:ext>
                </a:extLst>
              </a:tr>
              <a:tr h="5604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</a:rPr>
                        <a:t>Panayotis </a:t>
                      </a:r>
                      <a:r>
                        <a:rPr lang="en-GB" sz="1400" kern="100" err="1">
                          <a:effectLst/>
                        </a:rPr>
                        <a:t>Kaloyannidis</a:t>
                      </a:r>
                      <a:endParaRPr lang="en-GB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GB" sz="1400" kern="10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Burjeel</a:t>
                      </a: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Cancer Institute, Abu Dhabi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UAE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01632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9269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8530E-313F-39CA-09B4-E2E619031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F228740-B789-44DA-2A55-087F6D214A39}"/>
              </a:ext>
            </a:extLst>
          </p:cNvPr>
          <p:cNvSpPr/>
          <p:nvPr/>
        </p:nvSpPr>
        <p:spPr>
          <a:xfrm>
            <a:off x="5786" y="3200400"/>
            <a:ext cx="364801" cy="205891"/>
          </a:xfrm>
          <a:custGeom>
            <a:avLst/>
            <a:gdLst>
              <a:gd name="connsiteX0" fmla="*/ 364801 w 364801"/>
              <a:gd name="connsiteY0" fmla="*/ 0 h 205891"/>
              <a:gd name="connsiteX1" fmla="*/ 2194 w 364801"/>
              <a:gd name="connsiteY1" fmla="*/ 204952 h 205891"/>
              <a:gd name="connsiteX2" fmla="*/ 207146 w 364801"/>
              <a:gd name="connsiteY2" fmla="*/ 78828 h 205891"/>
              <a:gd name="connsiteX3" fmla="*/ 81022 w 364801"/>
              <a:gd name="connsiteY3" fmla="*/ 141890 h 205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1" h="205891">
                <a:moveTo>
                  <a:pt x="364801" y="0"/>
                </a:moveTo>
                <a:lnTo>
                  <a:pt x="2194" y="204952"/>
                </a:lnTo>
                <a:cubicBezTo>
                  <a:pt x="-24082" y="218090"/>
                  <a:pt x="194008" y="89338"/>
                  <a:pt x="207146" y="78828"/>
                </a:cubicBezTo>
                <a:cubicBezTo>
                  <a:pt x="220284" y="68318"/>
                  <a:pt x="150653" y="105104"/>
                  <a:pt x="81022" y="141890"/>
                </a:cubicBezTo>
              </a:path>
            </a:pathLst>
          </a:cu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21CD6C-3368-C0E7-A658-BB5ACB1951E3}"/>
              </a:ext>
            </a:extLst>
          </p:cNvPr>
          <p:cNvSpPr txBox="1"/>
          <p:nvPr/>
        </p:nvSpPr>
        <p:spPr>
          <a:xfrm>
            <a:off x="-795647" y="130628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endParaRPr lang="en-US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DCA79C-14F1-9741-7367-CA1F744C7103}"/>
              </a:ext>
            </a:extLst>
          </p:cNvPr>
          <p:cNvSpPr txBox="1"/>
          <p:nvPr/>
        </p:nvSpPr>
        <p:spPr>
          <a:xfrm>
            <a:off x="421803" y="594218"/>
            <a:ext cx="876969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BE2BB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BMS Attendees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D05FB65-9AED-D170-D3CF-53498563F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8BE8A32-6925-C1F3-654B-51033904C1A9}"/>
              </a:ext>
            </a:extLst>
          </p:cNvPr>
          <p:cNvGrpSpPr/>
          <p:nvPr/>
        </p:nvGrpSpPr>
        <p:grpSpPr>
          <a:xfrm>
            <a:off x="849792" y="1530794"/>
            <a:ext cx="2227986" cy="3580954"/>
            <a:chOff x="769782" y="2259841"/>
            <a:chExt cx="2227986" cy="3580954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5AA76CC-493E-7475-39A0-F6E4859A9C3B}"/>
                </a:ext>
              </a:extLst>
            </p:cNvPr>
            <p:cNvSpPr/>
            <p:nvPr/>
          </p:nvSpPr>
          <p:spPr>
            <a:xfrm>
              <a:off x="769782" y="2259841"/>
              <a:ext cx="2227986" cy="3580954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20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0FF2B6-B014-6C0D-DA5A-0F5F77736DF8}"/>
                </a:ext>
              </a:extLst>
            </p:cNvPr>
            <p:cNvSpPr txBox="1"/>
            <p:nvPr/>
          </p:nvSpPr>
          <p:spPr>
            <a:xfrm>
              <a:off x="878900" y="4595885"/>
              <a:ext cx="2118868" cy="7717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lvl="0" algn="ctr"/>
              <a:r>
                <a:rPr lang="en-US" sz="1400" b="1"/>
                <a:t>Mina Nagib  </a:t>
              </a:r>
            </a:p>
            <a:p>
              <a:pPr lvl="0" algn="ctr"/>
              <a:r>
                <a:rPr lang="en-US" sz="1400"/>
                <a:t>Senior Scientific Advisor, MEA</a:t>
              </a: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080B0B8-0BFA-AB7A-C9C9-47A89D59A3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1" r="3841"/>
            <a:stretch/>
          </p:blipFill>
          <p:spPr bwMode="auto">
            <a:xfrm>
              <a:off x="950571" y="2427608"/>
              <a:ext cx="1866408" cy="1956135"/>
            </a:xfrm>
            <a:prstGeom prst="ellipse">
              <a:avLst/>
            </a:prstGeom>
            <a:ln w="190500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orthographicFront"/>
              <a:lightRig rig="threePt" dir="t"/>
            </a:scene3d>
            <a:sp3d extrusionH="19050">
              <a:bevelT w="177800" prst="relaxedInset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81C2CBC-8853-8DDF-3D42-70D13766266F}"/>
              </a:ext>
            </a:extLst>
          </p:cNvPr>
          <p:cNvGrpSpPr/>
          <p:nvPr/>
        </p:nvGrpSpPr>
        <p:grpSpPr>
          <a:xfrm>
            <a:off x="3685936" y="1530794"/>
            <a:ext cx="2227986" cy="3580954"/>
            <a:chOff x="3685936" y="1530794"/>
            <a:chExt cx="2227986" cy="3580954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75D820DC-DF7C-56B6-5D37-80B4717B9308}"/>
                </a:ext>
              </a:extLst>
            </p:cNvPr>
            <p:cNvSpPr/>
            <p:nvPr/>
          </p:nvSpPr>
          <p:spPr>
            <a:xfrm>
              <a:off x="3685936" y="1530794"/>
              <a:ext cx="2227986" cy="3580954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20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C34455E-CB4B-263E-1941-706D4591802D}"/>
                </a:ext>
              </a:extLst>
            </p:cNvPr>
            <p:cNvSpPr txBox="1"/>
            <p:nvPr/>
          </p:nvSpPr>
          <p:spPr>
            <a:xfrm>
              <a:off x="3740495" y="3817219"/>
              <a:ext cx="2118868" cy="7221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lvl="0" algn="ctr"/>
              <a:r>
                <a:rPr lang="en-US" sz="1400" b="1"/>
                <a:t>Ahmed Belal </a:t>
              </a:r>
            </a:p>
            <a:p>
              <a:pPr lvl="0" algn="ctr"/>
              <a:r>
                <a:rPr lang="en-US" sz="1400"/>
                <a:t>Senior Product Manager, Gulf countries</a:t>
              </a:r>
              <a:endParaRPr lang="en-US" sz="1200"/>
            </a:p>
          </p:txBody>
        </p:sp>
        <p:pic>
          <p:nvPicPr>
            <p:cNvPr id="19" name="Picture 2" descr="Profile photo of Waleed Fakhry">
              <a:extLst>
                <a:ext uri="{FF2B5EF4-FFF2-40B4-BE49-F238E27FC236}">
                  <a16:creationId xmlns:a16="http://schemas.microsoft.com/office/drawing/2014/main" id="{F7DDFD83-FC93-65BF-D147-D22FEEFBA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2863" y="1623628"/>
              <a:ext cx="1866408" cy="1956135"/>
            </a:xfrm>
            <a:prstGeom prst="ellipse">
              <a:avLst/>
            </a:prstGeom>
            <a:ln w="190500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orthographicFront"/>
              <a:lightRig rig="threePt" dir="t"/>
            </a:scene3d>
            <a:sp3d extrusionH="19050">
              <a:bevelT w="177800" prst="relaxedInset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0F85D1B-039D-C7DB-611E-16D79878AB34}"/>
              </a:ext>
            </a:extLst>
          </p:cNvPr>
          <p:cNvGrpSpPr/>
          <p:nvPr/>
        </p:nvGrpSpPr>
        <p:grpSpPr>
          <a:xfrm>
            <a:off x="6522080" y="1530794"/>
            <a:ext cx="2227986" cy="3580954"/>
            <a:chOff x="6442070" y="2259841"/>
            <a:chExt cx="2227986" cy="3580954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EF4CC3D1-9785-0403-F1FF-F7B7C6029FB7}"/>
                </a:ext>
              </a:extLst>
            </p:cNvPr>
            <p:cNvSpPr/>
            <p:nvPr/>
          </p:nvSpPr>
          <p:spPr>
            <a:xfrm>
              <a:off x="6442070" y="2259841"/>
              <a:ext cx="2227986" cy="3580954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20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B7F6736-655A-9A19-758E-CBCF29A12A70}"/>
                </a:ext>
              </a:extLst>
            </p:cNvPr>
            <p:cNvSpPr txBox="1"/>
            <p:nvPr/>
          </p:nvSpPr>
          <p:spPr>
            <a:xfrm>
              <a:off x="6496629" y="4595885"/>
              <a:ext cx="2118868" cy="7221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lvl="0" algn="ctr"/>
              <a:r>
                <a:rPr lang="en-US" sz="1400" b="1"/>
                <a:t>Mayada Al Ahmad </a:t>
              </a:r>
              <a:r>
                <a:rPr lang="en-US" sz="1400"/>
                <a:t>General Manager, GCC</a:t>
              </a:r>
              <a:endParaRPr lang="en-US" sz="1200"/>
            </a:p>
          </p:txBody>
        </p:sp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41A5AE7C-59A9-D95B-C1BA-0384137A6B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93" r="2293"/>
            <a:stretch/>
          </p:blipFill>
          <p:spPr bwMode="auto">
            <a:xfrm>
              <a:off x="6622859" y="2424986"/>
              <a:ext cx="1866408" cy="1956135"/>
            </a:xfrm>
            <a:prstGeom prst="ellipse">
              <a:avLst/>
            </a:prstGeom>
            <a:ln w="190500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orthographicFront"/>
              <a:lightRig rig="threePt" dir="t"/>
            </a:scene3d>
            <a:sp3d extrusionH="19050">
              <a:bevelT w="177800" prst="relaxedInset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C61FB8D-843E-B749-A562-2AF2E17DBA49}"/>
              </a:ext>
            </a:extLst>
          </p:cNvPr>
          <p:cNvGrpSpPr/>
          <p:nvPr/>
        </p:nvGrpSpPr>
        <p:grpSpPr>
          <a:xfrm>
            <a:off x="9358224" y="1530794"/>
            <a:ext cx="2227986" cy="3580954"/>
            <a:chOff x="9278214" y="2259841"/>
            <a:chExt cx="2227986" cy="3580954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1AF847DD-65A6-E3AD-F0AB-F3C7C0BD9A57}"/>
                </a:ext>
              </a:extLst>
            </p:cNvPr>
            <p:cNvSpPr/>
            <p:nvPr/>
          </p:nvSpPr>
          <p:spPr>
            <a:xfrm>
              <a:off x="9278214" y="2259841"/>
              <a:ext cx="2227986" cy="3580954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20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60D1A26-78DA-A48C-E8AD-82E6605AC7B3}"/>
                </a:ext>
              </a:extLst>
            </p:cNvPr>
            <p:cNvSpPr txBox="1"/>
            <p:nvPr/>
          </p:nvSpPr>
          <p:spPr>
            <a:xfrm>
              <a:off x="9387333" y="4546266"/>
              <a:ext cx="2118867" cy="9833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400" b="1"/>
                <a:t>Mohamed El-</a:t>
              </a:r>
              <a:r>
                <a:rPr lang="en-US" sz="1400" b="1" err="1"/>
                <a:t>Halfawi</a:t>
              </a:r>
              <a:r>
                <a:rPr lang="en-US" sz="1400" b="1"/>
                <a:t> </a:t>
              </a:r>
              <a:r>
                <a:rPr lang="en-US" sz="1400"/>
                <a:t>Oncology &amp; Hematology Franchise lead, </a:t>
              </a:r>
            </a:p>
            <a:p>
              <a:pPr algn="ctr"/>
              <a:r>
                <a:rPr lang="en-US" sz="1400"/>
                <a:t>Gulf Countries</a:t>
              </a:r>
              <a:endParaRPr lang="en-US" sz="1200"/>
            </a:p>
          </p:txBody>
        </p:sp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1B4C14E4-8B92-848B-7DD7-B82DE050E9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93" r="2293"/>
            <a:stretch/>
          </p:blipFill>
          <p:spPr bwMode="auto">
            <a:xfrm>
              <a:off x="9459003" y="2427608"/>
              <a:ext cx="1866408" cy="1956135"/>
            </a:xfrm>
            <a:prstGeom prst="ellipse">
              <a:avLst/>
            </a:prstGeom>
            <a:ln w="190500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orthographicFront"/>
              <a:lightRig rig="threePt" dir="t"/>
            </a:scene3d>
            <a:sp3d extrusionH="19050">
              <a:bevelT w="177800" prst="relaxedInset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8F68AB5-E18C-DD75-AC92-A00DB4BAB3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2863" y="1623628"/>
            <a:ext cx="1866408" cy="1866408"/>
          </a:xfrm>
          <a:prstGeom prst="ellipse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5448D6-7836-7B0A-6981-459F7001CB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869" y="1731589"/>
            <a:ext cx="1866408" cy="1848174"/>
          </a:xfrm>
          <a:prstGeom prst="ellipse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E4FEF4-18AB-74C7-4506-CA2F8CDFB8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1505" y="1779393"/>
            <a:ext cx="1737878" cy="180037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8977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A92E0-7E32-CE58-656F-7AB15FE94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1">
            <a:extLst>
              <a:ext uri="{FF2B5EF4-FFF2-40B4-BE49-F238E27FC236}">
                <a16:creationId xmlns:a16="http://schemas.microsoft.com/office/drawing/2014/main" id="{4AC7BCA3-6921-9133-43D4-4AE12F67BDB7}"/>
              </a:ext>
            </a:extLst>
          </p:cNvPr>
          <p:cNvSpPr txBox="1">
            <a:spLocks/>
          </p:cNvSpPr>
          <p:nvPr/>
        </p:nvSpPr>
        <p:spPr>
          <a:xfrm>
            <a:off x="6346363" y="1743916"/>
            <a:ext cx="5444232" cy="1222682"/>
          </a:xfrm>
          <a:prstGeom prst="rect">
            <a:avLst/>
          </a:prstGeom>
        </p:spPr>
        <p:txBody>
          <a:bodyPr vert="horz" lIns="0" tIns="0" rIns="0" bIns="0" spcCol="301752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Trebuchet MS" panose="020B0603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Trebuchet MS" panose="020B0603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Trebuchet MS" panose="020B0603020202020204" pitchFamily="34" charset="0"/>
              <a:buChar char="—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Trebuchet MS" panose="020B0603020202020204" pitchFamily="34" charset="0"/>
              <a:buChar char="—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Trebuchet MS" panose="020B0603020202020204" pitchFamily="34" charset="0"/>
              <a:buChar char="—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371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Trebuchet MS" panose="020B0603020202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Trebuchet MS" panose="020B0603020202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Trebuchet MS" panose="020B0603020202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Trebuchet MS" panose="020B0603020202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800">
                <a:solidFill>
                  <a:schemeClr val="accent1">
                    <a:lumMod val="50000"/>
                  </a:schemeClr>
                </a:solidFill>
                <a:ea typeface="Calibri" panose="020F0502020204030204" pitchFamily="34" charset="0"/>
                <a:cs typeface="Vrinda" panose="020B0502040204020203" pitchFamily="34" charset="0"/>
              </a:rPr>
              <a:t>Prof. Dr. Mahmoud Marashi</a:t>
            </a:r>
          </a:p>
          <a:p>
            <a:pPr>
              <a:defRPr/>
            </a:pPr>
            <a:r>
              <a:rPr lang="en-US">
                <a:ea typeface="Calibri" panose="020F0502020204030204" pitchFamily="34" charset="0"/>
                <a:cs typeface="Vrinda" panose="020B0502040204020203" pitchFamily="34" charset="0"/>
              </a:rPr>
              <a:t>Head, Academic Department of Medicine at Dubai Medical College/Dubai Health Authority.</a:t>
            </a:r>
          </a:p>
          <a:p>
            <a:pPr lvl="0">
              <a:defRPr/>
            </a:pPr>
            <a:endParaRPr lang="en-US" sz="1800">
              <a:effectLst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331C3206-525B-F001-FDF0-EEA428040A46}"/>
              </a:ext>
            </a:extLst>
          </p:cNvPr>
          <p:cNvSpPr txBox="1">
            <a:spLocks/>
          </p:cNvSpPr>
          <p:nvPr/>
        </p:nvSpPr>
        <p:spPr>
          <a:xfrm>
            <a:off x="6346363" y="3122578"/>
            <a:ext cx="5444232" cy="3535397"/>
          </a:xfrm>
          <a:prstGeom prst="rect">
            <a:avLst/>
          </a:prstGeom>
        </p:spPr>
        <p:txBody>
          <a:bodyPr vert="horz" lIns="0" tIns="0" rIns="0" bIns="0" rtlCol="0" anchor="t" anchorCtr="0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10000"/>
              </a:lnSpc>
              <a:defRPr/>
            </a:pPr>
            <a:r>
              <a:rPr lang="en-GB" sz="2100" b="0">
                <a:solidFill>
                  <a:srgbClr val="595454">
                    <a:lumMod val="50000"/>
                  </a:srgbClr>
                </a:solidFill>
                <a:latin typeface="+mn-lt"/>
              </a:rPr>
              <a:t>Dr Marashi is a Consultant </a:t>
            </a:r>
            <a:r>
              <a:rPr lang="en-GB" sz="2100" b="0" err="1">
                <a:solidFill>
                  <a:srgbClr val="595454">
                    <a:lumMod val="50000"/>
                  </a:srgbClr>
                </a:solidFill>
                <a:latin typeface="+mn-lt"/>
              </a:rPr>
              <a:t>Hematologist</a:t>
            </a:r>
            <a:r>
              <a:rPr lang="en-GB" sz="2100" b="0">
                <a:solidFill>
                  <a:srgbClr val="595454">
                    <a:lumMod val="50000"/>
                  </a:srgbClr>
                </a:solidFill>
                <a:latin typeface="+mn-lt"/>
              </a:rPr>
              <a:t> at Mediclinic City Hospital, Dubai, with over 30 years of experience in clinical </a:t>
            </a:r>
            <a:r>
              <a:rPr lang="en-GB" sz="2100" b="0" err="1">
                <a:solidFill>
                  <a:srgbClr val="595454">
                    <a:lumMod val="50000"/>
                  </a:srgbClr>
                </a:solidFill>
                <a:latin typeface="+mn-lt"/>
              </a:rPr>
              <a:t>hematology</a:t>
            </a:r>
            <a:r>
              <a:rPr lang="en-GB" sz="2100" b="0">
                <a:solidFill>
                  <a:srgbClr val="595454">
                    <a:lumMod val="50000"/>
                  </a:srgbClr>
                </a:solidFill>
                <a:latin typeface="+mn-lt"/>
              </a:rPr>
              <a:t>.</a:t>
            </a:r>
          </a:p>
          <a:p>
            <a:pPr algn="just">
              <a:lnSpc>
                <a:spcPct val="110000"/>
              </a:lnSpc>
              <a:defRPr/>
            </a:pPr>
            <a:endParaRPr lang="en-GB" sz="2100" b="0">
              <a:solidFill>
                <a:srgbClr val="595454">
                  <a:lumMod val="50000"/>
                </a:srgbClr>
              </a:solidFill>
              <a:latin typeface="+mn-lt"/>
            </a:endParaRPr>
          </a:p>
          <a:p>
            <a:pPr algn="just">
              <a:lnSpc>
                <a:spcPct val="110000"/>
              </a:lnSpc>
              <a:defRPr/>
            </a:pPr>
            <a:r>
              <a:rPr lang="en-GB" sz="2100" b="0">
                <a:solidFill>
                  <a:srgbClr val="595454">
                    <a:lumMod val="50000"/>
                  </a:srgbClr>
                </a:solidFill>
                <a:latin typeface="+mn-lt"/>
              </a:rPr>
              <a:t>He is recognized as one of the pioneers of </a:t>
            </a:r>
            <a:r>
              <a:rPr lang="en-GB" sz="2100" b="0" err="1">
                <a:solidFill>
                  <a:srgbClr val="595454">
                    <a:lumMod val="50000"/>
                  </a:srgbClr>
                </a:solidFill>
                <a:latin typeface="+mn-lt"/>
              </a:rPr>
              <a:t>hematology</a:t>
            </a:r>
            <a:r>
              <a:rPr lang="en-GB" sz="2100" b="0">
                <a:solidFill>
                  <a:srgbClr val="595454">
                    <a:lumMod val="50000"/>
                  </a:srgbClr>
                </a:solidFill>
                <a:latin typeface="+mn-lt"/>
              </a:rPr>
              <a:t> services in the UAE, having established the clinical </a:t>
            </a:r>
            <a:r>
              <a:rPr lang="en-GB" sz="2100" b="0" err="1">
                <a:solidFill>
                  <a:srgbClr val="595454">
                    <a:lumMod val="50000"/>
                  </a:srgbClr>
                </a:solidFill>
                <a:latin typeface="+mn-lt"/>
              </a:rPr>
              <a:t>hematology</a:t>
            </a:r>
            <a:r>
              <a:rPr lang="en-GB" sz="2100" b="0">
                <a:solidFill>
                  <a:srgbClr val="595454">
                    <a:lumMod val="50000"/>
                  </a:srgbClr>
                </a:solidFill>
                <a:latin typeface="+mn-lt"/>
              </a:rPr>
              <a:t> service within Dubai Health Authority. His clinical expertise covers both benign and malignant blood disorders, including leukaemia, myeloma, and thrombosis-related conditions.</a:t>
            </a:r>
          </a:p>
          <a:p>
            <a:pPr algn="just">
              <a:lnSpc>
                <a:spcPct val="110000"/>
              </a:lnSpc>
              <a:defRPr/>
            </a:pPr>
            <a:endParaRPr lang="en-GB" sz="2100" b="0">
              <a:solidFill>
                <a:srgbClr val="595454">
                  <a:lumMod val="50000"/>
                </a:srgbClr>
              </a:solidFill>
              <a:latin typeface="+mn-lt"/>
            </a:endParaRPr>
          </a:p>
          <a:p>
            <a:pPr algn="just">
              <a:lnSpc>
                <a:spcPct val="110000"/>
              </a:lnSpc>
              <a:defRPr/>
            </a:pPr>
            <a:r>
              <a:rPr lang="en-GB" sz="2100" b="0">
                <a:solidFill>
                  <a:srgbClr val="595454">
                    <a:lumMod val="50000"/>
                  </a:srgbClr>
                </a:solidFill>
                <a:latin typeface="+mn-lt"/>
              </a:rPr>
              <a:t>He has also been actively involved in medical education for more than 20 years. He is a Professor of Medicine and Haematology and serves as the Head of the Academic Department of Medicine at Dubai Medical College/Dubai Health Authority. </a:t>
            </a:r>
            <a:endParaRPr lang="en-IN" sz="2100" b="0">
              <a:solidFill>
                <a:srgbClr val="595454">
                  <a:lumMod val="50000"/>
                </a:srgbClr>
              </a:solidFill>
              <a:latin typeface="+mn-lt"/>
            </a:endParaRPr>
          </a:p>
          <a:p>
            <a:pPr algn="just">
              <a:lnSpc>
                <a:spcPct val="110000"/>
              </a:lnSpc>
              <a:defRPr/>
            </a:pPr>
            <a:endParaRPr lang="en-US" sz="2100" b="0">
              <a:solidFill>
                <a:srgbClr val="595454">
                  <a:lumMod val="50000"/>
                </a:srgbClr>
              </a:solidFill>
              <a:latin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-50" normalizeH="0" baseline="0" noProof="0">
              <a:ln>
                <a:noFill/>
              </a:ln>
              <a:solidFill>
                <a:srgbClr val="595454">
                  <a:lumMod val="50000"/>
                </a:srgbClr>
              </a:solidFill>
              <a:effectLst/>
              <a:uLnTx/>
              <a:uFillTx/>
              <a:latin typeface="Trebuchet MS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5AB332-A2BF-1BA7-D766-6AC5338AF95C}"/>
              </a:ext>
            </a:extLst>
          </p:cNvPr>
          <p:cNvSpPr txBox="1"/>
          <p:nvPr/>
        </p:nvSpPr>
        <p:spPr>
          <a:xfrm>
            <a:off x="6270163" y="1128269"/>
            <a:ext cx="5845637" cy="64162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 spc="-50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/>
              <a:t>Meeting Introduction: Moderator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97F08-4FF3-66D7-E803-C4AFF15EFD8B}"/>
              </a:ext>
            </a:extLst>
          </p:cNvPr>
          <p:cNvSpPr txBox="1"/>
          <p:nvPr/>
        </p:nvSpPr>
        <p:spPr>
          <a:xfrm>
            <a:off x="7861738" y="545486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endParaRPr lang="en-US" sz="200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965DDC8D-C62B-2BEE-F908-ABE78BD9D518}"/>
              </a:ext>
            </a:extLst>
          </p:cNvPr>
          <p:cNvSpPr txBox="1">
            <a:spLocks/>
          </p:cNvSpPr>
          <p:nvPr/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5</a:t>
            </a:fld>
            <a:endParaRPr lang="en-US" sz="1000" b="1"/>
          </a:p>
        </p:txBody>
      </p:sp>
      <p:pic>
        <p:nvPicPr>
          <p:cNvPr id="3" name="Picture 2" descr="Mahmoud Marashi">
            <a:extLst>
              <a:ext uri="{FF2B5EF4-FFF2-40B4-BE49-F238E27FC236}">
                <a16:creationId xmlns:a16="http://schemas.microsoft.com/office/drawing/2014/main" id="{C604D393-2B12-6FCB-E65A-743A3F518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12355"/>
            <a:ext cx="4678595" cy="4678595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2680164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1">
            <a:extLst>
              <a:ext uri="{FF2B5EF4-FFF2-40B4-BE49-F238E27FC236}">
                <a16:creationId xmlns:a16="http://schemas.microsoft.com/office/drawing/2014/main" id="{8AC0C755-0AB6-E9FB-32A4-CBA358CE9B55}"/>
              </a:ext>
            </a:extLst>
          </p:cNvPr>
          <p:cNvSpPr txBox="1">
            <a:spLocks/>
          </p:cNvSpPr>
          <p:nvPr/>
        </p:nvSpPr>
        <p:spPr>
          <a:xfrm>
            <a:off x="6346363" y="1769890"/>
            <a:ext cx="5444232" cy="1222682"/>
          </a:xfrm>
          <a:prstGeom prst="rect">
            <a:avLst/>
          </a:prstGeom>
        </p:spPr>
        <p:txBody>
          <a:bodyPr vert="horz" lIns="0" tIns="0" rIns="0" bIns="0" spcCol="301752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Trebuchet MS" panose="020B0603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Trebuchet MS" panose="020B0603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Trebuchet MS" panose="020B0603020202020204" pitchFamily="34" charset="0"/>
              <a:buChar char="—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Trebuchet MS" panose="020B0603020202020204" pitchFamily="34" charset="0"/>
              <a:buChar char="—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Trebuchet MS" panose="020B0603020202020204" pitchFamily="34" charset="0"/>
              <a:buChar char="—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371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Trebuchet MS" panose="020B0603020202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Trebuchet MS" panose="020B0603020202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Trebuchet MS" panose="020B0603020202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Trebuchet MS" panose="020B0603020202020204" pitchFamily="34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800">
                <a:solidFill>
                  <a:schemeClr val="accent1">
                    <a:lumMod val="50000"/>
                  </a:schemeClr>
                </a:solidFill>
                <a:ea typeface="Calibri" panose="020F0502020204030204" pitchFamily="34" charset="0"/>
                <a:cs typeface="Vrinda" panose="020B0502040204020203" pitchFamily="34" charset="0"/>
              </a:rPr>
              <a:t>Prof. Paul Richardson </a:t>
            </a:r>
          </a:p>
          <a:p>
            <a:pPr lvl="0">
              <a:defRPr/>
            </a:pPr>
            <a:r>
              <a:rPr lang="en-US" sz="1800">
                <a:effectLst/>
                <a:ea typeface="Calibri" panose="020F0502020204030204" pitchFamily="34" charset="0"/>
                <a:cs typeface="Vrinda" panose="020B0502040204020203" pitchFamily="34" charset="0"/>
              </a:rPr>
              <a:t>RJ Corman Professor of Medicine at Harvard Medical School, USA.</a:t>
            </a:r>
          </a:p>
          <a:p>
            <a:pPr>
              <a:defRPr/>
            </a:pPr>
            <a:endParaRPr kumimoji="0" lang="es-ES" sz="2800" b="1" i="0" u="none" strike="noStrike" kern="1200" cap="none" spc="0" normalizeH="0" baseline="0" noProof="0">
              <a:ln>
                <a:noFill/>
              </a:ln>
              <a:solidFill>
                <a:srgbClr val="595454">
                  <a:lumMod val="50000"/>
                </a:srgbClr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3FAF023A-F056-4A2E-0B1F-ACF49C18C391}"/>
              </a:ext>
            </a:extLst>
          </p:cNvPr>
          <p:cNvSpPr txBox="1">
            <a:spLocks/>
          </p:cNvSpPr>
          <p:nvPr/>
        </p:nvSpPr>
        <p:spPr>
          <a:xfrm>
            <a:off x="6346363" y="3122578"/>
            <a:ext cx="5444232" cy="3535397"/>
          </a:xfrm>
          <a:prstGeom prst="rect">
            <a:avLst/>
          </a:prstGeom>
        </p:spPr>
        <p:txBody>
          <a:bodyPr vert="horz" lIns="0" tIns="0" rIns="0" bIns="0" rtlCol="0" anchor="t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50" normalizeH="0" baseline="0" noProof="0">
                <a:ln>
                  <a:noFill/>
                </a:ln>
                <a:solidFill>
                  <a:srgbClr val="595454">
                    <a:lumMod val="50000"/>
                  </a:srgbClr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He is currently the RJ Corman Professor of Medicine at Harvard Medical School, as well as Clinical </a:t>
            </a:r>
            <a:r>
              <a:rPr kumimoji="0" lang="en-US" sz="1400" b="0" i="0" u="none" strike="noStrike" kern="1200" cap="none" spc="-50" normalizeH="0" baseline="0" noProof="0" err="1">
                <a:ln>
                  <a:noFill/>
                </a:ln>
                <a:solidFill>
                  <a:srgbClr val="595454">
                    <a:lumMod val="50000"/>
                  </a:srgbClr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Programme</a:t>
            </a:r>
            <a:r>
              <a:rPr kumimoji="0" lang="en-US" sz="1400" b="0" i="0" u="none" strike="noStrike" kern="1200" cap="none" spc="-50" normalizeH="0" baseline="0" noProof="0">
                <a:ln>
                  <a:noFill/>
                </a:ln>
                <a:solidFill>
                  <a:srgbClr val="595454">
                    <a:lumMod val="50000"/>
                  </a:srgbClr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Leader and Director of Clinical Research at the Dana-Farber Cancer Institute (DFCI).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>
                <a:solidFill>
                  <a:srgbClr val="595454">
                    <a:lumMod val="50000"/>
                  </a:srgbClr>
                </a:solidFill>
                <a:latin typeface="+mn-lt"/>
              </a:rPr>
              <a:t> 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>
                <a:solidFill>
                  <a:srgbClr val="595454">
                    <a:lumMod val="50000"/>
                  </a:srgbClr>
                </a:solidFill>
                <a:latin typeface="+mn-lt"/>
              </a:rPr>
              <a:t>His leadership in landmark Phase III trials has directly shaped global standards of care. These include the VISTA trial, DETERMINATION (IFM/DFCI) study, OPTIMISMM trial, ICARIA trial, and GRIFFIN study.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0">
              <a:solidFill>
                <a:srgbClr val="595454">
                  <a:lumMod val="50000"/>
                </a:srgbClr>
              </a:solidFill>
              <a:latin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50" normalizeH="0" baseline="0" noProof="0">
                <a:ln>
                  <a:noFill/>
                </a:ln>
                <a:solidFill>
                  <a:srgbClr val="595454">
                    <a:lumMod val="50000"/>
                  </a:srgbClr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He has led the clinical development of many of today’s foundational myeloma therapies, including thalidomide, lenalidomide, bortezomib, pomalidomide, daratumumab, </a:t>
            </a:r>
            <a:r>
              <a:rPr kumimoji="0" lang="en-US" sz="1400" b="0" i="0" u="none" strike="noStrike" kern="1200" cap="none" spc="-50" normalizeH="0" baseline="0" noProof="0" err="1">
                <a:ln>
                  <a:noFill/>
                </a:ln>
                <a:solidFill>
                  <a:srgbClr val="595454">
                    <a:lumMod val="50000"/>
                  </a:srgbClr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elotuzumab</a:t>
            </a:r>
            <a:r>
              <a:rPr kumimoji="0" lang="en-US" sz="1400" b="0" i="0" u="none" strike="noStrike" kern="1200" cap="none" spc="-50" normalizeH="0" baseline="0" noProof="0">
                <a:ln>
                  <a:noFill/>
                </a:ln>
                <a:solidFill>
                  <a:srgbClr val="595454">
                    <a:lumMod val="50000"/>
                  </a:srgbClr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, isatuximab and </a:t>
            </a:r>
            <a:r>
              <a:rPr kumimoji="0" lang="en-US" sz="1400" b="0" i="0" u="none" strike="noStrike" kern="1200" cap="none" spc="-50" normalizeH="0" baseline="0" noProof="0" err="1">
                <a:ln>
                  <a:noFill/>
                </a:ln>
                <a:solidFill>
                  <a:srgbClr val="595454">
                    <a:lumMod val="50000"/>
                  </a:srgbClr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panobinostat</a:t>
            </a:r>
            <a:r>
              <a:rPr kumimoji="0" lang="en-US" sz="1400" b="0" i="0" u="none" strike="noStrike" kern="1200" cap="none" spc="-50" normalizeH="0" baseline="0" noProof="0">
                <a:ln>
                  <a:noFill/>
                </a:ln>
                <a:solidFill>
                  <a:srgbClr val="595454">
                    <a:lumMod val="50000"/>
                  </a:srgbClr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, as well as the more recent oral </a:t>
            </a:r>
            <a:r>
              <a:rPr kumimoji="0" lang="en-US" sz="1400" b="0" i="0" u="none" strike="noStrike" kern="1200" cap="none" spc="-50" normalizeH="0" baseline="0" noProof="0" err="1">
                <a:ln>
                  <a:noFill/>
                </a:ln>
                <a:solidFill>
                  <a:srgbClr val="595454">
                    <a:lumMod val="50000"/>
                  </a:srgbClr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cereblon</a:t>
            </a:r>
            <a:r>
              <a:rPr kumimoji="0" lang="en-US" sz="1400" b="0" i="0" u="none" strike="noStrike" kern="1200" cap="none" spc="-50" normalizeH="0" baseline="0" noProof="0">
                <a:ln>
                  <a:noFill/>
                </a:ln>
                <a:solidFill>
                  <a:srgbClr val="595454">
                    <a:lumMod val="50000"/>
                  </a:srgbClr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E3 ligase modulator (</a:t>
            </a:r>
            <a:r>
              <a:rPr kumimoji="0" lang="en-US" sz="1400" b="0" i="0" u="none" strike="noStrike" kern="1200" cap="none" spc="-50" normalizeH="0" baseline="0" noProof="0" err="1">
                <a:ln>
                  <a:noFill/>
                </a:ln>
                <a:solidFill>
                  <a:srgbClr val="595454">
                    <a:lumMod val="50000"/>
                  </a:srgbClr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CelMoD</a:t>
            </a:r>
            <a:r>
              <a:rPr kumimoji="0" lang="en-US" sz="1400" b="0" i="0" u="none" strike="noStrike" kern="1200" cap="none" spc="-50" normalizeH="0" baseline="0" noProof="0">
                <a:ln>
                  <a:noFill/>
                </a:ln>
                <a:solidFill>
                  <a:srgbClr val="595454">
                    <a:lumMod val="50000"/>
                  </a:srgbClr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), </a:t>
            </a:r>
            <a:r>
              <a:rPr kumimoji="0" lang="en-US" sz="1400" b="0" i="0" u="none" strike="noStrike" kern="1200" cap="none" spc="-50" normalizeH="0" baseline="0" noProof="0" err="1">
                <a:ln>
                  <a:noFill/>
                </a:ln>
                <a:solidFill>
                  <a:srgbClr val="595454">
                    <a:lumMod val="50000"/>
                  </a:srgbClr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mezigdomide</a:t>
            </a:r>
            <a:r>
              <a:rPr kumimoji="0" lang="en-US" sz="1400" b="0" i="0" u="none" strike="noStrike" kern="1200" cap="none" spc="-50" normalizeH="0" baseline="0" noProof="0">
                <a:ln>
                  <a:noFill/>
                </a:ln>
                <a:solidFill>
                  <a:srgbClr val="595454">
                    <a:lumMod val="50000"/>
                  </a:srgbClr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0">
              <a:solidFill>
                <a:srgbClr val="595454">
                  <a:lumMod val="50000"/>
                </a:srgbClr>
              </a:solidFill>
              <a:latin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50" normalizeH="0" baseline="0" noProof="0">
                <a:ln>
                  <a:noFill/>
                </a:ln>
                <a:solidFill>
                  <a:srgbClr val="595454">
                    <a:lumMod val="50000"/>
                  </a:srgbClr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Dr. Richardson has authored or co-authored 490+ original articles and 430+ reviews and editorials in peer-reviewed journals and is consistently ranked among the top 1% of most-cited scientists globally.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-50" normalizeH="0" baseline="0" noProof="0">
              <a:ln>
                <a:noFill/>
              </a:ln>
              <a:solidFill>
                <a:srgbClr val="595454">
                  <a:lumMod val="50000"/>
                </a:srgbClr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-50" normalizeH="0" baseline="0" noProof="0">
              <a:ln>
                <a:noFill/>
              </a:ln>
              <a:solidFill>
                <a:srgbClr val="595454">
                  <a:lumMod val="50000"/>
                </a:srgbClr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-50" normalizeH="0" baseline="0" noProof="0">
              <a:ln>
                <a:noFill/>
              </a:ln>
              <a:solidFill>
                <a:srgbClr val="595454">
                  <a:lumMod val="50000"/>
                </a:srgbClr>
              </a:solidFill>
              <a:effectLst/>
              <a:uLnTx/>
              <a:uFillTx/>
              <a:latin typeface="Trebuchet MS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28DE28-E071-AB63-6B1D-BF094FE01F1F}"/>
              </a:ext>
            </a:extLst>
          </p:cNvPr>
          <p:cNvSpPr txBox="1"/>
          <p:nvPr/>
        </p:nvSpPr>
        <p:spPr>
          <a:xfrm>
            <a:off x="6270163" y="1128269"/>
            <a:ext cx="5845637" cy="64162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 spc="-50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/>
              <a:t>Meeting Introduction: Speaker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D73A9-90E5-D756-6DD4-5971092F7C77}"/>
              </a:ext>
            </a:extLst>
          </p:cNvPr>
          <p:cNvSpPr txBox="1"/>
          <p:nvPr/>
        </p:nvSpPr>
        <p:spPr>
          <a:xfrm>
            <a:off x="7861738" y="545486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endParaRPr lang="en-US" sz="200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B428CF6B-E52A-F023-CDC6-9CE92B786B91}"/>
              </a:ext>
            </a:extLst>
          </p:cNvPr>
          <p:cNvSpPr txBox="1">
            <a:spLocks/>
          </p:cNvSpPr>
          <p:nvPr/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6</a:t>
            </a:fld>
            <a:endParaRPr lang="en-US" sz="10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48E840-3950-D3A8-1EEC-CD7F223E59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73" r="30940" b="20952"/>
          <a:stretch>
            <a:fillRect/>
          </a:stretch>
        </p:blipFill>
        <p:spPr>
          <a:xfrm>
            <a:off x="76200" y="756056"/>
            <a:ext cx="4555353" cy="4011886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2963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49107163-C05C-51CB-665F-8AB656F8A6F9}"/>
              </a:ext>
            </a:extLst>
          </p:cNvPr>
          <p:cNvSpPr txBox="1"/>
          <p:nvPr/>
        </p:nvSpPr>
        <p:spPr>
          <a:xfrm>
            <a:off x="653144" y="1774439"/>
            <a:ext cx="3775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/>
              <a:t>Assess the burden of multiple myeloma and identify key unmet medical needs in the region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6C66A1-A16A-6049-13A4-2E612DAD9352}"/>
              </a:ext>
            </a:extLst>
          </p:cNvPr>
          <p:cNvSpPr txBox="1"/>
          <p:nvPr/>
        </p:nvSpPr>
        <p:spPr>
          <a:xfrm>
            <a:off x="263613" y="3742192"/>
            <a:ext cx="4164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/>
              <a:t>Gather expert insights on the </a:t>
            </a:r>
            <a:r>
              <a:rPr lang="en-US" err="1"/>
              <a:t>CELMoDs</a:t>
            </a:r>
            <a:r>
              <a:rPr lang="en-US"/>
              <a:t> mechanism of action and clinical development program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29D424-FF0B-2F75-4E51-91A2726A7DA0}"/>
              </a:ext>
            </a:extLst>
          </p:cNvPr>
          <p:cNvSpPr txBox="1"/>
          <p:nvPr/>
        </p:nvSpPr>
        <p:spPr>
          <a:xfrm>
            <a:off x="8037856" y="3405791"/>
            <a:ext cx="37883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Explore the potential role and clinical value of </a:t>
            </a:r>
            <a:r>
              <a:rPr lang="en-US" err="1"/>
              <a:t>Iberdomide</a:t>
            </a:r>
            <a:r>
              <a:rPr lang="en-US"/>
              <a:t> and Mezigdomide within the evolving multiple myeloma treatment landscape</a:t>
            </a:r>
            <a:endParaRPr lang="en-IN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9A0D17F-32BE-FB47-2757-FD4E15B4608B}"/>
              </a:ext>
            </a:extLst>
          </p:cNvPr>
          <p:cNvGrpSpPr/>
          <p:nvPr/>
        </p:nvGrpSpPr>
        <p:grpSpPr>
          <a:xfrm>
            <a:off x="4589102" y="1738624"/>
            <a:ext cx="3210904" cy="3216729"/>
            <a:chOff x="3910013" y="1243013"/>
            <a:chExt cx="4375150" cy="4383087"/>
          </a:xfrm>
        </p:grpSpPr>
        <p:sp>
          <p:nvSpPr>
            <p:cNvPr id="43" name="Google Shape;569;p21">
              <a:extLst>
                <a:ext uri="{FF2B5EF4-FFF2-40B4-BE49-F238E27FC236}">
                  <a16:creationId xmlns:a16="http://schemas.microsoft.com/office/drawing/2014/main" id="{3830496A-1874-0A03-335F-90F094CFF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6875" y="2598738"/>
              <a:ext cx="174625" cy="1651000"/>
            </a:xfrm>
            <a:custGeom>
              <a:avLst/>
              <a:gdLst>
                <a:gd name="T0" fmla="*/ 0 w 43"/>
                <a:gd name="T1" fmla="*/ 0 h 406"/>
                <a:gd name="T2" fmla="*/ 43 w 43"/>
                <a:gd name="T3" fmla="*/ 205 h 406"/>
                <a:gd name="T4" fmla="*/ 2 w 43"/>
                <a:gd name="T5" fmla="*/ 406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406" extrusionOk="0">
                  <a:moveTo>
                    <a:pt x="0" y="0"/>
                  </a:moveTo>
                  <a:cubicBezTo>
                    <a:pt x="28" y="63"/>
                    <a:pt x="43" y="132"/>
                    <a:pt x="43" y="205"/>
                  </a:cubicBezTo>
                  <a:cubicBezTo>
                    <a:pt x="43" y="276"/>
                    <a:pt x="29" y="344"/>
                    <a:pt x="2" y="406"/>
                  </a:cubicBezTo>
                </a:path>
              </a:pathLst>
            </a:custGeom>
            <a:noFill/>
            <a:ln w="28575" cap="rnd" cmpd="sng">
              <a:solidFill>
                <a:srgbClr val="231F20"/>
              </a:solidFill>
              <a:prstDash val="solid"/>
              <a:miter lim="524287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/>
            <a:lstStyle/>
            <a:p>
              <a:endParaRPr lang="en-US"/>
            </a:p>
          </p:txBody>
        </p:sp>
        <p:sp>
          <p:nvSpPr>
            <p:cNvPr id="44" name="Google Shape;570;p21">
              <a:extLst>
                <a:ext uri="{FF2B5EF4-FFF2-40B4-BE49-F238E27FC236}">
                  <a16:creationId xmlns:a16="http://schemas.microsoft.com/office/drawing/2014/main" id="{67C55B20-886C-3F04-CAFE-1CB7A1467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788" y="5357813"/>
              <a:ext cx="1646237" cy="169862"/>
            </a:xfrm>
            <a:custGeom>
              <a:avLst/>
              <a:gdLst>
                <a:gd name="T0" fmla="*/ 405 w 405"/>
                <a:gd name="T1" fmla="*/ 0 h 42"/>
                <a:gd name="T2" fmla="*/ 200 w 405"/>
                <a:gd name="T3" fmla="*/ 42 h 42"/>
                <a:gd name="T4" fmla="*/ 0 w 405"/>
                <a:gd name="T5" fmla="*/ 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5" h="42" extrusionOk="0">
                  <a:moveTo>
                    <a:pt x="405" y="0"/>
                  </a:moveTo>
                  <a:cubicBezTo>
                    <a:pt x="342" y="27"/>
                    <a:pt x="273" y="42"/>
                    <a:pt x="200" y="42"/>
                  </a:cubicBezTo>
                  <a:cubicBezTo>
                    <a:pt x="129" y="42"/>
                    <a:pt x="61" y="28"/>
                    <a:pt x="0" y="2"/>
                  </a:cubicBezTo>
                </a:path>
              </a:pathLst>
            </a:custGeom>
            <a:noFill/>
            <a:ln w="28575" cap="rnd" cmpd="sng">
              <a:solidFill>
                <a:srgbClr val="231F20"/>
              </a:solidFill>
              <a:prstDash val="solid"/>
              <a:miter lim="524287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/>
            <a:lstStyle/>
            <a:p>
              <a:endParaRPr lang="en-US"/>
            </a:p>
          </p:txBody>
        </p:sp>
        <p:sp>
          <p:nvSpPr>
            <p:cNvPr id="46" name="Google Shape;571;p21">
              <a:extLst>
                <a:ext uri="{FF2B5EF4-FFF2-40B4-BE49-F238E27FC236}">
                  <a16:creationId xmlns:a16="http://schemas.microsoft.com/office/drawing/2014/main" id="{E5760195-A00C-DEFF-03BC-1B6F6165F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675" y="2617788"/>
              <a:ext cx="174625" cy="1652587"/>
            </a:xfrm>
            <a:custGeom>
              <a:avLst/>
              <a:gdLst>
                <a:gd name="T0" fmla="*/ 43 w 43"/>
                <a:gd name="T1" fmla="*/ 406 h 406"/>
                <a:gd name="T2" fmla="*/ 0 w 43"/>
                <a:gd name="T3" fmla="*/ 200 h 406"/>
                <a:gd name="T4" fmla="*/ 41 w 43"/>
                <a:gd name="T5" fmla="*/ 0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406" extrusionOk="0">
                  <a:moveTo>
                    <a:pt x="43" y="406"/>
                  </a:moveTo>
                  <a:cubicBezTo>
                    <a:pt x="15" y="343"/>
                    <a:pt x="0" y="273"/>
                    <a:pt x="0" y="200"/>
                  </a:cubicBezTo>
                  <a:cubicBezTo>
                    <a:pt x="0" y="129"/>
                    <a:pt x="14" y="62"/>
                    <a:pt x="41" y="0"/>
                  </a:cubicBezTo>
                </a:path>
              </a:pathLst>
            </a:custGeom>
            <a:noFill/>
            <a:ln w="28575" cap="rnd" cmpd="sng">
              <a:solidFill>
                <a:srgbClr val="231F20"/>
              </a:solidFill>
              <a:prstDash val="solid"/>
              <a:miter lim="524287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/>
            <a:lstStyle/>
            <a:p>
              <a:endParaRPr lang="en-US"/>
            </a:p>
          </p:txBody>
        </p:sp>
        <p:sp>
          <p:nvSpPr>
            <p:cNvPr id="47" name="Google Shape;572;p21">
              <a:extLst>
                <a:ext uri="{FF2B5EF4-FFF2-40B4-BE49-F238E27FC236}">
                  <a16:creationId xmlns:a16="http://schemas.microsoft.com/office/drawing/2014/main" id="{E38C7C59-932D-9B09-2ED7-4EDE93CC7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4150" y="1336675"/>
              <a:ext cx="1646238" cy="174625"/>
            </a:xfrm>
            <a:custGeom>
              <a:avLst/>
              <a:gdLst>
                <a:gd name="T0" fmla="*/ 0 w 405"/>
                <a:gd name="T1" fmla="*/ 43 h 43"/>
                <a:gd name="T2" fmla="*/ 205 w 405"/>
                <a:gd name="T3" fmla="*/ 0 h 43"/>
                <a:gd name="T4" fmla="*/ 405 w 405"/>
                <a:gd name="T5" fmla="*/ 4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5" h="43" extrusionOk="0">
                  <a:moveTo>
                    <a:pt x="0" y="43"/>
                  </a:moveTo>
                  <a:cubicBezTo>
                    <a:pt x="63" y="16"/>
                    <a:pt x="132" y="0"/>
                    <a:pt x="205" y="0"/>
                  </a:cubicBezTo>
                  <a:cubicBezTo>
                    <a:pt x="276" y="0"/>
                    <a:pt x="344" y="15"/>
                    <a:pt x="405" y="41"/>
                  </a:cubicBezTo>
                </a:path>
              </a:pathLst>
            </a:custGeom>
            <a:noFill/>
            <a:ln w="28575" cap="rnd" cmpd="sng">
              <a:solidFill>
                <a:srgbClr val="231F20"/>
              </a:solidFill>
              <a:prstDash val="solid"/>
              <a:miter lim="524287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/>
            <a:lstStyle/>
            <a:p>
              <a:endParaRPr lang="en-US"/>
            </a:p>
          </p:txBody>
        </p:sp>
        <p:sp>
          <p:nvSpPr>
            <p:cNvPr id="51" name="Google Shape;566;p21">
              <a:extLst>
                <a:ext uri="{FF2B5EF4-FFF2-40B4-BE49-F238E27FC236}">
                  <a16:creationId xmlns:a16="http://schemas.microsoft.com/office/drawing/2014/main" id="{E4E8AAEE-9D10-8CE4-5258-5F603FE9A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1025" y="4270375"/>
              <a:ext cx="1354138" cy="1355725"/>
            </a:xfrm>
            <a:prstGeom prst="ellipse">
              <a:avLst/>
            </a:prstGeom>
            <a:solidFill>
              <a:srgbClr val="BE2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45700" rIns="91425" bIns="45700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54" name="Google Shape;568;p21">
              <a:extLst>
                <a:ext uri="{FF2B5EF4-FFF2-40B4-BE49-F238E27FC236}">
                  <a16:creationId xmlns:a16="http://schemas.microsoft.com/office/drawing/2014/main" id="{70688AC3-07CF-A0B3-3515-B8C3132A3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4270375"/>
              <a:ext cx="1354137" cy="1355725"/>
            </a:xfrm>
            <a:prstGeom prst="ellipse">
              <a:avLst/>
            </a:prstGeom>
            <a:solidFill>
              <a:srgbClr val="F5D2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45700" rIns="91425" bIns="45700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60" name="Google Shape;567;p21">
              <a:extLst>
                <a:ext uri="{FF2B5EF4-FFF2-40B4-BE49-F238E27FC236}">
                  <a16:creationId xmlns:a16="http://schemas.microsoft.com/office/drawing/2014/main" id="{C525449E-AB1A-778B-0CBD-44B3C2BE1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1243013"/>
              <a:ext cx="1354137" cy="1355725"/>
            </a:xfrm>
            <a:prstGeom prst="ellipse">
              <a:avLst/>
            </a:prstGeom>
            <a:solidFill>
              <a:srgbClr val="BE2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45700" rIns="91425" bIns="45700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8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89A47DC-E76A-D369-9604-E3D4FA19D250}"/>
              </a:ext>
            </a:extLst>
          </p:cNvPr>
          <p:cNvSpPr txBox="1"/>
          <p:nvPr/>
        </p:nvSpPr>
        <p:spPr>
          <a:xfrm>
            <a:off x="4797033" y="1902949"/>
            <a:ext cx="5180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latin typeface="+mj-lt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0F27AE-DD8D-78A3-947A-85BB1313A6CC}"/>
              </a:ext>
            </a:extLst>
          </p:cNvPr>
          <p:cNvSpPr txBox="1"/>
          <p:nvPr/>
        </p:nvSpPr>
        <p:spPr>
          <a:xfrm>
            <a:off x="4783555" y="4163309"/>
            <a:ext cx="5180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BE2BBB"/>
                </a:solidFill>
                <a:latin typeface="+mj-lt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F4E01F-5B39-CCF4-8703-D6119EDF6795}"/>
              </a:ext>
            </a:extLst>
          </p:cNvPr>
          <p:cNvSpPr txBox="1"/>
          <p:nvPr/>
        </p:nvSpPr>
        <p:spPr>
          <a:xfrm>
            <a:off x="7044061" y="4155292"/>
            <a:ext cx="5180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latin typeface="+mj-lt"/>
                <a:ea typeface="Cambria" panose="02040503050406030204" pitchFamily="18" charset="0"/>
              </a:rPr>
              <a:t>3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099F095C-3FBD-D4A2-E1BE-C2FC465DC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89508" y="2837573"/>
            <a:ext cx="1612985" cy="11828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7E1128-D0A3-6FFE-BB97-6103FAC7536B}"/>
              </a:ext>
            </a:extLst>
          </p:cNvPr>
          <p:cNvSpPr txBox="1"/>
          <p:nvPr/>
        </p:nvSpPr>
        <p:spPr>
          <a:xfrm>
            <a:off x="421803" y="594218"/>
            <a:ext cx="400648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srgbClr val="BE2BBB"/>
                </a:solidFill>
                <a:latin typeface="+mj-lt"/>
              </a:rPr>
              <a:t>Advisory Board Objectives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BE2BBB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5A0802-3799-0F4A-55C9-AC79CA609E71}"/>
              </a:ext>
            </a:extLst>
          </p:cNvPr>
          <p:cNvSpPr txBox="1">
            <a:spLocks/>
          </p:cNvSpPr>
          <p:nvPr/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7</a:t>
            </a:fld>
            <a:endParaRPr lang="en-US" sz="10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639E85-46B8-FF19-0812-5F67A646B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918" y="1802078"/>
            <a:ext cx="1020350" cy="10203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7989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BC2D3-5F72-7F69-524D-67A8762C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7F61-A3EA-03B9-17F1-18AF6354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510" y="2057400"/>
            <a:ext cx="10226690" cy="2743200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z="4400" b="1">
                <a:solidFill>
                  <a:srgbClr val="BE2BBB"/>
                </a:solidFill>
              </a:rPr>
              <a:t>Session 1: </a:t>
            </a:r>
            <a:r>
              <a:rPr lang="en-GB" sz="4400" b="1">
                <a:solidFill>
                  <a:srgbClr val="BE2BBB"/>
                </a:solidFill>
              </a:rPr>
              <a:t>MM disease burden/unmet medical needs and current treatment landscape</a:t>
            </a:r>
            <a:endParaRPr lang="en-IN" sz="4400" b="1">
              <a:solidFill>
                <a:srgbClr val="BE2BBB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22902A-7ABC-170B-F2C3-A8C30B4D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3B8F07-BB35-4277-8214-4ED7E770A35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107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CCDE71D2-DEF1-ECF6-60FA-C5B5EE87E9B6}"/>
              </a:ext>
            </a:extLst>
          </p:cNvPr>
          <p:cNvSpPr txBox="1">
            <a:spLocks/>
          </p:cNvSpPr>
          <p:nvPr/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9</a:t>
            </a:fld>
            <a:endParaRPr lang="en-US" sz="10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57675-64B1-0361-4853-412EF5724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06"/>
          <a:stretch>
            <a:fillRect/>
          </a:stretch>
        </p:blipFill>
        <p:spPr bwMode="auto">
          <a:xfrm>
            <a:off x="1244381" y="860376"/>
            <a:ext cx="9338675" cy="4080626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49732C-884C-3CF0-9EEC-DEE0FBD13994}"/>
              </a:ext>
            </a:extLst>
          </p:cNvPr>
          <p:cNvSpPr txBox="1"/>
          <p:nvPr/>
        </p:nvSpPr>
        <p:spPr>
          <a:xfrm>
            <a:off x="326681" y="5712112"/>
            <a:ext cx="114995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ICAM1: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intercellular adhesion molecule 1;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MM: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multiple myeloma;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NK: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natural killer;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NKT: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natural killer T;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TNF-</a:t>
            </a:r>
            <a:r>
              <a:rPr kumimoji="0" lang="el-GR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α:</a:t>
            </a:r>
            <a:r>
              <a:rPr kumimoji="0" lang="el-GR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tumor necrosis factor alpha;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VCAM1: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vascular cell adhesion molecule 1.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1. Raab MS, et al. Lancet 2009;374:324–339; 2. Morgan GJ, et al. Nat Rev Cancer 2012;12:335–348; 3. Katodritou E, et al. Am J Hematol 2011;86:967–973; 4. Braga WMT, et al. Clin Dev Immunol 2012;2012:293479; 5. Pratt G, et al. Br J Haematol 2007;138:563–579; 6. Rosenblatt J, et al. J Immunother 2011;34:409–418; 7. Kyle RA, Rajkumar SV. N Engl J Med 2004;351:1860–1873; 8. Cook G, Campbell JD. Blood Rev 1999;13:151–162; 9. Bernal M, et al. Hum Immunol 2009;70:854–857;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a-DK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10. Gupta D, et al. Leukemia 2001;15:1950–1961; 11. Jourdan M, et al. Eur Cytokine Netw 1999;10:65–70; 12. Favaloro J, et al. Leuk Lymphoma 2014;55:2893–2900; 13. Damiano JS, et al. Blood 1999;93:1658–1667; 14. Oranger A, et al. Clin Dev Immunol 2013;2013:289458.</a:t>
            </a: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21FA0-E448-7BE5-97FC-21F2F3CD00CE}"/>
              </a:ext>
            </a:extLst>
          </p:cNvPr>
          <p:cNvSpPr txBox="1"/>
          <p:nvPr/>
        </p:nvSpPr>
        <p:spPr>
          <a:xfrm>
            <a:off x="326681" y="114836"/>
            <a:ext cx="118579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BE2BBB"/>
                </a:solidFill>
                <a:latin typeface="+mj-lt"/>
              </a:rPr>
              <a:t>MM is characterized is not driven solely by genetic abnormalities within the myeloma cell, but also by the surrounding pro-tumor microenvironment.</a:t>
            </a:r>
            <a:endParaRPr lang="en-GB" b="1" baseline="30000">
              <a:solidFill>
                <a:srgbClr val="BE2BBB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8FCE01-DCE7-BB59-E5A2-F9550DE7093C}"/>
              </a:ext>
            </a:extLst>
          </p:cNvPr>
          <p:cNvSpPr txBox="1"/>
          <p:nvPr/>
        </p:nvSpPr>
        <p:spPr>
          <a:xfrm>
            <a:off x="495300" y="4968760"/>
            <a:ext cx="11201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/>
              <a:t>Understanding inflammasome biology is important because inflammation actively drives disease progression, immune dysfunction and treatment response. The Duffy-null phenotype may be particularly relevant in Middle Eastern populations and could be considered during patient assessment where clinically appropriate.</a:t>
            </a:r>
          </a:p>
        </p:txBody>
      </p:sp>
    </p:spTree>
    <p:extLst>
      <p:ext uri="{BB962C8B-B14F-4D97-AF65-F5344CB8AC3E}">
        <p14:creationId xmlns:p14="http://schemas.microsoft.com/office/powerpoint/2010/main" val="541425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2C207-ECBB-27B9-0B77-FB223608C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DC9CA99-DD46-CEBE-44A6-05470856B59B}"/>
              </a:ext>
            </a:extLst>
          </p:cNvPr>
          <p:cNvSpPr txBox="1">
            <a:spLocks/>
          </p:cNvSpPr>
          <p:nvPr/>
        </p:nvSpPr>
        <p:spPr>
          <a:xfrm>
            <a:off x="581889" y="429688"/>
            <a:ext cx="10285645" cy="4684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Current treatment landscape</a:t>
            </a:r>
            <a:endParaRPr lang="en-IN" sz="2800">
              <a:solidFill>
                <a:srgbClr val="BE2BBB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9440B0-B745-748F-4A0B-29299058229B}"/>
              </a:ext>
            </a:extLst>
          </p:cNvPr>
          <p:cNvGrpSpPr/>
          <p:nvPr/>
        </p:nvGrpSpPr>
        <p:grpSpPr>
          <a:xfrm>
            <a:off x="709687" y="1761932"/>
            <a:ext cx="2992884" cy="3348760"/>
            <a:chOff x="1128664" y="2918846"/>
            <a:chExt cx="2593972" cy="2730604"/>
          </a:xfrm>
        </p:grpSpPr>
        <p:sp>
          <p:nvSpPr>
            <p:cNvPr id="7" name="Freeform: Shape 86">
              <a:extLst>
                <a:ext uri="{FF2B5EF4-FFF2-40B4-BE49-F238E27FC236}">
                  <a16:creationId xmlns:a16="http://schemas.microsoft.com/office/drawing/2014/main" id="{40CA00EA-7B18-5EB3-E091-7047ADDB7318}"/>
                </a:ext>
              </a:extLst>
            </p:cNvPr>
            <p:cNvSpPr/>
            <p:nvPr/>
          </p:nvSpPr>
          <p:spPr>
            <a:xfrm rot="10800000">
              <a:off x="1128664" y="2918846"/>
              <a:ext cx="947119" cy="673851"/>
            </a:xfrm>
            <a:custGeom>
              <a:avLst/>
              <a:gdLst>
                <a:gd name="connsiteX0" fmla="*/ 927718 w 1189608"/>
                <a:gd name="connsiteY0" fmla="*/ 1189608 h 1189608"/>
                <a:gd name="connsiteX1" fmla="*/ 0 w 1189608"/>
                <a:gd name="connsiteY1" fmla="*/ 1189608 h 1189608"/>
                <a:gd name="connsiteX2" fmla="*/ 0 w 1189608"/>
                <a:gd name="connsiteY2" fmla="*/ 0 h 1189608"/>
                <a:gd name="connsiteX3" fmla="*/ 1189608 w 1189608"/>
                <a:gd name="connsiteY3" fmla="*/ 0 h 1189608"/>
                <a:gd name="connsiteX4" fmla="*/ 1189608 w 1189608"/>
                <a:gd name="connsiteY4" fmla="*/ 927718 h 1189608"/>
                <a:gd name="connsiteX5" fmla="*/ 927718 w 1189608"/>
                <a:gd name="connsiteY5" fmla="*/ 1189608 h 1189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9608" h="1189608">
                  <a:moveTo>
                    <a:pt x="927718" y="1189608"/>
                  </a:moveTo>
                  <a:lnTo>
                    <a:pt x="0" y="1189608"/>
                  </a:lnTo>
                  <a:lnTo>
                    <a:pt x="0" y="0"/>
                  </a:lnTo>
                  <a:lnTo>
                    <a:pt x="1189608" y="0"/>
                  </a:lnTo>
                  <a:lnTo>
                    <a:pt x="1189608" y="927718"/>
                  </a:lnTo>
                  <a:cubicBezTo>
                    <a:pt x="1189608" y="1072356"/>
                    <a:pt x="1072356" y="1189608"/>
                    <a:pt x="927718" y="1189608"/>
                  </a:cubicBezTo>
                  <a:close/>
                </a:path>
              </a:pathLst>
            </a:custGeom>
            <a:solidFill>
              <a:srgbClr val="FF6B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tx1"/>
                </a:solidFill>
              </a:endParaRPr>
            </a:p>
          </p:txBody>
        </p:sp>
        <p:sp>
          <p:nvSpPr>
            <p:cNvPr id="8" name="Freeform: Shape 92">
              <a:extLst>
                <a:ext uri="{FF2B5EF4-FFF2-40B4-BE49-F238E27FC236}">
                  <a16:creationId xmlns:a16="http://schemas.microsoft.com/office/drawing/2014/main" id="{559ADC9C-A400-DD3A-37B9-57684178C384}"/>
                </a:ext>
              </a:extLst>
            </p:cNvPr>
            <p:cNvSpPr/>
            <p:nvPr/>
          </p:nvSpPr>
          <p:spPr>
            <a:xfrm>
              <a:off x="2775517" y="4975599"/>
              <a:ext cx="947119" cy="673851"/>
            </a:xfrm>
            <a:custGeom>
              <a:avLst/>
              <a:gdLst>
                <a:gd name="connsiteX0" fmla="*/ 927718 w 1189608"/>
                <a:gd name="connsiteY0" fmla="*/ 1189608 h 1189608"/>
                <a:gd name="connsiteX1" fmla="*/ 0 w 1189608"/>
                <a:gd name="connsiteY1" fmla="*/ 1189608 h 1189608"/>
                <a:gd name="connsiteX2" fmla="*/ 0 w 1189608"/>
                <a:gd name="connsiteY2" fmla="*/ 0 h 1189608"/>
                <a:gd name="connsiteX3" fmla="*/ 1189608 w 1189608"/>
                <a:gd name="connsiteY3" fmla="*/ 0 h 1189608"/>
                <a:gd name="connsiteX4" fmla="*/ 1189608 w 1189608"/>
                <a:gd name="connsiteY4" fmla="*/ 927718 h 1189608"/>
                <a:gd name="connsiteX5" fmla="*/ 927718 w 1189608"/>
                <a:gd name="connsiteY5" fmla="*/ 1189608 h 1189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9608" h="1189608">
                  <a:moveTo>
                    <a:pt x="927718" y="1189608"/>
                  </a:moveTo>
                  <a:lnTo>
                    <a:pt x="0" y="1189608"/>
                  </a:lnTo>
                  <a:lnTo>
                    <a:pt x="0" y="0"/>
                  </a:lnTo>
                  <a:lnTo>
                    <a:pt x="1189608" y="0"/>
                  </a:lnTo>
                  <a:lnTo>
                    <a:pt x="1189608" y="927718"/>
                  </a:lnTo>
                  <a:cubicBezTo>
                    <a:pt x="1189608" y="1072356"/>
                    <a:pt x="1072356" y="1189608"/>
                    <a:pt x="927718" y="1189608"/>
                  </a:cubicBezTo>
                  <a:close/>
                </a:path>
              </a:pathLst>
            </a:custGeom>
            <a:solidFill>
              <a:srgbClr val="FF6B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tx1"/>
                </a:solidFill>
              </a:endParaRPr>
            </a:p>
          </p:txBody>
        </p:sp>
        <p:sp>
          <p:nvSpPr>
            <p:cNvPr id="10" name="Rectangle: Rounded Corners 2">
              <a:extLst>
                <a:ext uri="{FF2B5EF4-FFF2-40B4-BE49-F238E27FC236}">
                  <a16:creationId xmlns:a16="http://schemas.microsoft.com/office/drawing/2014/main" id="{9A571EAE-2021-7F32-D004-7F7836AC6730}"/>
                </a:ext>
              </a:extLst>
            </p:cNvPr>
            <p:cNvSpPr/>
            <p:nvPr/>
          </p:nvSpPr>
          <p:spPr>
            <a:xfrm>
              <a:off x="1291229" y="3034507"/>
              <a:ext cx="2268843" cy="2499283"/>
            </a:xfrm>
            <a:prstGeom prst="roundRect">
              <a:avLst>
                <a:gd name="adj" fmla="val 9190"/>
              </a:avLst>
            </a:prstGeom>
            <a:ln>
              <a:solidFill>
                <a:srgbClr val="00B097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87">
              <a:extLst>
                <a:ext uri="{FF2B5EF4-FFF2-40B4-BE49-F238E27FC236}">
                  <a16:creationId xmlns:a16="http://schemas.microsoft.com/office/drawing/2014/main" id="{039233C4-1E4F-1A77-2A3E-B547CFFC887F}"/>
                </a:ext>
              </a:extLst>
            </p:cNvPr>
            <p:cNvSpPr/>
            <p:nvPr/>
          </p:nvSpPr>
          <p:spPr>
            <a:xfrm rot="5400000">
              <a:off x="1265298" y="2782212"/>
              <a:ext cx="673851" cy="947119"/>
            </a:xfrm>
            <a:custGeom>
              <a:avLst/>
              <a:gdLst>
                <a:gd name="connsiteX0" fmla="*/ 0 w 1189608"/>
                <a:gd name="connsiteY0" fmla="*/ 927718 h 1189608"/>
                <a:gd name="connsiteX1" fmla="*/ 0 w 1189608"/>
                <a:gd name="connsiteY1" fmla="*/ 0 h 1189608"/>
                <a:gd name="connsiteX2" fmla="*/ 1189608 w 1189608"/>
                <a:gd name="connsiteY2" fmla="*/ 1189608 h 1189608"/>
                <a:gd name="connsiteX3" fmla="*/ 261890 w 1189608"/>
                <a:gd name="connsiteY3" fmla="*/ 1189608 h 1189608"/>
                <a:gd name="connsiteX4" fmla="*/ 0 w 1189608"/>
                <a:gd name="connsiteY4" fmla="*/ 927718 h 1189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608" h="1189608">
                  <a:moveTo>
                    <a:pt x="0" y="927718"/>
                  </a:moveTo>
                  <a:lnTo>
                    <a:pt x="0" y="0"/>
                  </a:lnTo>
                  <a:lnTo>
                    <a:pt x="1189608" y="1189608"/>
                  </a:lnTo>
                  <a:lnTo>
                    <a:pt x="261890" y="1189608"/>
                  </a:lnTo>
                  <a:cubicBezTo>
                    <a:pt x="117252" y="1189608"/>
                    <a:pt x="0" y="1072356"/>
                    <a:pt x="0" y="927718"/>
                  </a:cubicBezTo>
                  <a:close/>
                </a:path>
              </a:pathLst>
            </a:custGeom>
            <a:solidFill>
              <a:srgbClr val="BE2B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FB79D0E-4F09-37B9-7CED-9675852F3922}"/>
                </a:ext>
              </a:extLst>
            </p:cNvPr>
            <p:cNvSpPr/>
            <p:nvPr/>
          </p:nvSpPr>
          <p:spPr>
            <a:xfrm>
              <a:off x="1291228" y="3561544"/>
              <a:ext cx="2268843" cy="16563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>
                  <a:cs typeface="Arial" panose="020B0604020202020204" pitchFamily="34" charset="0"/>
                </a:rPr>
                <a:t>Quadruplet regimens remain a key frontline approach, while ASCT continues to be standard for transplant-eligible patients. </a:t>
              </a:r>
            </a:p>
          </p:txBody>
        </p:sp>
        <p:sp>
          <p:nvSpPr>
            <p:cNvPr id="15" name="Freeform: Shape 93">
              <a:extLst>
                <a:ext uri="{FF2B5EF4-FFF2-40B4-BE49-F238E27FC236}">
                  <a16:creationId xmlns:a16="http://schemas.microsoft.com/office/drawing/2014/main" id="{0AFFD314-0F76-3800-2631-313B6500CC9A}"/>
                </a:ext>
              </a:extLst>
            </p:cNvPr>
            <p:cNvSpPr/>
            <p:nvPr/>
          </p:nvSpPr>
          <p:spPr>
            <a:xfrm rot="16200000">
              <a:off x="2912151" y="4838965"/>
              <a:ext cx="673851" cy="947119"/>
            </a:xfrm>
            <a:custGeom>
              <a:avLst/>
              <a:gdLst>
                <a:gd name="connsiteX0" fmla="*/ 0 w 1189608"/>
                <a:gd name="connsiteY0" fmla="*/ 927718 h 1189608"/>
                <a:gd name="connsiteX1" fmla="*/ 0 w 1189608"/>
                <a:gd name="connsiteY1" fmla="*/ 0 h 1189608"/>
                <a:gd name="connsiteX2" fmla="*/ 1189608 w 1189608"/>
                <a:gd name="connsiteY2" fmla="*/ 1189608 h 1189608"/>
                <a:gd name="connsiteX3" fmla="*/ 261890 w 1189608"/>
                <a:gd name="connsiteY3" fmla="*/ 1189608 h 1189608"/>
                <a:gd name="connsiteX4" fmla="*/ 0 w 1189608"/>
                <a:gd name="connsiteY4" fmla="*/ 927718 h 1189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608" h="1189608">
                  <a:moveTo>
                    <a:pt x="0" y="927718"/>
                  </a:moveTo>
                  <a:lnTo>
                    <a:pt x="0" y="0"/>
                  </a:lnTo>
                  <a:lnTo>
                    <a:pt x="1189608" y="1189608"/>
                  </a:lnTo>
                  <a:lnTo>
                    <a:pt x="261890" y="1189608"/>
                  </a:lnTo>
                  <a:cubicBezTo>
                    <a:pt x="117252" y="1189608"/>
                    <a:pt x="0" y="1072356"/>
                    <a:pt x="0" y="927718"/>
                  </a:cubicBezTo>
                  <a:close/>
                </a:path>
              </a:pathLst>
            </a:custGeom>
            <a:solidFill>
              <a:srgbClr val="BE2B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1DCE995-9A0D-2178-127C-D928E9607D5B}"/>
              </a:ext>
            </a:extLst>
          </p:cNvPr>
          <p:cNvGrpSpPr/>
          <p:nvPr/>
        </p:nvGrpSpPr>
        <p:grpSpPr>
          <a:xfrm>
            <a:off x="4519253" y="1761932"/>
            <a:ext cx="2992884" cy="3348760"/>
            <a:chOff x="1128664" y="2918846"/>
            <a:chExt cx="2593972" cy="2730604"/>
          </a:xfrm>
        </p:grpSpPr>
        <p:sp>
          <p:nvSpPr>
            <p:cNvPr id="18" name="Freeform: Shape 86">
              <a:extLst>
                <a:ext uri="{FF2B5EF4-FFF2-40B4-BE49-F238E27FC236}">
                  <a16:creationId xmlns:a16="http://schemas.microsoft.com/office/drawing/2014/main" id="{5378E44F-FC3B-CDCC-A200-1910227EADE8}"/>
                </a:ext>
              </a:extLst>
            </p:cNvPr>
            <p:cNvSpPr/>
            <p:nvPr/>
          </p:nvSpPr>
          <p:spPr>
            <a:xfrm rot="10800000">
              <a:off x="1128664" y="2918846"/>
              <a:ext cx="947119" cy="673851"/>
            </a:xfrm>
            <a:custGeom>
              <a:avLst/>
              <a:gdLst>
                <a:gd name="connsiteX0" fmla="*/ 927718 w 1189608"/>
                <a:gd name="connsiteY0" fmla="*/ 1189608 h 1189608"/>
                <a:gd name="connsiteX1" fmla="*/ 0 w 1189608"/>
                <a:gd name="connsiteY1" fmla="*/ 1189608 h 1189608"/>
                <a:gd name="connsiteX2" fmla="*/ 0 w 1189608"/>
                <a:gd name="connsiteY2" fmla="*/ 0 h 1189608"/>
                <a:gd name="connsiteX3" fmla="*/ 1189608 w 1189608"/>
                <a:gd name="connsiteY3" fmla="*/ 0 h 1189608"/>
                <a:gd name="connsiteX4" fmla="*/ 1189608 w 1189608"/>
                <a:gd name="connsiteY4" fmla="*/ 927718 h 1189608"/>
                <a:gd name="connsiteX5" fmla="*/ 927718 w 1189608"/>
                <a:gd name="connsiteY5" fmla="*/ 1189608 h 1189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9608" h="1189608">
                  <a:moveTo>
                    <a:pt x="927718" y="1189608"/>
                  </a:moveTo>
                  <a:lnTo>
                    <a:pt x="0" y="1189608"/>
                  </a:lnTo>
                  <a:lnTo>
                    <a:pt x="0" y="0"/>
                  </a:lnTo>
                  <a:lnTo>
                    <a:pt x="1189608" y="0"/>
                  </a:lnTo>
                  <a:lnTo>
                    <a:pt x="1189608" y="927718"/>
                  </a:lnTo>
                  <a:cubicBezTo>
                    <a:pt x="1189608" y="1072356"/>
                    <a:pt x="1072356" y="1189608"/>
                    <a:pt x="927718" y="1189608"/>
                  </a:cubicBezTo>
                  <a:close/>
                </a:path>
              </a:pathLst>
            </a:custGeom>
            <a:solidFill>
              <a:srgbClr val="FF6B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tx1"/>
                </a:solidFill>
              </a:endParaRPr>
            </a:p>
          </p:txBody>
        </p:sp>
        <p:sp>
          <p:nvSpPr>
            <p:cNvPr id="19" name="Freeform: Shape 92">
              <a:extLst>
                <a:ext uri="{FF2B5EF4-FFF2-40B4-BE49-F238E27FC236}">
                  <a16:creationId xmlns:a16="http://schemas.microsoft.com/office/drawing/2014/main" id="{883CD898-F96B-874A-3BB3-BC032C1749C0}"/>
                </a:ext>
              </a:extLst>
            </p:cNvPr>
            <p:cNvSpPr/>
            <p:nvPr/>
          </p:nvSpPr>
          <p:spPr>
            <a:xfrm>
              <a:off x="2775517" y="4975599"/>
              <a:ext cx="947119" cy="673851"/>
            </a:xfrm>
            <a:custGeom>
              <a:avLst/>
              <a:gdLst>
                <a:gd name="connsiteX0" fmla="*/ 927718 w 1189608"/>
                <a:gd name="connsiteY0" fmla="*/ 1189608 h 1189608"/>
                <a:gd name="connsiteX1" fmla="*/ 0 w 1189608"/>
                <a:gd name="connsiteY1" fmla="*/ 1189608 h 1189608"/>
                <a:gd name="connsiteX2" fmla="*/ 0 w 1189608"/>
                <a:gd name="connsiteY2" fmla="*/ 0 h 1189608"/>
                <a:gd name="connsiteX3" fmla="*/ 1189608 w 1189608"/>
                <a:gd name="connsiteY3" fmla="*/ 0 h 1189608"/>
                <a:gd name="connsiteX4" fmla="*/ 1189608 w 1189608"/>
                <a:gd name="connsiteY4" fmla="*/ 927718 h 1189608"/>
                <a:gd name="connsiteX5" fmla="*/ 927718 w 1189608"/>
                <a:gd name="connsiteY5" fmla="*/ 1189608 h 1189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9608" h="1189608">
                  <a:moveTo>
                    <a:pt x="927718" y="1189608"/>
                  </a:moveTo>
                  <a:lnTo>
                    <a:pt x="0" y="1189608"/>
                  </a:lnTo>
                  <a:lnTo>
                    <a:pt x="0" y="0"/>
                  </a:lnTo>
                  <a:lnTo>
                    <a:pt x="1189608" y="0"/>
                  </a:lnTo>
                  <a:lnTo>
                    <a:pt x="1189608" y="927718"/>
                  </a:lnTo>
                  <a:cubicBezTo>
                    <a:pt x="1189608" y="1072356"/>
                    <a:pt x="1072356" y="1189608"/>
                    <a:pt x="927718" y="1189608"/>
                  </a:cubicBezTo>
                  <a:close/>
                </a:path>
              </a:pathLst>
            </a:custGeom>
            <a:solidFill>
              <a:srgbClr val="FF6B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tx1"/>
                </a:solidFill>
              </a:endParaRPr>
            </a:p>
          </p:txBody>
        </p:sp>
        <p:sp>
          <p:nvSpPr>
            <p:cNvPr id="20" name="Rectangle: Rounded Corners 2">
              <a:extLst>
                <a:ext uri="{FF2B5EF4-FFF2-40B4-BE49-F238E27FC236}">
                  <a16:creationId xmlns:a16="http://schemas.microsoft.com/office/drawing/2014/main" id="{229A3187-F7C9-B15D-1A85-E5D364DF55F9}"/>
                </a:ext>
              </a:extLst>
            </p:cNvPr>
            <p:cNvSpPr/>
            <p:nvPr/>
          </p:nvSpPr>
          <p:spPr>
            <a:xfrm>
              <a:off x="1291229" y="3034507"/>
              <a:ext cx="2268843" cy="2499283"/>
            </a:xfrm>
            <a:prstGeom prst="roundRect">
              <a:avLst>
                <a:gd name="adj" fmla="val 9190"/>
              </a:avLst>
            </a:prstGeom>
            <a:ln>
              <a:solidFill>
                <a:srgbClr val="00B097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tx1"/>
                </a:solidFill>
              </a:endParaRPr>
            </a:p>
          </p:txBody>
        </p:sp>
        <p:sp>
          <p:nvSpPr>
            <p:cNvPr id="21" name="Freeform: Shape 87">
              <a:extLst>
                <a:ext uri="{FF2B5EF4-FFF2-40B4-BE49-F238E27FC236}">
                  <a16:creationId xmlns:a16="http://schemas.microsoft.com/office/drawing/2014/main" id="{3375F53E-62BF-7B42-B820-10E89F114181}"/>
                </a:ext>
              </a:extLst>
            </p:cNvPr>
            <p:cNvSpPr/>
            <p:nvPr/>
          </p:nvSpPr>
          <p:spPr>
            <a:xfrm rot="5400000">
              <a:off x="1265298" y="2782212"/>
              <a:ext cx="673851" cy="947119"/>
            </a:xfrm>
            <a:custGeom>
              <a:avLst/>
              <a:gdLst>
                <a:gd name="connsiteX0" fmla="*/ 0 w 1189608"/>
                <a:gd name="connsiteY0" fmla="*/ 927718 h 1189608"/>
                <a:gd name="connsiteX1" fmla="*/ 0 w 1189608"/>
                <a:gd name="connsiteY1" fmla="*/ 0 h 1189608"/>
                <a:gd name="connsiteX2" fmla="*/ 1189608 w 1189608"/>
                <a:gd name="connsiteY2" fmla="*/ 1189608 h 1189608"/>
                <a:gd name="connsiteX3" fmla="*/ 261890 w 1189608"/>
                <a:gd name="connsiteY3" fmla="*/ 1189608 h 1189608"/>
                <a:gd name="connsiteX4" fmla="*/ 0 w 1189608"/>
                <a:gd name="connsiteY4" fmla="*/ 927718 h 1189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608" h="1189608">
                  <a:moveTo>
                    <a:pt x="0" y="927718"/>
                  </a:moveTo>
                  <a:lnTo>
                    <a:pt x="0" y="0"/>
                  </a:lnTo>
                  <a:lnTo>
                    <a:pt x="1189608" y="1189608"/>
                  </a:lnTo>
                  <a:lnTo>
                    <a:pt x="261890" y="1189608"/>
                  </a:lnTo>
                  <a:cubicBezTo>
                    <a:pt x="117252" y="1189608"/>
                    <a:pt x="0" y="1072356"/>
                    <a:pt x="0" y="927718"/>
                  </a:cubicBezTo>
                  <a:close/>
                </a:path>
              </a:pathLst>
            </a:custGeom>
            <a:solidFill>
              <a:srgbClr val="BE2B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BA63983-FDBC-6F9A-555A-200BA6CD1C88}"/>
                </a:ext>
              </a:extLst>
            </p:cNvPr>
            <p:cNvSpPr/>
            <p:nvPr/>
          </p:nvSpPr>
          <p:spPr>
            <a:xfrm>
              <a:off x="1437355" y="3411133"/>
              <a:ext cx="1792676" cy="18822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>
                  <a:cs typeface="Arial" panose="020B0604020202020204" pitchFamily="34" charset="0"/>
                </a:rPr>
                <a:t>MRD-driven strategies may support more selective or deferred use of transplant in patients achieving deep responses. </a:t>
              </a:r>
            </a:p>
          </p:txBody>
        </p:sp>
        <p:sp>
          <p:nvSpPr>
            <p:cNvPr id="23" name="Freeform: Shape 93">
              <a:extLst>
                <a:ext uri="{FF2B5EF4-FFF2-40B4-BE49-F238E27FC236}">
                  <a16:creationId xmlns:a16="http://schemas.microsoft.com/office/drawing/2014/main" id="{ECC2EA66-75C3-8A9B-D0CE-E5F01950C08D}"/>
                </a:ext>
              </a:extLst>
            </p:cNvPr>
            <p:cNvSpPr/>
            <p:nvPr/>
          </p:nvSpPr>
          <p:spPr>
            <a:xfrm rot="16200000">
              <a:off x="2912151" y="4838965"/>
              <a:ext cx="673851" cy="947119"/>
            </a:xfrm>
            <a:custGeom>
              <a:avLst/>
              <a:gdLst>
                <a:gd name="connsiteX0" fmla="*/ 0 w 1189608"/>
                <a:gd name="connsiteY0" fmla="*/ 927718 h 1189608"/>
                <a:gd name="connsiteX1" fmla="*/ 0 w 1189608"/>
                <a:gd name="connsiteY1" fmla="*/ 0 h 1189608"/>
                <a:gd name="connsiteX2" fmla="*/ 1189608 w 1189608"/>
                <a:gd name="connsiteY2" fmla="*/ 1189608 h 1189608"/>
                <a:gd name="connsiteX3" fmla="*/ 261890 w 1189608"/>
                <a:gd name="connsiteY3" fmla="*/ 1189608 h 1189608"/>
                <a:gd name="connsiteX4" fmla="*/ 0 w 1189608"/>
                <a:gd name="connsiteY4" fmla="*/ 927718 h 1189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608" h="1189608">
                  <a:moveTo>
                    <a:pt x="0" y="927718"/>
                  </a:moveTo>
                  <a:lnTo>
                    <a:pt x="0" y="0"/>
                  </a:lnTo>
                  <a:lnTo>
                    <a:pt x="1189608" y="1189608"/>
                  </a:lnTo>
                  <a:lnTo>
                    <a:pt x="261890" y="1189608"/>
                  </a:lnTo>
                  <a:cubicBezTo>
                    <a:pt x="117252" y="1189608"/>
                    <a:pt x="0" y="1072356"/>
                    <a:pt x="0" y="927718"/>
                  </a:cubicBezTo>
                  <a:close/>
                </a:path>
              </a:pathLst>
            </a:custGeom>
            <a:solidFill>
              <a:srgbClr val="BE2B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10E04C4-B155-AA40-01A8-0558D756864F}"/>
              </a:ext>
            </a:extLst>
          </p:cNvPr>
          <p:cNvGrpSpPr/>
          <p:nvPr/>
        </p:nvGrpSpPr>
        <p:grpSpPr>
          <a:xfrm>
            <a:off x="8381922" y="1761932"/>
            <a:ext cx="2992884" cy="3348760"/>
            <a:chOff x="1128664" y="2918846"/>
            <a:chExt cx="2593972" cy="2730604"/>
          </a:xfrm>
        </p:grpSpPr>
        <p:sp>
          <p:nvSpPr>
            <p:cNvPr id="25" name="Freeform: Shape 86">
              <a:extLst>
                <a:ext uri="{FF2B5EF4-FFF2-40B4-BE49-F238E27FC236}">
                  <a16:creationId xmlns:a16="http://schemas.microsoft.com/office/drawing/2014/main" id="{3BD200A6-650E-0964-C318-8DF63693813E}"/>
                </a:ext>
              </a:extLst>
            </p:cNvPr>
            <p:cNvSpPr/>
            <p:nvPr/>
          </p:nvSpPr>
          <p:spPr>
            <a:xfrm rot="10800000">
              <a:off x="1128664" y="2918846"/>
              <a:ext cx="947119" cy="673851"/>
            </a:xfrm>
            <a:custGeom>
              <a:avLst/>
              <a:gdLst>
                <a:gd name="connsiteX0" fmla="*/ 927718 w 1189608"/>
                <a:gd name="connsiteY0" fmla="*/ 1189608 h 1189608"/>
                <a:gd name="connsiteX1" fmla="*/ 0 w 1189608"/>
                <a:gd name="connsiteY1" fmla="*/ 1189608 h 1189608"/>
                <a:gd name="connsiteX2" fmla="*/ 0 w 1189608"/>
                <a:gd name="connsiteY2" fmla="*/ 0 h 1189608"/>
                <a:gd name="connsiteX3" fmla="*/ 1189608 w 1189608"/>
                <a:gd name="connsiteY3" fmla="*/ 0 h 1189608"/>
                <a:gd name="connsiteX4" fmla="*/ 1189608 w 1189608"/>
                <a:gd name="connsiteY4" fmla="*/ 927718 h 1189608"/>
                <a:gd name="connsiteX5" fmla="*/ 927718 w 1189608"/>
                <a:gd name="connsiteY5" fmla="*/ 1189608 h 1189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9608" h="1189608">
                  <a:moveTo>
                    <a:pt x="927718" y="1189608"/>
                  </a:moveTo>
                  <a:lnTo>
                    <a:pt x="0" y="1189608"/>
                  </a:lnTo>
                  <a:lnTo>
                    <a:pt x="0" y="0"/>
                  </a:lnTo>
                  <a:lnTo>
                    <a:pt x="1189608" y="0"/>
                  </a:lnTo>
                  <a:lnTo>
                    <a:pt x="1189608" y="927718"/>
                  </a:lnTo>
                  <a:cubicBezTo>
                    <a:pt x="1189608" y="1072356"/>
                    <a:pt x="1072356" y="1189608"/>
                    <a:pt x="927718" y="1189608"/>
                  </a:cubicBezTo>
                  <a:close/>
                </a:path>
              </a:pathLst>
            </a:custGeom>
            <a:solidFill>
              <a:srgbClr val="FF6B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92">
              <a:extLst>
                <a:ext uri="{FF2B5EF4-FFF2-40B4-BE49-F238E27FC236}">
                  <a16:creationId xmlns:a16="http://schemas.microsoft.com/office/drawing/2014/main" id="{2D5468CD-2949-EE8D-E6A8-6134EED0A7FC}"/>
                </a:ext>
              </a:extLst>
            </p:cNvPr>
            <p:cNvSpPr/>
            <p:nvPr/>
          </p:nvSpPr>
          <p:spPr>
            <a:xfrm>
              <a:off x="2775517" y="4975599"/>
              <a:ext cx="947119" cy="673851"/>
            </a:xfrm>
            <a:custGeom>
              <a:avLst/>
              <a:gdLst>
                <a:gd name="connsiteX0" fmla="*/ 927718 w 1189608"/>
                <a:gd name="connsiteY0" fmla="*/ 1189608 h 1189608"/>
                <a:gd name="connsiteX1" fmla="*/ 0 w 1189608"/>
                <a:gd name="connsiteY1" fmla="*/ 1189608 h 1189608"/>
                <a:gd name="connsiteX2" fmla="*/ 0 w 1189608"/>
                <a:gd name="connsiteY2" fmla="*/ 0 h 1189608"/>
                <a:gd name="connsiteX3" fmla="*/ 1189608 w 1189608"/>
                <a:gd name="connsiteY3" fmla="*/ 0 h 1189608"/>
                <a:gd name="connsiteX4" fmla="*/ 1189608 w 1189608"/>
                <a:gd name="connsiteY4" fmla="*/ 927718 h 1189608"/>
                <a:gd name="connsiteX5" fmla="*/ 927718 w 1189608"/>
                <a:gd name="connsiteY5" fmla="*/ 1189608 h 1189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9608" h="1189608">
                  <a:moveTo>
                    <a:pt x="927718" y="1189608"/>
                  </a:moveTo>
                  <a:lnTo>
                    <a:pt x="0" y="1189608"/>
                  </a:lnTo>
                  <a:lnTo>
                    <a:pt x="0" y="0"/>
                  </a:lnTo>
                  <a:lnTo>
                    <a:pt x="1189608" y="0"/>
                  </a:lnTo>
                  <a:lnTo>
                    <a:pt x="1189608" y="927718"/>
                  </a:lnTo>
                  <a:cubicBezTo>
                    <a:pt x="1189608" y="1072356"/>
                    <a:pt x="1072356" y="1189608"/>
                    <a:pt x="927718" y="1189608"/>
                  </a:cubicBezTo>
                  <a:close/>
                </a:path>
              </a:pathLst>
            </a:custGeom>
            <a:solidFill>
              <a:srgbClr val="FF6B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tx1"/>
                </a:solidFill>
              </a:endParaRPr>
            </a:p>
          </p:txBody>
        </p:sp>
        <p:sp>
          <p:nvSpPr>
            <p:cNvPr id="27" name="Rectangle: Rounded Corners 2">
              <a:extLst>
                <a:ext uri="{FF2B5EF4-FFF2-40B4-BE49-F238E27FC236}">
                  <a16:creationId xmlns:a16="http://schemas.microsoft.com/office/drawing/2014/main" id="{CEFCD8E8-B1F7-A173-EA39-13470BC0CC1B}"/>
                </a:ext>
              </a:extLst>
            </p:cNvPr>
            <p:cNvSpPr/>
            <p:nvPr/>
          </p:nvSpPr>
          <p:spPr>
            <a:xfrm>
              <a:off x="1291229" y="3034507"/>
              <a:ext cx="2268843" cy="2499283"/>
            </a:xfrm>
            <a:prstGeom prst="roundRect">
              <a:avLst>
                <a:gd name="adj" fmla="val 9190"/>
              </a:avLst>
            </a:prstGeom>
            <a:ln>
              <a:solidFill>
                <a:srgbClr val="00B097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87">
              <a:extLst>
                <a:ext uri="{FF2B5EF4-FFF2-40B4-BE49-F238E27FC236}">
                  <a16:creationId xmlns:a16="http://schemas.microsoft.com/office/drawing/2014/main" id="{DE799D06-B012-51F2-370B-39A97B9FEFC8}"/>
                </a:ext>
              </a:extLst>
            </p:cNvPr>
            <p:cNvSpPr/>
            <p:nvPr/>
          </p:nvSpPr>
          <p:spPr>
            <a:xfrm rot="5400000">
              <a:off x="1265298" y="2782212"/>
              <a:ext cx="673851" cy="947119"/>
            </a:xfrm>
            <a:custGeom>
              <a:avLst/>
              <a:gdLst>
                <a:gd name="connsiteX0" fmla="*/ 0 w 1189608"/>
                <a:gd name="connsiteY0" fmla="*/ 927718 h 1189608"/>
                <a:gd name="connsiteX1" fmla="*/ 0 w 1189608"/>
                <a:gd name="connsiteY1" fmla="*/ 0 h 1189608"/>
                <a:gd name="connsiteX2" fmla="*/ 1189608 w 1189608"/>
                <a:gd name="connsiteY2" fmla="*/ 1189608 h 1189608"/>
                <a:gd name="connsiteX3" fmla="*/ 261890 w 1189608"/>
                <a:gd name="connsiteY3" fmla="*/ 1189608 h 1189608"/>
                <a:gd name="connsiteX4" fmla="*/ 0 w 1189608"/>
                <a:gd name="connsiteY4" fmla="*/ 927718 h 1189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608" h="1189608">
                  <a:moveTo>
                    <a:pt x="0" y="927718"/>
                  </a:moveTo>
                  <a:lnTo>
                    <a:pt x="0" y="0"/>
                  </a:lnTo>
                  <a:lnTo>
                    <a:pt x="1189608" y="1189608"/>
                  </a:lnTo>
                  <a:lnTo>
                    <a:pt x="261890" y="1189608"/>
                  </a:lnTo>
                  <a:cubicBezTo>
                    <a:pt x="117252" y="1189608"/>
                    <a:pt x="0" y="1072356"/>
                    <a:pt x="0" y="927718"/>
                  </a:cubicBezTo>
                  <a:close/>
                </a:path>
              </a:pathLst>
            </a:custGeom>
            <a:solidFill>
              <a:srgbClr val="BE2B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3758196-F6BC-31EC-0C15-DA190EA9567F}"/>
                </a:ext>
              </a:extLst>
            </p:cNvPr>
            <p:cNvSpPr/>
            <p:nvPr/>
          </p:nvSpPr>
          <p:spPr>
            <a:xfrm>
              <a:off x="1602223" y="3365222"/>
              <a:ext cx="1747080" cy="18822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>
                  <a:cs typeface="Arial" panose="020B0604020202020204" pitchFamily="34" charset="0"/>
                </a:rPr>
                <a:t>ADCs, CAR T-cell therapies, bispecific antibodies and GPRC5D-targeted therapies are expanding later-line options.</a:t>
              </a:r>
            </a:p>
          </p:txBody>
        </p:sp>
        <p:sp>
          <p:nvSpPr>
            <p:cNvPr id="30" name="Freeform: Shape 93">
              <a:extLst>
                <a:ext uri="{FF2B5EF4-FFF2-40B4-BE49-F238E27FC236}">
                  <a16:creationId xmlns:a16="http://schemas.microsoft.com/office/drawing/2014/main" id="{CAC910D0-750B-110F-3BC9-FB4A8334750E}"/>
                </a:ext>
              </a:extLst>
            </p:cNvPr>
            <p:cNvSpPr/>
            <p:nvPr/>
          </p:nvSpPr>
          <p:spPr>
            <a:xfrm rot="16200000">
              <a:off x="2912151" y="4838965"/>
              <a:ext cx="673851" cy="947119"/>
            </a:xfrm>
            <a:custGeom>
              <a:avLst/>
              <a:gdLst>
                <a:gd name="connsiteX0" fmla="*/ 0 w 1189608"/>
                <a:gd name="connsiteY0" fmla="*/ 927718 h 1189608"/>
                <a:gd name="connsiteX1" fmla="*/ 0 w 1189608"/>
                <a:gd name="connsiteY1" fmla="*/ 0 h 1189608"/>
                <a:gd name="connsiteX2" fmla="*/ 1189608 w 1189608"/>
                <a:gd name="connsiteY2" fmla="*/ 1189608 h 1189608"/>
                <a:gd name="connsiteX3" fmla="*/ 261890 w 1189608"/>
                <a:gd name="connsiteY3" fmla="*/ 1189608 h 1189608"/>
                <a:gd name="connsiteX4" fmla="*/ 0 w 1189608"/>
                <a:gd name="connsiteY4" fmla="*/ 927718 h 1189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608" h="1189608">
                  <a:moveTo>
                    <a:pt x="0" y="927718"/>
                  </a:moveTo>
                  <a:lnTo>
                    <a:pt x="0" y="0"/>
                  </a:lnTo>
                  <a:lnTo>
                    <a:pt x="1189608" y="1189608"/>
                  </a:lnTo>
                  <a:lnTo>
                    <a:pt x="261890" y="1189608"/>
                  </a:lnTo>
                  <a:cubicBezTo>
                    <a:pt x="117252" y="1189608"/>
                    <a:pt x="0" y="1072356"/>
                    <a:pt x="0" y="927718"/>
                  </a:cubicBezTo>
                  <a:close/>
                </a:path>
              </a:pathLst>
            </a:custGeom>
            <a:solidFill>
              <a:srgbClr val="BE2B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tx1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44A18EB-BB19-A5E6-F06D-461AF9850D6B}"/>
              </a:ext>
            </a:extLst>
          </p:cNvPr>
          <p:cNvSpPr txBox="1"/>
          <p:nvPr/>
        </p:nvSpPr>
        <p:spPr>
          <a:xfrm>
            <a:off x="265915" y="6124384"/>
            <a:ext cx="114995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ADCs: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antibody–drug conjugates;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ASCT: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autologous stem cell transplantation;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CAR T: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chimeric antigen receptor T-cell;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GPRC5D: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G protein-coupled receptor class C group 5 member D;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MRD: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minimal residual disease.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8555BCEC-CA1A-8F0F-BEDB-E2430A26F510}"/>
              </a:ext>
            </a:extLst>
          </p:cNvPr>
          <p:cNvSpPr txBox="1">
            <a:spLocks/>
          </p:cNvSpPr>
          <p:nvPr/>
        </p:nvSpPr>
        <p:spPr>
          <a:xfrm>
            <a:off x="11506199" y="6442531"/>
            <a:ext cx="419885" cy="2154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10</a:t>
            </a:fld>
            <a:endParaRPr lang="en-US" sz="1000" b="1"/>
          </a:p>
        </p:txBody>
      </p:sp>
    </p:spTree>
    <p:extLst>
      <p:ext uri="{BB962C8B-B14F-4D97-AF65-F5344CB8AC3E}">
        <p14:creationId xmlns:p14="http://schemas.microsoft.com/office/powerpoint/2010/main" val="840490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AFAA4-D4B0-25EE-CA60-8D391D4A9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E72C3B3F-4F85-F19C-542F-7D22F78D3CA1}"/>
              </a:ext>
            </a:extLst>
          </p:cNvPr>
          <p:cNvSpPr txBox="1">
            <a:spLocks/>
          </p:cNvSpPr>
          <p:nvPr/>
        </p:nvSpPr>
        <p:spPr>
          <a:xfrm>
            <a:off x="251919" y="186120"/>
            <a:ext cx="11787681" cy="8405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MM remains incurable in ~40% of patients (potentially up to ~60% for long-term disease control)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B04F717-9C05-04E9-9A50-F2E3976CBC77}"/>
              </a:ext>
            </a:extLst>
          </p:cNvPr>
          <p:cNvSpPr txBox="1">
            <a:spLocks/>
          </p:cNvSpPr>
          <p:nvPr/>
        </p:nvSpPr>
        <p:spPr>
          <a:xfrm>
            <a:off x="11487705" y="6429374"/>
            <a:ext cx="338535" cy="30330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11</a:t>
            </a:fld>
            <a:endParaRPr lang="en-US" sz="10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3D642A-8F50-3DF6-8A23-E5C43721FF5F}"/>
              </a:ext>
            </a:extLst>
          </p:cNvPr>
          <p:cNvSpPr txBox="1"/>
          <p:nvPr/>
        </p:nvSpPr>
        <p:spPr>
          <a:xfrm>
            <a:off x="365760" y="6024796"/>
            <a:ext cx="114995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 b="1"/>
              <a:t>ASCT:</a:t>
            </a:r>
            <a:r>
              <a:rPr lang="en-IN" sz="800"/>
              <a:t> autologous stem cell transplantation; </a:t>
            </a:r>
            <a:r>
              <a:rPr lang="en-IN" sz="800" b="1"/>
              <a:t>DALY:</a:t>
            </a:r>
            <a:r>
              <a:rPr lang="en-IN" sz="800"/>
              <a:t> disability-adjusted life year; </a:t>
            </a:r>
            <a:r>
              <a:rPr lang="en-IN" sz="800" b="1"/>
              <a:t>KSA:</a:t>
            </a:r>
            <a:r>
              <a:rPr lang="en-IN" sz="800"/>
              <a:t> Kingdom of Saudi Arabia; </a:t>
            </a:r>
            <a:r>
              <a:rPr lang="en-IN" sz="800" b="1"/>
              <a:t>MM:</a:t>
            </a:r>
            <a:r>
              <a:rPr lang="en-IN" sz="800"/>
              <a:t> multiple myeloma; </a:t>
            </a:r>
            <a:r>
              <a:rPr lang="en-IN" sz="800" b="1"/>
              <a:t>UAE:</a:t>
            </a:r>
            <a:r>
              <a:rPr lang="en-IN" sz="800"/>
              <a:t> United Arab Emirates; </a:t>
            </a:r>
            <a:r>
              <a:rPr lang="en-IN" sz="800" b="1"/>
              <a:t>YLD:</a:t>
            </a:r>
            <a:r>
              <a:rPr lang="en-IN" sz="800"/>
              <a:t> years lived with disability; </a:t>
            </a:r>
            <a:r>
              <a:rPr lang="en-IN" sz="800" b="1"/>
              <a:t>YLL:</a:t>
            </a:r>
            <a:r>
              <a:rPr lang="en-IN" sz="800"/>
              <a:t> years of life lost.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/>
              <a:t>1. Farghaly M, et al. ISPOR Europe. Poster </a:t>
            </a:r>
            <a:r>
              <a:rPr lang="en-IN" sz="800"/>
              <a:t>EE178.</a:t>
            </a:r>
            <a:endParaRPr lang="en-US" altLang="en-US" sz="80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8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2A0C01-084F-D99D-2CA5-4540410B4936}"/>
              </a:ext>
            </a:extLst>
          </p:cNvPr>
          <p:cNvSpPr txBox="1"/>
          <p:nvPr/>
        </p:nvSpPr>
        <p:spPr>
          <a:xfrm>
            <a:off x="365760" y="1624870"/>
            <a:ext cx="5962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/>
              <a:t>DALYs per patient with MM</a:t>
            </a:r>
            <a:r>
              <a:rPr lang="en-US" sz="1600" b="1" baseline="30000"/>
              <a:t>1</a:t>
            </a:r>
            <a:endParaRPr lang="en-IN" sz="1600" b="1" baseline="300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38CB38-798E-13A0-4E02-ACF0637CB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19" y="2170315"/>
            <a:ext cx="5771807" cy="2517369"/>
          </a:xfrm>
          <a:prstGeom prst="rect">
            <a:avLst/>
          </a:prstGeom>
          <a:ln>
            <a:solidFill>
              <a:srgbClr val="FDE8FB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57EFD1-F637-271F-A255-0C1D78C89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275" y="2170315"/>
            <a:ext cx="5751977" cy="2517369"/>
          </a:xfrm>
          <a:prstGeom prst="rect">
            <a:avLst/>
          </a:prstGeom>
          <a:ln>
            <a:solidFill>
              <a:srgbClr val="FDE8FB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B537F1-32B7-A94A-A033-C5EC7BF8E22A}"/>
              </a:ext>
            </a:extLst>
          </p:cNvPr>
          <p:cNvSpPr txBox="1"/>
          <p:nvPr/>
        </p:nvSpPr>
        <p:spPr>
          <a:xfrm>
            <a:off x="6772701" y="1624340"/>
            <a:ext cx="4950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/>
              <a:t>Average DALYs per patient per classification</a:t>
            </a:r>
            <a:r>
              <a:rPr lang="en-US" sz="1600" b="1" baseline="30000"/>
              <a:t>1</a:t>
            </a:r>
            <a:endParaRPr lang="en-IN" sz="16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9AAC3B-7BD3-0D8C-A889-E78F1974A395}"/>
              </a:ext>
            </a:extLst>
          </p:cNvPr>
          <p:cNvSpPr txBox="1"/>
          <p:nvPr/>
        </p:nvSpPr>
        <p:spPr>
          <a:xfrm>
            <a:off x="251919" y="4842091"/>
            <a:ext cx="117876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/>
              <a:t>MM imposes a significant burden on the Gulf region, especially the economic burden. The relapsed/refractory ASCT-ineligible group recorded the highest DALYs across all groups while the relapsed/refractory ASCT-eligible group incurred the highest direct medical costs</a:t>
            </a:r>
            <a:r>
              <a:rPr lang="en-IN" baseline="300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81299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D6DA4-5677-FFF4-23DD-73751287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0B1467A-6386-84E1-C0F0-E331A97CFAEE}"/>
              </a:ext>
            </a:extLst>
          </p:cNvPr>
          <p:cNvSpPr txBox="1">
            <a:spLocks/>
          </p:cNvSpPr>
          <p:nvPr/>
        </p:nvSpPr>
        <p:spPr>
          <a:xfrm>
            <a:off x="251919" y="186119"/>
            <a:ext cx="11787681" cy="90583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Unmet needs persist despite advances with </a:t>
            </a:r>
            <a:r>
              <a:rPr lang="en-US" sz="2800" err="1">
                <a:solidFill>
                  <a:srgbClr val="BE2BBB"/>
                </a:solidFill>
              </a:rPr>
              <a:t>IMiDs</a:t>
            </a:r>
            <a:r>
              <a:rPr lang="en-US" sz="2800">
                <a:solidFill>
                  <a:srgbClr val="BE2BBB"/>
                </a:solidFill>
              </a:rPr>
              <a:t>, PIs, anti-CD38 antibodies and BCMA-targeted therapies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181F0B-91C5-132B-112D-72DCC9C1C334}"/>
              </a:ext>
            </a:extLst>
          </p:cNvPr>
          <p:cNvSpPr txBox="1">
            <a:spLocks/>
          </p:cNvSpPr>
          <p:nvPr/>
        </p:nvSpPr>
        <p:spPr>
          <a:xfrm>
            <a:off x="11478827" y="6429375"/>
            <a:ext cx="347413" cy="24250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12</a:t>
            </a:fld>
            <a:endParaRPr lang="en-US" sz="10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8738F0-EF7E-4789-260E-FF80C5E9E4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37"/>
          <a:stretch>
            <a:fillRect/>
          </a:stretch>
        </p:blipFill>
        <p:spPr>
          <a:xfrm>
            <a:off x="1114018" y="1474965"/>
            <a:ext cx="10433878" cy="39080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5A706B-CAC9-E2D3-9A32-CFFE4FDEE854}"/>
              </a:ext>
            </a:extLst>
          </p:cNvPr>
          <p:cNvSpPr txBox="1"/>
          <p:nvPr/>
        </p:nvSpPr>
        <p:spPr>
          <a:xfrm>
            <a:off x="251919" y="5996044"/>
            <a:ext cx="114995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BCMA: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B-cell maturation antigen;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EMD: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extramedullary disease;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IMiDs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immunomodulatory drugs;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MM: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multiple myeloma;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PIs: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proteasome inhibitors;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QoL: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quality of life;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RRMM: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relapsed/refractory multiple myeloma.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1. Hajek R. Strategies for the treatment of multiple myeloma in 2013: Moving toward the cure. 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InTech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eBooks. Published online April 10, 2013. https://doi.org/10.5772/55366.</a:t>
            </a:r>
          </a:p>
        </p:txBody>
      </p:sp>
    </p:spTree>
    <p:extLst>
      <p:ext uri="{BB962C8B-B14F-4D97-AF65-F5344CB8AC3E}">
        <p14:creationId xmlns:p14="http://schemas.microsoft.com/office/powerpoint/2010/main" val="2910829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D1621-7A18-9636-80CD-574925A38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46C8899-817A-A578-D9EC-DBCC1C368254}"/>
              </a:ext>
            </a:extLst>
          </p:cNvPr>
          <p:cNvSpPr txBox="1">
            <a:spLocks/>
          </p:cNvSpPr>
          <p:nvPr/>
        </p:nvSpPr>
        <p:spPr>
          <a:xfrm>
            <a:off x="251919" y="143580"/>
            <a:ext cx="11940081" cy="83099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Real-world patients with lenalidomide-refractory MM and 1 to 3 prior LOT progress rapidly through therapies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6AA044D-9CA0-518D-71B7-FC88378C88B7}"/>
              </a:ext>
            </a:extLst>
          </p:cNvPr>
          <p:cNvSpPr txBox="1">
            <a:spLocks/>
          </p:cNvSpPr>
          <p:nvPr/>
        </p:nvSpPr>
        <p:spPr>
          <a:xfrm>
            <a:off x="11452194" y="6429374"/>
            <a:ext cx="374046" cy="29989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13</a:t>
            </a:fld>
            <a:endParaRPr lang="en-US" sz="10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1ED91A-8149-7EB3-7518-3CDE2455F701}"/>
              </a:ext>
            </a:extLst>
          </p:cNvPr>
          <p:cNvSpPr txBox="1"/>
          <p:nvPr/>
        </p:nvSpPr>
        <p:spPr>
          <a:xfrm>
            <a:off x="375269" y="5728157"/>
            <a:ext cx="116933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 b="1"/>
              <a:t>CAR T: </a:t>
            </a:r>
            <a:r>
              <a:rPr lang="en-IN" sz="800"/>
              <a:t>chimeric antigen receptor T-cell therapy; </a:t>
            </a:r>
            <a:r>
              <a:rPr lang="en-IN" sz="800" b="1"/>
              <a:t>CI: </a:t>
            </a:r>
            <a:r>
              <a:rPr lang="en-IN" sz="800"/>
              <a:t>confidence interval; </a:t>
            </a:r>
            <a:r>
              <a:rPr lang="en-IN" sz="800" b="1" err="1"/>
              <a:t>DKd</a:t>
            </a:r>
            <a:r>
              <a:rPr lang="en-IN" sz="800" b="1"/>
              <a:t>: </a:t>
            </a:r>
            <a:r>
              <a:rPr lang="en-IN" sz="800"/>
              <a:t>daratumumab, carfilzomib, and dexamethasone; </a:t>
            </a:r>
            <a:r>
              <a:rPr lang="en-IN" sz="800" b="1" err="1"/>
              <a:t>DPd</a:t>
            </a:r>
            <a:r>
              <a:rPr lang="en-IN" sz="800" b="1"/>
              <a:t>: </a:t>
            </a:r>
            <a:r>
              <a:rPr lang="en-IN" sz="800"/>
              <a:t>daratumumab, pomalidomide, and dexamethasone; </a:t>
            </a:r>
            <a:r>
              <a:rPr lang="en-IN" sz="800" b="1" err="1"/>
              <a:t>DVd</a:t>
            </a:r>
            <a:r>
              <a:rPr lang="en-IN" sz="800" b="1"/>
              <a:t>:</a:t>
            </a:r>
            <a:r>
              <a:rPr lang="en-IN" sz="800"/>
              <a:t> daratumumab, bortezomib, and dexamethasone; </a:t>
            </a:r>
            <a:r>
              <a:rPr lang="en-IN" sz="800" b="1" err="1"/>
              <a:t>IsaKd</a:t>
            </a:r>
            <a:r>
              <a:rPr lang="en-IN" sz="800" b="1"/>
              <a:t>:</a:t>
            </a:r>
            <a:r>
              <a:rPr lang="en-IN" sz="800"/>
              <a:t> isatuximab, carfilzomib, and dexamethasone; </a:t>
            </a:r>
            <a:r>
              <a:rPr lang="en-IN" sz="800" b="1" err="1"/>
              <a:t>IsaPd</a:t>
            </a:r>
            <a:r>
              <a:rPr lang="en-IN" sz="800" b="1"/>
              <a:t>:</a:t>
            </a:r>
            <a:r>
              <a:rPr lang="en-IN" sz="800"/>
              <a:t> isatuximab, pomalidomide, and dexamethasone; </a:t>
            </a:r>
            <a:r>
              <a:rPr lang="en-IN" sz="800" b="1" err="1"/>
              <a:t>IxaPd</a:t>
            </a:r>
            <a:r>
              <a:rPr lang="en-IN" sz="800" b="1"/>
              <a:t>:</a:t>
            </a:r>
            <a:r>
              <a:rPr lang="en-IN" sz="800"/>
              <a:t> </a:t>
            </a:r>
            <a:r>
              <a:rPr lang="en-IN" sz="800" err="1"/>
              <a:t>ixazomib</a:t>
            </a:r>
            <a:r>
              <a:rPr lang="en-IN" sz="800"/>
              <a:t>, pomalidomide, and dexamethasone; </a:t>
            </a:r>
            <a:r>
              <a:rPr lang="en-IN" sz="800" b="1" err="1"/>
              <a:t>KPd</a:t>
            </a:r>
            <a:r>
              <a:rPr lang="en-IN" sz="800" b="1"/>
              <a:t>: </a:t>
            </a:r>
            <a:r>
              <a:rPr lang="en-IN" sz="800"/>
              <a:t>carfilzomib, pomalidomide, and dexamethasone; </a:t>
            </a:r>
            <a:r>
              <a:rPr lang="en-IN" sz="800" b="1"/>
              <a:t>LEN:</a:t>
            </a:r>
            <a:r>
              <a:rPr lang="en-IN" sz="800"/>
              <a:t> lenalidomide; </a:t>
            </a:r>
            <a:r>
              <a:rPr lang="en-IN" sz="800" b="1"/>
              <a:t>LOT:</a:t>
            </a:r>
            <a:r>
              <a:rPr lang="en-IN" sz="800"/>
              <a:t> line of therapy; </a:t>
            </a:r>
            <a:r>
              <a:rPr lang="en-IN" sz="800" b="1"/>
              <a:t>MM:</a:t>
            </a:r>
            <a:r>
              <a:rPr lang="en-IN" sz="800"/>
              <a:t> multiple myeloma; </a:t>
            </a:r>
            <a:r>
              <a:rPr lang="en-IN" sz="800" b="1"/>
              <a:t>N:</a:t>
            </a:r>
            <a:r>
              <a:rPr lang="en-IN" sz="800"/>
              <a:t> number of patients; </a:t>
            </a:r>
            <a:r>
              <a:rPr lang="en-IN" sz="800" b="1"/>
              <a:t>NCCN:</a:t>
            </a:r>
            <a:r>
              <a:rPr lang="en-IN" sz="800"/>
              <a:t> National Comprehensive Cancer Network; </a:t>
            </a:r>
            <a:r>
              <a:rPr lang="en-IN" sz="800" b="1"/>
              <a:t>PFS:</a:t>
            </a:r>
            <a:r>
              <a:rPr lang="en-IN" sz="800"/>
              <a:t> progression-free survival; </a:t>
            </a:r>
            <a:r>
              <a:rPr lang="en-IN" sz="800" b="1"/>
              <a:t>PL:</a:t>
            </a:r>
            <a:r>
              <a:rPr lang="en-IN" sz="800"/>
              <a:t> prior line of therapy; </a:t>
            </a:r>
            <a:r>
              <a:rPr lang="en-IN" sz="800" b="1" err="1"/>
              <a:t>PVd</a:t>
            </a:r>
            <a:r>
              <a:rPr lang="en-IN" sz="800" b="1"/>
              <a:t>:</a:t>
            </a:r>
            <a:r>
              <a:rPr lang="en-IN" sz="800"/>
              <a:t> pomalidomide, bortezomib, and dexamethasone; </a:t>
            </a:r>
            <a:r>
              <a:rPr lang="en-IN" sz="800" b="1"/>
              <a:t>RWE: </a:t>
            </a:r>
            <a:r>
              <a:rPr lang="en-IN" sz="800"/>
              <a:t>real-world evidence.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1. Dhakal, B, et al. Blood Adv. 2024;8(19):5062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200185-6125-72C2-AEB3-D3015C2B5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93" y="1845922"/>
            <a:ext cx="10382614" cy="37348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5D1E80-AD50-F4C0-2120-CB8B984EBEAA}"/>
              </a:ext>
            </a:extLst>
          </p:cNvPr>
          <p:cNvSpPr txBox="1"/>
          <p:nvPr/>
        </p:nvSpPr>
        <p:spPr>
          <a:xfrm>
            <a:off x="251918" y="933358"/>
            <a:ext cx="116933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/>
              <a:t>Outcomes remain suboptimal in lenalidomide-refractory MM, with median PFS of approximately 6.3 to 6.5 months regardless of prior treatment lines.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/>
              <a:t>Lenalidomide-exposed but non-refractory patients had a longer, although still modest, median PFS of 9.2 months.</a:t>
            </a:r>
          </a:p>
        </p:txBody>
      </p:sp>
    </p:spTree>
    <p:extLst>
      <p:ext uri="{BB962C8B-B14F-4D97-AF65-F5344CB8AC3E}">
        <p14:creationId xmlns:p14="http://schemas.microsoft.com/office/powerpoint/2010/main" val="639745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17B5E-B976-8439-9DF8-EEA066F40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3C56F59-AB5F-9672-61CA-C5A6929C54F4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4684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147E16F3-B716-2E45-F4E2-5BC3B4EB7B4C}"/>
              </a:ext>
            </a:extLst>
          </p:cNvPr>
          <p:cNvSpPr txBox="1">
            <a:spLocks/>
          </p:cNvSpPr>
          <p:nvPr/>
        </p:nvSpPr>
        <p:spPr>
          <a:xfrm>
            <a:off x="11443317" y="6429375"/>
            <a:ext cx="382923" cy="2940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14</a:t>
            </a:fld>
            <a:endParaRPr lang="en-US" sz="10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07132A-1EF1-5060-3BC8-70653B6CF4A2}"/>
              </a:ext>
            </a:extLst>
          </p:cNvPr>
          <p:cNvSpPr txBox="1"/>
          <p:nvPr/>
        </p:nvSpPr>
        <p:spPr>
          <a:xfrm>
            <a:off x="375269" y="5838686"/>
            <a:ext cx="11693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2L: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second-line therapy;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DARA: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daratumumab;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DPd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daratumumab, pomalidomide, and dexamethasone;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exp: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exposed;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LEN: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lenalidomide;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MM: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multiple myeloma;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mPFS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median progression-free survival;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PI: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proteasome inhibitor;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PL: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prior line of therapy;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pop: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population;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PVd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pomalidomide, bortezomib, and dexamethasone;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ref: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refractory;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RWE: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real-world evidence.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1. Dimopoulos, M, et al. NEJM2024; 2. San Miguel, J, et al. NEJM2023; 3. Goel, U. et al. Blood Cancer J. 2024;14(1):55; 4. Cowan, AJ, et al. IMS 2023; 5. </a:t>
            </a:r>
            <a:r>
              <a:rPr kumimoji="0" lang="fr-FR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Touzeau C, et al. EHA 2024; Poster P967;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6. Dhakal, B, et al. Blood Adv. 2024;8(19):5062.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2FEDBF-A40D-16FE-42D8-121B3DD18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4" y="1362666"/>
            <a:ext cx="10855146" cy="391944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F12BED-C39D-AFB2-48B0-DF4E76C5FBF8}"/>
              </a:ext>
            </a:extLst>
          </p:cNvPr>
          <p:cNvSpPr txBox="1"/>
          <p:nvPr/>
        </p:nvSpPr>
        <p:spPr>
          <a:xfrm>
            <a:off x="251919" y="134589"/>
            <a:ext cx="116881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>
                <a:solidFill>
                  <a:srgbClr val="BE2BBB"/>
                </a:solidFill>
                <a:latin typeface="+mj-lt"/>
                <a:ea typeface="+mj-ea"/>
                <a:cs typeface="+mj-cs"/>
              </a:rPr>
              <a:t>Median PFS remains modest at 6.5 to 14 Months in lenalidomide-exposed or lenalidomide-refractory populations</a:t>
            </a:r>
          </a:p>
        </p:txBody>
      </p:sp>
    </p:spTree>
    <p:extLst>
      <p:ext uri="{BB962C8B-B14F-4D97-AF65-F5344CB8AC3E}">
        <p14:creationId xmlns:p14="http://schemas.microsoft.com/office/powerpoint/2010/main" val="4092257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23545-AAFE-7E04-AFCD-81700327E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081CE15-D3BD-5E55-82C4-828E2C035228}"/>
              </a:ext>
            </a:extLst>
          </p:cNvPr>
          <p:cNvSpPr txBox="1">
            <a:spLocks/>
          </p:cNvSpPr>
          <p:nvPr/>
        </p:nvSpPr>
        <p:spPr>
          <a:xfrm>
            <a:off x="251919" y="223481"/>
            <a:ext cx="11940081" cy="11600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>
              <a:solidFill>
                <a:srgbClr val="BE2BB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B5BA73-84F0-0BA5-6F2A-E4985E001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39" y="1883892"/>
            <a:ext cx="10716162" cy="37707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316E441-6328-D525-6273-05C95EBDD1F6}"/>
              </a:ext>
            </a:extLst>
          </p:cNvPr>
          <p:cNvSpPr txBox="1"/>
          <p:nvPr/>
        </p:nvSpPr>
        <p:spPr>
          <a:xfrm>
            <a:off x="838200" y="5703436"/>
            <a:ext cx="11201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No treatments were studied in 2L patients with required prior LEN and an anti-CD38 antibody exposure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3F583E-DB81-28C1-75FD-058FD61714E3}"/>
              </a:ext>
            </a:extLst>
          </p:cNvPr>
          <p:cNvSpPr txBox="1"/>
          <p:nvPr/>
        </p:nvSpPr>
        <p:spPr>
          <a:xfrm>
            <a:off x="346220" y="6042490"/>
            <a:ext cx="116933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*At study initiation, included patients must have completed at least two consecutive cycles of daratumumab; this criterion was removed in March 2021, approximately 8 months before the last patient enrolled. </a:t>
            </a:r>
            <a:r>
              <a:rPr lang="en-US" sz="800" baseline="30000"/>
              <a:t>†</a:t>
            </a:r>
            <a:r>
              <a:rPr lang="en-US" sz="800" err="1"/>
              <a:t>IMiD</a:t>
            </a:r>
            <a:r>
              <a:rPr lang="en-US" sz="800"/>
              <a:t> exposure.</a:t>
            </a:r>
          </a:p>
          <a:p>
            <a:pPr algn="just"/>
            <a:r>
              <a:rPr lang="en-US" sz="800" i="1"/>
              <a:t>See speaker notes for abbreviations and reference.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9B5EDB-7D63-1ECD-BCE5-9D6B29F75E30}"/>
              </a:ext>
            </a:extLst>
          </p:cNvPr>
          <p:cNvSpPr txBox="1"/>
          <p:nvPr/>
        </p:nvSpPr>
        <p:spPr>
          <a:xfrm>
            <a:off x="1212041" y="1444257"/>
            <a:ext cx="9706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/>
              <a:t>Prior therapy exposure across relapsed or refractory MM trials</a:t>
            </a:r>
            <a:endParaRPr lang="en-IN" sz="1600" b="1" baseline="30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1BFFF-534F-8B78-FCF1-51759C0EEAD5}"/>
              </a:ext>
            </a:extLst>
          </p:cNvPr>
          <p:cNvSpPr txBox="1"/>
          <p:nvPr/>
        </p:nvSpPr>
        <p:spPr>
          <a:xfrm>
            <a:off x="251918" y="84386"/>
            <a:ext cx="1157432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BE2BBB"/>
                </a:solidFill>
                <a:latin typeface="+mj-lt"/>
                <a:ea typeface="+mj-ea"/>
                <a:cs typeface="+mj-cs"/>
              </a:rPr>
              <a:t>KarMMa-3 is the only prospective, randomized phase 3 study in which nearly all patients had prior lenalidomide exposure, and all had prior anti-CD38 exposure</a:t>
            </a:r>
            <a:endParaRPr lang="en-IN" sz="2800" b="1">
              <a:solidFill>
                <a:srgbClr val="BE2BB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8CB19C8-D60F-36A8-F5C9-5E69FFF34C34}"/>
              </a:ext>
            </a:extLst>
          </p:cNvPr>
          <p:cNvSpPr txBox="1">
            <a:spLocks/>
          </p:cNvSpPr>
          <p:nvPr/>
        </p:nvSpPr>
        <p:spPr>
          <a:xfrm>
            <a:off x="11443317" y="6429375"/>
            <a:ext cx="382923" cy="2940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15</a:t>
            </a:fld>
            <a:endParaRPr lang="en-US" sz="1000" b="1"/>
          </a:p>
        </p:txBody>
      </p:sp>
    </p:spTree>
    <p:extLst>
      <p:ext uri="{BB962C8B-B14F-4D97-AF65-F5344CB8AC3E}">
        <p14:creationId xmlns:p14="http://schemas.microsoft.com/office/powerpoint/2010/main" val="3116953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90314-6799-C5F2-42F9-1C09EC837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0534D72-7531-EF0F-071A-3733FFF20933}"/>
              </a:ext>
            </a:extLst>
          </p:cNvPr>
          <p:cNvSpPr/>
          <p:nvPr/>
        </p:nvSpPr>
        <p:spPr>
          <a:xfrm>
            <a:off x="387352" y="828640"/>
            <a:ext cx="6357711" cy="512178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IN" sz="200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E0E8E5E5-06F8-AB74-4E93-7F529E6D178E}"/>
              </a:ext>
            </a:extLst>
          </p:cNvPr>
          <p:cNvSpPr txBox="1">
            <a:spLocks/>
          </p:cNvSpPr>
          <p:nvPr/>
        </p:nvSpPr>
        <p:spPr>
          <a:xfrm>
            <a:off x="628587" y="227671"/>
            <a:ext cx="5893603" cy="4684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Need for </a:t>
            </a:r>
            <a:r>
              <a:rPr lang="en-US" sz="2800" err="1">
                <a:solidFill>
                  <a:srgbClr val="BE2BBB"/>
                </a:solidFill>
              </a:rPr>
              <a:t>CELMoDs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5FB427-668C-2714-71F6-F57F37534070}"/>
              </a:ext>
            </a:extLst>
          </p:cNvPr>
          <p:cNvSpPr txBox="1"/>
          <p:nvPr/>
        </p:nvSpPr>
        <p:spPr>
          <a:xfrm>
            <a:off x="628587" y="1238121"/>
            <a:ext cx="581877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/>
              <a:t>Immune exhaustion and treatment failure across </a:t>
            </a:r>
            <a:r>
              <a:rPr lang="en-US" sz="1400" err="1"/>
              <a:t>IMiDs</a:t>
            </a:r>
            <a:r>
              <a:rPr lang="en-US" sz="1400"/>
              <a:t>, PIs, anti-CD38 antibodies, and BCMA-targeted therapies highlight persistent unmet needs.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/>
              <a:t>Lenalidomide- and anti-CD38-exposed or refractory populations remain a key treatment challenge.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/>
              <a:t>Outcomes are particularly poor in older, frailer patients and those exposed or refractory to both lenalidomide and anti-CD38 therapy, with anti-CD38 retreatment yielding a PFS of only 4 to 5 months.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/>
              <a:t>Differentiated therapies are needed to overcome resistance and restore immune function.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err="1"/>
              <a:t>CELMoDs</a:t>
            </a:r>
            <a:r>
              <a:rPr lang="en-US" sz="1400"/>
              <a:t> (</a:t>
            </a:r>
            <a:r>
              <a:rPr lang="en-US" sz="1400" err="1"/>
              <a:t>iberdomide</a:t>
            </a:r>
            <a:r>
              <a:rPr lang="en-US" sz="1400"/>
              <a:t> and </a:t>
            </a:r>
            <a:r>
              <a:rPr lang="en-US" sz="1400" err="1"/>
              <a:t>mezigdomide</a:t>
            </a:r>
            <a:r>
              <a:rPr lang="en-US" sz="1400"/>
              <a:t>) offer direct anti-myeloma activity together with immune activation.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/>
              <a:t>Durable, safe and convenient oral therapies are needed, particularly for older patients and those with EMD or triple-class refractory MM.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A08642-4EDC-686A-A8E6-96F83B4E7E7C}"/>
              </a:ext>
            </a:extLst>
          </p:cNvPr>
          <p:cNvSpPr txBox="1"/>
          <p:nvPr/>
        </p:nvSpPr>
        <p:spPr>
          <a:xfrm>
            <a:off x="346220" y="6038186"/>
            <a:ext cx="114995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anti-CD38: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anti-cluster of differentiation 38 monoclonal antibodies; </a:t>
            </a:r>
            <a:r>
              <a:rPr lang="en-US" altLang="en-US" sz="800" b="1"/>
              <a:t>BCMA: </a:t>
            </a:r>
            <a:r>
              <a:rPr lang="en-US" altLang="en-US" sz="800"/>
              <a:t>B-cell maturation antigen; </a:t>
            </a:r>
            <a:r>
              <a:rPr lang="en-US" altLang="en-US" sz="800" b="1" err="1"/>
              <a:t>CELMoDs</a:t>
            </a:r>
            <a:r>
              <a:rPr lang="en-US" altLang="en-US" sz="800" b="1"/>
              <a:t>:</a:t>
            </a:r>
            <a:r>
              <a:rPr lang="en-US" altLang="en-US" sz="800"/>
              <a:t> </a:t>
            </a:r>
            <a:r>
              <a:rPr lang="en-US" altLang="en-US" sz="800" err="1"/>
              <a:t>cereblon</a:t>
            </a:r>
            <a:r>
              <a:rPr lang="en-US" altLang="en-US" sz="800"/>
              <a:t> E3 ligase modulators; </a:t>
            </a:r>
            <a:r>
              <a:rPr lang="en-US" altLang="en-US" sz="800" b="1"/>
              <a:t>EMD:</a:t>
            </a:r>
            <a:r>
              <a:rPr lang="en-US" altLang="en-US" sz="800"/>
              <a:t> </a:t>
            </a:r>
            <a:r>
              <a:rPr lang="en-IN" sz="800"/>
              <a:t>extramedullary disease; </a:t>
            </a:r>
            <a:r>
              <a:rPr lang="en-US" altLang="en-US" sz="800" b="1" err="1"/>
              <a:t>IMiDs</a:t>
            </a:r>
            <a:r>
              <a:rPr lang="en-US" altLang="en-US" sz="800" b="1"/>
              <a:t>: </a:t>
            </a:r>
            <a:r>
              <a:rPr lang="en-US" altLang="en-US" sz="800"/>
              <a:t>immunomodulatory drugs;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MM: </a:t>
            </a:r>
            <a:r>
              <a:rPr lang="en-IN" sz="800"/>
              <a:t>multiple myeloma;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PFS: </a:t>
            </a:r>
            <a:r>
              <a:rPr lang="en-IN" sz="800"/>
              <a:t>progression-free survival;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PIs: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proteasome inhibitors.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D0D2B4-3A95-8A5D-2F41-0BCDF8823593}"/>
              </a:ext>
            </a:extLst>
          </p:cNvPr>
          <p:cNvSpPr txBox="1"/>
          <p:nvPr/>
        </p:nvSpPr>
        <p:spPr>
          <a:xfrm>
            <a:off x="7561488" y="978263"/>
            <a:ext cx="36430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>
                <a:latin typeface="+mj-lt"/>
              </a:rPr>
              <a:t>Integration of </a:t>
            </a:r>
            <a:r>
              <a:rPr lang="en-US" b="1" err="1">
                <a:latin typeface="+mj-lt"/>
              </a:rPr>
              <a:t>CELMoDS</a:t>
            </a:r>
            <a:r>
              <a:rPr lang="en-US" b="1">
                <a:latin typeface="+mj-lt"/>
              </a:rPr>
              <a:t> in MM treatment landscape</a:t>
            </a:r>
            <a:endParaRPr lang="en-IN" sz="1600" b="1" baseline="30000">
              <a:latin typeface="+mj-l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9E8D17-E5F2-5E27-2139-C70A34285C63}"/>
              </a:ext>
            </a:extLst>
          </p:cNvPr>
          <p:cNvGrpSpPr/>
          <p:nvPr/>
        </p:nvGrpSpPr>
        <p:grpSpPr>
          <a:xfrm>
            <a:off x="7302920" y="1898776"/>
            <a:ext cx="4379086" cy="3405886"/>
            <a:chOff x="8036380" y="2245963"/>
            <a:chExt cx="4039507" cy="2912123"/>
          </a:xfrm>
        </p:grpSpPr>
        <p:sp>
          <p:nvSpPr>
            <p:cNvPr id="8" name="Flowchart: Terminator 7">
              <a:extLst>
                <a:ext uri="{FF2B5EF4-FFF2-40B4-BE49-F238E27FC236}">
                  <a16:creationId xmlns:a16="http://schemas.microsoft.com/office/drawing/2014/main" id="{AB90CCC2-8758-3EE6-7DEC-85AFC93666DB}"/>
                </a:ext>
              </a:extLst>
            </p:cNvPr>
            <p:cNvSpPr/>
            <p:nvPr/>
          </p:nvSpPr>
          <p:spPr>
            <a:xfrm>
              <a:off x="8362046" y="2349892"/>
              <a:ext cx="3254824" cy="489312"/>
            </a:xfrm>
            <a:prstGeom prst="flowChartTerminator">
              <a:avLst/>
            </a:prstGeom>
            <a:solidFill>
              <a:srgbClr val="EEE7E7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>
                  <a:solidFill>
                    <a:schemeClr val="tx1"/>
                  </a:solidFill>
                </a:rPr>
                <a:t>Unmet needs</a:t>
              </a:r>
            </a:p>
          </p:txBody>
        </p:sp>
        <p:sp>
          <p:nvSpPr>
            <p:cNvPr id="10" name="Callout: Down Arrow 9">
              <a:extLst>
                <a:ext uri="{FF2B5EF4-FFF2-40B4-BE49-F238E27FC236}">
                  <a16:creationId xmlns:a16="http://schemas.microsoft.com/office/drawing/2014/main" id="{2F6655EA-05BC-AD1F-1E8F-60088BD3E181}"/>
                </a:ext>
              </a:extLst>
            </p:cNvPr>
            <p:cNvSpPr/>
            <p:nvPr/>
          </p:nvSpPr>
          <p:spPr>
            <a:xfrm>
              <a:off x="8108951" y="3164451"/>
              <a:ext cx="3928834" cy="796417"/>
            </a:xfrm>
            <a:prstGeom prst="downArrowCallout">
              <a:avLst>
                <a:gd name="adj1" fmla="val 50000"/>
                <a:gd name="adj2" fmla="val 49837"/>
                <a:gd name="adj3" fmla="val 25000"/>
                <a:gd name="adj4" fmla="val 64977"/>
              </a:avLst>
            </a:prstGeom>
            <a:solidFill>
              <a:srgbClr val="F2F2F2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IN" sz="200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E086C02-D4CA-D6E6-30B7-A71F1F613838}"/>
                </a:ext>
              </a:extLst>
            </p:cNvPr>
            <p:cNvSpPr/>
            <p:nvPr/>
          </p:nvSpPr>
          <p:spPr>
            <a:xfrm>
              <a:off x="8167007" y="3170542"/>
              <a:ext cx="1343477" cy="461665"/>
            </a:xfrm>
            <a:prstGeom prst="roundRect">
              <a:avLst/>
            </a:prstGeom>
            <a:solidFill>
              <a:srgbClr val="EEE7E7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r>
                <a:rPr lang="en-IN" sz="1400">
                  <a:solidFill>
                    <a:schemeClr val="tx1"/>
                  </a:solidFill>
                </a:rPr>
                <a:t>Clinical needs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90D732D-E0FA-8CAC-73E1-C9A84F187768}"/>
                </a:ext>
              </a:extLst>
            </p:cNvPr>
            <p:cNvSpPr/>
            <p:nvPr/>
          </p:nvSpPr>
          <p:spPr>
            <a:xfrm>
              <a:off x="9672097" y="3164452"/>
              <a:ext cx="2271346" cy="461665"/>
            </a:xfrm>
            <a:prstGeom prst="roundRect">
              <a:avLst/>
            </a:prstGeom>
            <a:solidFill>
              <a:srgbClr val="EEE7E7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r>
                <a:rPr lang="en-IN" sz="1400">
                  <a:solidFill>
                    <a:schemeClr val="tx1"/>
                  </a:solidFill>
                </a:rPr>
                <a:t>Disease understanding &amp; scientific innovation</a:t>
              </a:r>
            </a:p>
          </p:txBody>
        </p:sp>
        <p:sp>
          <p:nvSpPr>
            <p:cNvPr id="14" name="Explosion: 8 Points 13">
              <a:extLst>
                <a:ext uri="{FF2B5EF4-FFF2-40B4-BE49-F238E27FC236}">
                  <a16:creationId xmlns:a16="http://schemas.microsoft.com/office/drawing/2014/main" id="{7E6D94A8-F98D-C836-249D-262E85AD7CF7}"/>
                </a:ext>
              </a:extLst>
            </p:cNvPr>
            <p:cNvSpPr/>
            <p:nvPr/>
          </p:nvSpPr>
          <p:spPr>
            <a:xfrm>
              <a:off x="9151357" y="3921582"/>
              <a:ext cx="1844022" cy="765508"/>
            </a:xfrm>
            <a:prstGeom prst="irregularSeal1">
              <a:avLst/>
            </a:prstGeom>
            <a:solidFill>
              <a:srgbClr val="EEE7E7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400" b="1">
                  <a:solidFill>
                    <a:srgbClr val="BE2BBB"/>
                  </a:solidFill>
                </a:rPr>
                <a:t>CELMoDs</a:t>
              </a:r>
              <a:endParaRPr lang="en-IN" sz="1400" b="1">
                <a:solidFill>
                  <a:srgbClr val="BE2BBB"/>
                </a:solidFill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DBB9302-B3A9-1D1C-D0F0-C97D096EA8D8}"/>
                </a:ext>
              </a:extLst>
            </p:cNvPr>
            <p:cNvSpPr/>
            <p:nvPr/>
          </p:nvSpPr>
          <p:spPr>
            <a:xfrm>
              <a:off x="8645981" y="4750527"/>
              <a:ext cx="1343477" cy="327305"/>
            </a:xfrm>
            <a:prstGeom prst="roundRect">
              <a:avLst/>
            </a:prstGeom>
            <a:solidFill>
              <a:srgbClr val="EEE7E7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r>
                <a:rPr lang="en-IN" sz="1400" b="1" err="1">
                  <a:solidFill>
                    <a:srgbClr val="BE2BBB"/>
                  </a:solidFill>
                </a:rPr>
                <a:t>Iberdomide</a:t>
              </a:r>
              <a:endParaRPr lang="en-IN" sz="1400" b="1">
                <a:solidFill>
                  <a:srgbClr val="BE2BBB"/>
                </a:solidFill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EDB3C75-A53A-9A42-2AA2-3BB68FB6DB02}"/>
                </a:ext>
              </a:extLst>
            </p:cNvPr>
            <p:cNvSpPr/>
            <p:nvPr/>
          </p:nvSpPr>
          <p:spPr>
            <a:xfrm>
              <a:off x="10136031" y="4743355"/>
              <a:ext cx="1343477" cy="327305"/>
            </a:xfrm>
            <a:prstGeom prst="roundRect">
              <a:avLst/>
            </a:prstGeom>
            <a:solidFill>
              <a:srgbClr val="EEE7E7"/>
            </a:solidFill>
            <a:ln>
              <a:solidFill>
                <a:schemeClr val="accent1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r>
                <a:rPr lang="en-IN" sz="1400" b="1" err="1">
                  <a:solidFill>
                    <a:srgbClr val="BE2BBB"/>
                  </a:solidFill>
                </a:rPr>
                <a:t>Mezigdomide</a:t>
              </a:r>
              <a:endParaRPr lang="en-IN" sz="1400" b="1">
                <a:solidFill>
                  <a:srgbClr val="BE2BBB"/>
                </a:solidFill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4F96BC6-4D56-1108-E6FD-5E3AC4BC0D37}"/>
                </a:ext>
              </a:extLst>
            </p:cNvPr>
            <p:cNvCxnSpPr>
              <a:cxnSpLocks/>
            </p:cNvCxnSpPr>
            <p:nvPr/>
          </p:nvCxnSpPr>
          <p:spPr>
            <a:xfrm>
              <a:off x="8809718" y="2993873"/>
              <a:ext cx="2286000" cy="9525"/>
            </a:xfrm>
            <a:prstGeom prst="line">
              <a:avLst/>
            </a:prstGeom>
            <a:ln w="19050" cap="sq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00B4517-49D4-37D0-1DB9-3068CDDC126B}"/>
                </a:ext>
              </a:extLst>
            </p:cNvPr>
            <p:cNvCxnSpPr>
              <a:cxnSpLocks/>
            </p:cNvCxnSpPr>
            <p:nvPr/>
          </p:nvCxnSpPr>
          <p:spPr>
            <a:xfrm>
              <a:off x="9989458" y="2861847"/>
              <a:ext cx="0" cy="125638"/>
            </a:xfrm>
            <a:prstGeom prst="line">
              <a:avLst/>
            </a:prstGeom>
            <a:ln w="19050" cap="sq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56978E4-2C97-B3E0-4824-D0EE7AAC0244}"/>
                </a:ext>
              </a:extLst>
            </p:cNvPr>
            <p:cNvCxnSpPr/>
            <p:nvPr/>
          </p:nvCxnSpPr>
          <p:spPr>
            <a:xfrm>
              <a:off x="8803369" y="2993873"/>
              <a:ext cx="0" cy="161054"/>
            </a:xfrm>
            <a:prstGeom prst="straightConnector1">
              <a:avLst/>
            </a:prstGeom>
            <a:ln w="19050" cap="sq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CE68D3B-E79A-DD45-F85B-D4F723AF2CFA}"/>
                </a:ext>
              </a:extLst>
            </p:cNvPr>
            <p:cNvCxnSpPr/>
            <p:nvPr/>
          </p:nvCxnSpPr>
          <p:spPr>
            <a:xfrm>
              <a:off x="11117944" y="3003398"/>
              <a:ext cx="0" cy="161054"/>
            </a:xfrm>
            <a:prstGeom prst="straightConnector1">
              <a:avLst/>
            </a:prstGeom>
            <a:ln w="19050" cap="sq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50B4D24-EB31-CE40-8463-CA94D62FE4C4}"/>
                </a:ext>
              </a:extLst>
            </p:cNvPr>
            <p:cNvSpPr/>
            <p:nvPr/>
          </p:nvSpPr>
          <p:spPr>
            <a:xfrm>
              <a:off x="8036380" y="2245963"/>
              <a:ext cx="4039507" cy="2912123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IN" sz="2000"/>
            </a:p>
          </p:txBody>
        </p:sp>
      </p:grp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3A7F1E3-24CF-0042-BB1D-2F9C5B490E02}"/>
              </a:ext>
            </a:extLst>
          </p:cNvPr>
          <p:cNvSpPr txBox="1">
            <a:spLocks/>
          </p:cNvSpPr>
          <p:nvPr/>
        </p:nvSpPr>
        <p:spPr>
          <a:xfrm>
            <a:off x="11443317" y="6429375"/>
            <a:ext cx="382923" cy="2940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16</a:t>
            </a:fld>
            <a:endParaRPr lang="en-US" sz="1000" b="1"/>
          </a:p>
        </p:txBody>
      </p:sp>
    </p:spTree>
    <p:extLst>
      <p:ext uri="{BB962C8B-B14F-4D97-AF65-F5344CB8AC3E}">
        <p14:creationId xmlns:p14="http://schemas.microsoft.com/office/powerpoint/2010/main" val="4164596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81609-4527-0821-6FF6-EF20E30CB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F0608CE0-EA3B-AF08-4C25-13472AACB49E}"/>
              </a:ext>
            </a:extLst>
          </p:cNvPr>
          <p:cNvSpPr txBox="1">
            <a:spLocks/>
          </p:cNvSpPr>
          <p:nvPr/>
        </p:nvSpPr>
        <p:spPr>
          <a:xfrm>
            <a:off x="355709" y="233622"/>
            <a:ext cx="8522626" cy="4684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err="1">
                <a:solidFill>
                  <a:srgbClr val="BE2BBB"/>
                </a:solidFill>
              </a:rPr>
              <a:t>CELMoDs</a:t>
            </a:r>
            <a:r>
              <a:rPr lang="en-US" sz="2800">
                <a:solidFill>
                  <a:srgbClr val="BE2BBB"/>
                </a:solidFill>
              </a:rPr>
              <a:t>: Mechanism of action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4692921-EA0B-6C69-44EE-38741153639B}"/>
              </a:ext>
            </a:extLst>
          </p:cNvPr>
          <p:cNvSpPr txBox="1">
            <a:spLocks/>
          </p:cNvSpPr>
          <p:nvPr/>
        </p:nvSpPr>
        <p:spPr>
          <a:xfrm>
            <a:off x="11487705" y="6429375"/>
            <a:ext cx="338535" cy="31765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17</a:t>
            </a:fld>
            <a:endParaRPr lang="en-US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991799-F22D-8E4A-86A6-58070EC95E5C}"/>
              </a:ext>
            </a:extLst>
          </p:cNvPr>
          <p:cNvSpPr txBox="1"/>
          <p:nvPr/>
        </p:nvSpPr>
        <p:spPr>
          <a:xfrm>
            <a:off x="289737" y="702036"/>
            <a:ext cx="117876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600" b="0" i="0" u="none" strike="noStrike" baseline="0" err="1">
                <a:latin typeface="Trebuchet MS" panose="020B0603020202020204" pitchFamily="34" charset="0"/>
              </a:rPr>
              <a:t>CELMoDs</a:t>
            </a:r>
            <a:r>
              <a:rPr lang="en-GB" sz="1600" b="0" i="0" u="none" strike="noStrike" baseline="0">
                <a:latin typeface="Trebuchet MS" panose="020B0603020202020204" pitchFamily="34" charset="0"/>
              </a:rPr>
              <a:t> (</a:t>
            </a:r>
            <a:r>
              <a:rPr lang="en-GB" sz="1600" b="0" i="0" u="none" strike="noStrike" baseline="0" err="1">
                <a:latin typeface="Trebuchet MS" panose="020B0603020202020204" pitchFamily="34" charset="0"/>
              </a:rPr>
              <a:t>iberdomide</a:t>
            </a:r>
            <a:r>
              <a:rPr lang="en-GB" sz="1600" b="0" i="0" u="none" strike="noStrike" baseline="0">
                <a:latin typeface="Trebuchet MS" panose="020B0603020202020204" pitchFamily="34" charset="0"/>
              </a:rPr>
              <a:t>, </a:t>
            </a:r>
            <a:r>
              <a:rPr lang="en-GB" sz="1600" b="0" i="0" u="none" strike="noStrike" baseline="0" err="1">
                <a:latin typeface="Trebuchet MS" panose="020B0603020202020204" pitchFamily="34" charset="0"/>
              </a:rPr>
              <a:t>mezigdomide</a:t>
            </a:r>
            <a:r>
              <a:rPr lang="en-GB" sz="1600" b="0" i="0" u="none" strike="noStrike" baseline="0">
                <a:latin typeface="Trebuchet MS" panose="020B0603020202020204" pitchFamily="34" charset="0"/>
              </a:rPr>
              <a:t>) are oral CRBN E3 ligase modulators that degrade Ikaros/Aiolos, resulting in antitumor and immunostimulatory effects; </a:t>
            </a:r>
            <a:r>
              <a:rPr lang="en-GB" sz="1600" b="0" i="0" u="none" strike="noStrike" baseline="0" err="1">
                <a:latin typeface="Trebuchet MS" panose="020B0603020202020204" pitchFamily="34" charset="0"/>
              </a:rPr>
              <a:t>mezigdomide</a:t>
            </a:r>
            <a:r>
              <a:rPr lang="en-GB" sz="1600" b="0" i="0" u="none" strike="noStrike" baseline="0">
                <a:latin typeface="Trebuchet MS" panose="020B0603020202020204" pitchFamily="34" charset="0"/>
              </a:rPr>
              <a:t> shows the highest CRBN engagement (~100%) and the most potent immune activation.</a:t>
            </a:r>
            <a:r>
              <a:rPr lang="en-GB" sz="1600" b="0" i="0" u="none" strike="noStrike" baseline="30000">
                <a:latin typeface="Trebuchet MS" panose="020B0603020202020204" pitchFamily="34" charset="0"/>
              </a:rPr>
              <a:t>1-7</a:t>
            </a:r>
            <a:endParaRPr lang="en-US" sz="1600" baseline="30000">
              <a:latin typeface="Trebuchet MS" panose="020B06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3832F-166C-4228-2FDE-3DB6F33E2B3B}"/>
              </a:ext>
            </a:extLst>
          </p:cNvPr>
          <p:cNvSpPr txBox="1"/>
          <p:nvPr/>
        </p:nvSpPr>
        <p:spPr>
          <a:xfrm>
            <a:off x="326681" y="5666332"/>
            <a:ext cx="114995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CRBN</a:t>
            </a:r>
            <a:r>
              <a:rPr lang="en-US" altLang="en-US" sz="800" b="1"/>
              <a:t>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cereblon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lang="en-US" altLang="en-US" sz="800" b="1" err="1"/>
              <a:t>CELMoDs</a:t>
            </a:r>
            <a:r>
              <a:rPr lang="en-US" altLang="en-US" sz="800" b="1"/>
              <a:t>:</a:t>
            </a:r>
            <a:r>
              <a:rPr lang="en-US" altLang="en-US" sz="800"/>
              <a:t> </a:t>
            </a:r>
            <a:r>
              <a:rPr lang="en-US" altLang="en-US" sz="800" err="1"/>
              <a:t>cereblon</a:t>
            </a:r>
            <a:r>
              <a:rPr lang="en-US" altLang="en-US" sz="800"/>
              <a:t> E3 ligase modulators;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CRL4CRBN: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CUL4-ROC1-DDB1-CRBN;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CUL4: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cullin-4;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DDB1: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DNA damage-binding protein 1;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IMiD</a:t>
            </a:r>
            <a:r>
              <a:rPr lang="en-US" altLang="en-US" sz="800" b="1"/>
              <a:t>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immunomodulatory drug;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NK: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natural killer;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NKT</a:t>
            </a:r>
            <a:r>
              <a:rPr lang="en-US" altLang="en-US" sz="800" b="1"/>
              <a:t>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natural killer T;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ROC1: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regulator of 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cullins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1;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</a:t>
            </a:r>
            <a:r>
              <a:rPr lang="en-US" altLang="en-US" sz="800" b="1"/>
              <a:t>:</a:t>
            </a:r>
            <a:r>
              <a:rPr lang="en-US" altLang="en-US" sz="800"/>
              <a:t>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T-cell;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Ub</a:t>
            </a:r>
            <a:r>
              <a:rPr lang="en-US" altLang="en-US" sz="800" b="1"/>
              <a:t>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ubiquitin.</a:t>
            </a:r>
          </a:p>
          <a:p>
            <a:pPr marL="228600" marR="0" lvl="0" indent="-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Matyskiela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ME et al. J Med Chem. 2018;61(2):535-542; 2. Bjorklund CC et al. Leukemia. 2020;34(4):1197-1201; 3. 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Carrancio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 et al. Blood. 2021;138(suppl 1):1200; 4.Lopez-Girona A et al. Poster presentation at ICML 2021 [abstract 232];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5. 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Carrancio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S et al. Poster presentation at ASH 2021 [abstract 1200]; 6. Richardson PG et al. Blood. 2021;138(suppl 1):2731; 7. Wong L, et al. Oral presentation at ASCO 2020 [abstract 8531]; 8. Fischer ES et al. Nature. 2014;512:49–53; 9. 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Krönke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J et al. Science. 2014;343:301–305; 10. Gandhi AK, et al. Br J 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Haematol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2014;164(6):811–821; 11. Hansen JD et al. J Med Chem. 2020;63(13):6648–6676.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B1CB17-9CBC-C0AD-B0DE-9DE95CF57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9" y="1794310"/>
            <a:ext cx="11499559" cy="371979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43356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FC6DD-FCF4-DFCA-FCF0-137AAD491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5E5B-FF6D-A7B6-9F30-8D5F58CF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189" y="2468879"/>
            <a:ext cx="9995354" cy="1768385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z="4400" b="1">
                <a:solidFill>
                  <a:srgbClr val="BE2BBB"/>
                </a:solidFill>
              </a:rPr>
              <a:t>Discussion 1: </a:t>
            </a:r>
            <a:br>
              <a:rPr lang="en-US" sz="4400" b="1">
                <a:solidFill>
                  <a:srgbClr val="BE2BBB"/>
                </a:solidFill>
              </a:rPr>
            </a:br>
            <a:r>
              <a:rPr lang="en-US" sz="4400" b="1">
                <a:solidFill>
                  <a:srgbClr val="BE2BBB"/>
                </a:solidFill>
              </a:rPr>
              <a:t>Epidemiology and local practice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489570-F5F6-5302-A513-AC1BF437A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3B8F07-BB35-4277-8214-4ED7E770A35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004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4CFCA-59CC-19B7-1F31-13C268876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0C7B1-D494-30E7-74D9-52146308B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18" y="1870753"/>
            <a:ext cx="11279020" cy="2743200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z="4400" b="1">
                <a:solidFill>
                  <a:srgbClr val="BB13B8"/>
                </a:solidFill>
              </a:rPr>
              <a:t>What is the number of new multiple myeloma cases you see in your center annually?</a:t>
            </a:r>
            <a:br>
              <a:rPr lang="en-US" sz="4400" b="1">
                <a:solidFill>
                  <a:srgbClr val="BB13B8"/>
                </a:solidFill>
              </a:rPr>
            </a:br>
            <a:br>
              <a:rPr lang="en-US" sz="4400" b="1">
                <a:solidFill>
                  <a:srgbClr val="BB13B8"/>
                </a:solidFill>
              </a:rPr>
            </a:br>
            <a:endParaRPr lang="en-US" sz="4400" b="1">
              <a:solidFill>
                <a:srgbClr val="BB13B8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41D485-FCB1-F4E2-E14A-51427657D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3B8F07-BB35-4277-8214-4ED7E770A354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273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926D6-60D3-5080-F617-0121CA06F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CBB9C51-3C13-0CDF-F4EB-C4C703B30EFB}"/>
              </a:ext>
            </a:extLst>
          </p:cNvPr>
          <p:cNvSpPr txBox="1">
            <a:spLocks/>
          </p:cNvSpPr>
          <p:nvPr/>
        </p:nvSpPr>
        <p:spPr>
          <a:xfrm>
            <a:off x="251919" y="223481"/>
            <a:ext cx="11940081" cy="46360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Regional clinical experience shared by experts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A03AB072-3373-C69B-6BC6-D10E898B5D1C}"/>
              </a:ext>
            </a:extLst>
          </p:cNvPr>
          <p:cNvSpPr txBox="1">
            <a:spLocks/>
          </p:cNvSpPr>
          <p:nvPr/>
        </p:nvSpPr>
        <p:spPr>
          <a:xfrm>
            <a:off x="11469950" y="6429375"/>
            <a:ext cx="356290" cy="33708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20</a:t>
            </a:fld>
            <a:endParaRPr lang="en-US" sz="1000" b="1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DB7D397-987D-B0CB-DD05-1CAD6C5101EB}"/>
              </a:ext>
            </a:extLst>
          </p:cNvPr>
          <p:cNvGrpSpPr/>
          <p:nvPr/>
        </p:nvGrpSpPr>
        <p:grpSpPr>
          <a:xfrm>
            <a:off x="2714939" y="1347506"/>
            <a:ext cx="4216283" cy="3345524"/>
            <a:chOff x="3310524" y="1294758"/>
            <a:chExt cx="5570953" cy="4268485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70FFAFA-D925-1EB3-A541-2FD2995C1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310524" y="1294758"/>
              <a:ext cx="5570953" cy="4268485"/>
            </a:xfrm>
            <a:prstGeom prst="rect">
              <a:avLst/>
            </a:prstGeom>
          </p:spPr>
        </p:pic>
        <p:sp>
          <p:nvSpPr>
            <p:cNvPr id="44" name="AutoShape 2" descr="Map of the Middle-East and North Africa region as defined in ...">
              <a:extLst>
                <a:ext uri="{FF2B5EF4-FFF2-40B4-BE49-F238E27FC236}">
                  <a16:creationId xmlns:a16="http://schemas.microsoft.com/office/drawing/2014/main" id="{560615DD-D55B-C32A-B972-F56CBA0310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3600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A2563F34-CF2E-7284-626F-25F409359277}"/>
              </a:ext>
            </a:extLst>
          </p:cNvPr>
          <p:cNvSpPr txBox="1"/>
          <p:nvPr/>
        </p:nvSpPr>
        <p:spPr>
          <a:xfrm>
            <a:off x="5377243" y="3055828"/>
            <a:ext cx="47434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>
                <a:solidFill>
                  <a:srgbClr val="BE2BBB"/>
                </a:solidFill>
              </a:rPr>
              <a:t>BAHRAIN</a:t>
            </a:r>
            <a:endParaRPr lang="en-IN" sz="500" i="0" u="none" strike="noStrike" baseline="0">
              <a:solidFill>
                <a:srgbClr val="BE2BBB"/>
              </a:solidFill>
              <a:latin typeface="Trebuchet MS" panose="020B06030202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940EF5D-C8AB-F8B1-E39E-F63351C87004}"/>
              </a:ext>
            </a:extLst>
          </p:cNvPr>
          <p:cNvSpPr txBox="1"/>
          <p:nvPr/>
        </p:nvSpPr>
        <p:spPr>
          <a:xfrm>
            <a:off x="7600726" y="2490526"/>
            <a:ext cx="2633676" cy="1298377"/>
          </a:xfrm>
          <a:prstGeom prst="wedgeEllipseCallout">
            <a:avLst>
              <a:gd name="adj1" fmla="val -111586"/>
              <a:gd name="adj2" fmla="val 23015"/>
            </a:avLst>
          </a:prstGeom>
          <a:solidFill>
            <a:srgbClr val="F5D2F4"/>
          </a:solidFill>
          <a:ln w="12700">
            <a:solidFill>
              <a:srgbClr val="BE2BBB"/>
            </a:solidFill>
            <a:prstDash val="dash"/>
          </a:ln>
        </p:spPr>
        <p:txBody>
          <a:bodyPr wrap="square">
            <a:spAutoFit/>
          </a:bodyPr>
          <a:lstStyle/>
          <a:p>
            <a:pPr marL="100012" lvl="1" algn="ctr"/>
            <a:endParaRPr lang="en-US" sz="1800" b="1"/>
          </a:p>
          <a:p>
            <a:pPr marL="100012" lvl="1" algn="ctr"/>
            <a:endParaRPr lang="en-US" b="1"/>
          </a:p>
          <a:p>
            <a:pPr marL="100012" lvl="1" algn="ctr"/>
            <a:endParaRPr lang="en-US" sz="1800" b="1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0FB692A-E2FD-9265-CB16-76C6E09AC718}"/>
              </a:ext>
            </a:extLst>
          </p:cNvPr>
          <p:cNvSpPr txBox="1"/>
          <p:nvPr/>
        </p:nvSpPr>
        <p:spPr>
          <a:xfrm>
            <a:off x="7761217" y="2816548"/>
            <a:ext cx="247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BE2BBB"/>
                </a:solidFill>
              </a:rPr>
              <a:t>UAE </a:t>
            </a:r>
          </a:p>
          <a:p>
            <a:pPr algn="ctr"/>
            <a:r>
              <a:rPr lang="en-IN" sz="1200"/>
              <a:t>~</a:t>
            </a:r>
            <a:r>
              <a:rPr lang="en-IN" sz="1200" b="1"/>
              <a:t>10–20 new MM cases annually at each centre</a:t>
            </a:r>
            <a:endParaRPr lang="en-US" sz="1200" b="1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B806C62-3A4E-FFCF-82A7-AF96751C7593}"/>
              </a:ext>
            </a:extLst>
          </p:cNvPr>
          <p:cNvSpPr/>
          <p:nvPr/>
        </p:nvSpPr>
        <p:spPr>
          <a:xfrm>
            <a:off x="301573" y="869430"/>
            <a:ext cx="11638508" cy="5094641"/>
          </a:xfrm>
          <a:prstGeom prst="rect">
            <a:avLst/>
          </a:prstGeom>
          <a:noFill/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IN" sz="2000"/>
          </a:p>
        </p:txBody>
      </p:sp>
      <p:sp>
        <p:nvSpPr>
          <p:cNvPr id="8" name="Callout: Up Arrow 7">
            <a:extLst>
              <a:ext uri="{FF2B5EF4-FFF2-40B4-BE49-F238E27FC236}">
                <a16:creationId xmlns:a16="http://schemas.microsoft.com/office/drawing/2014/main" id="{9E917A3A-5790-1F02-0608-5B3E46FD0BC0}"/>
              </a:ext>
            </a:extLst>
          </p:cNvPr>
          <p:cNvSpPr/>
          <p:nvPr/>
        </p:nvSpPr>
        <p:spPr>
          <a:xfrm>
            <a:off x="7374533" y="3772010"/>
            <a:ext cx="3543676" cy="1920828"/>
          </a:xfrm>
          <a:prstGeom prst="upArrowCallout">
            <a:avLst/>
          </a:prstGeom>
          <a:solidFill>
            <a:srgbClr val="A69F9F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/>
              <a:t>Case volumes vary by practice setting, with around 6–8 new patients per year in a single private practice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/>
              <a:t>Estimated national incidence was approximately 50–60 new MM cases per year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E8B0BA-95AD-8001-E835-6E20CF5D9158}"/>
              </a:ext>
            </a:extLst>
          </p:cNvPr>
          <p:cNvSpPr txBox="1"/>
          <p:nvPr/>
        </p:nvSpPr>
        <p:spPr>
          <a:xfrm>
            <a:off x="346220" y="6136160"/>
            <a:ext cx="114995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MM: </a:t>
            </a:r>
            <a:r>
              <a:rPr lang="en-IN" sz="800"/>
              <a:t>multiple myeloma; </a:t>
            </a:r>
            <a:r>
              <a:rPr lang="en-IN" sz="800" b="1"/>
              <a:t>UAE</a:t>
            </a:r>
            <a:r>
              <a:rPr lang="en-IN" sz="800"/>
              <a:t>: United Arab Emirates.</a:t>
            </a: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36163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64CBC-8F32-C003-02C5-D2E49B559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F969-2A85-55A2-B077-A5778D1C5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885" y="1816457"/>
            <a:ext cx="11461115" cy="2743200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IN" sz="4400" b="1">
                <a:solidFill>
                  <a:srgbClr val="BB13B8"/>
                </a:solidFill>
              </a:rPr>
              <a:t>What is your current treatment approach for patients with multiple myeloma?</a:t>
            </a:r>
            <a:br>
              <a:rPr lang="en-IN" sz="4400">
                <a:solidFill>
                  <a:srgbClr val="BB13B8"/>
                </a:solidFill>
              </a:rPr>
            </a:br>
            <a:endParaRPr lang="en-US" sz="4400">
              <a:solidFill>
                <a:srgbClr val="BB13B8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792116-00AD-7B2F-DFA3-3098234DF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3B8F07-BB35-4277-8214-4ED7E770A354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152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31F1D-E329-00C7-28BB-07C576919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A87BEC-DF87-6244-45B5-549ACBB3E30B}"/>
              </a:ext>
            </a:extLst>
          </p:cNvPr>
          <p:cNvSpPr/>
          <p:nvPr/>
        </p:nvSpPr>
        <p:spPr>
          <a:xfrm>
            <a:off x="709854" y="834888"/>
            <a:ext cx="7918773" cy="5129184"/>
          </a:xfrm>
          <a:prstGeom prst="roundRect">
            <a:avLst/>
          </a:prstGeom>
          <a:solidFill>
            <a:srgbClr val="FFF0FF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IN" sz="200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34527B74-8A3E-73DC-8DE9-99E558918E35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6114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Regional clinical experience shared by experts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943A2299-28AB-8C82-D9C4-A2204850FEEC}"/>
              </a:ext>
            </a:extLst>
          </p:cNvPr>
          <p:cNvSpPr txBox="1">
            <a:spLocks/>
          </p:cNvSpPr>
          <p:nvPr/>
        </p:nvSpPr>
        <p:spPr>
          <a:xfrm>
            <a:off x="11443317" y="6429375"/>
            <a:ext cx="382923" cy="2940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22</a:t>
            </a:fld>
            <a:endParaRPr lang="en-US" sz="10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8049AF-6DE7-9C7C-4A28-4751A8057548}"/>
              </a:ext>
            </a:extLst>
          </p:cNvPr>
          <p:cNvSpPr txBox="1"/>
          <p:nvPr/>
        </p:nvSpPr>
        <p:spPr>
          <a:xfrm>
            <a:off x="887595" y="1137322"/>
            <a:ext cx="756328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/>
              <a:t>Daratumumab-based quadruplet therapy, particularly </a:t>
            </a:r>
            <a:r>
              <a:rPr lang="en-IN" sz="1600" err="1"/>
              <a:t>DVRd</a:t>
            </a:r>
            <a:r>
              <a:rPr lang="en-IN" sz="1600"/>
              <a:t>, is the preferred frontline approach for most fit patients, followed by consolidation and daratumumab plus lenalidomide maintenance.</a:t>
            </a:r>
          </a:p>
          <a:p>
            <a:pPr lvl="0" algn="just"/>
            <a:endParaRPr lang="en-IN" sz="160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/>
              <a:t>In transplant-ineligible patients, treatment is tailored according to frailty: fitter patients may receive quadruplet therapy, whereas frailer patients are generally treated with reduced-intensity triplets such as </a:t>
            </a:r>
            <a:r>
              <a:rPr lang="en-IN" sz="1600" err="1"/>
              <a:t>DRd</a:t>
            </a:r>
            <a:r>
              <a:rPr lang="en-IN" sz="1600"/>
              <a:t> or </a:t>
            </a:r>
            <a:r>
              <a:rPr lang="en-IN" sz="1600" err="1"/>
              <a:t>DVd</a:t>
            </a:r>
            <a:r>
              <a:rPr lang="en-IN" sz="1600"/>
              <a:t>.</a:t>
            </a:r>
          </a:p>
          <a:p>
            <a:pPr lvl="0" algn="just"/>
            <a:endParaRPr lang="en-IN" sz="160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/>
              <a:t>Autologous transplant remains standard for eligible patients, although MRD status is increasingly influencing transplant timing and decision-making.</a:t>
            </a:r>
          </a:p>
          <a:p>
            <a:pPr lvl="0" algn="just"/>
            <a:endParaRPr lang="en-IN" sz="160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/>
              <a:t>Bortezomib remains the preferred frontline PI, while carfilzomib is generally reserved for later lines or selected younger, high-risk patients because of cardiovascular toxicity concerns.</a:t>
            </a:r>
          </a:p>
          <a:p>
            <a:pPr lvl="0" algn="just"/>
            <a:endParaRPr lang="en-IN" sz="160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/>
              <a:t>Treatment sequencing is increasingly guided by risk profile, tolerability, MRD response and access to therapy, with emerging combinations expected to further refine the role of PIs.</a:t>
            </a:r>
          </a:p>
        </p:txBody>
      </p:sp>
      <p:pic>
        <p:nvPicPr>
          <p:cNvPr id="10" name="Picture 9" descr="Page 4 | Download Free Medication treatment Icons in PNG &amp; SVG | Magnific (formerly Freepik)">
            <a:extLst>
              <a:ext uri="{FF2B5EF4-FFF2-40B4-BE49-F238E27FC236}">
                <a16:creationId xmlns:a16="http://schemas.microsoft.com/office/drawing/2014/main" id="{AE82BB92-3785-1F06-F031-5590CEAA0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04917" y="1994848"/>
            <a:ext cx="2438400" cy="2438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04AFB8-22D0-8B43-6012-EA0F2C2E153F}"/>
              </a:ext>
            </a:extLst>
          </p:cNvPr>
          <p:cNvSpPr txBox="1"/>
          <p:nvPr/>
        </p:nvSpPr>
        <p:spPr>
          <a:xfrm>
            <a:off x="346220" y="6070844"/>
            <a:ext cx="114995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 b="1" err="1"/>
              <a:t>DRd</a:t>
            </a:r>
            <a:r>
              <a:rPr lang="en-IN" sz="800" b="1"/>
              <a:t>: </a:t>
            </a:r>
            <a:r>
              <a:rPr lang="en-IN" sz="800"/>
              <a:t>daratumumab, lenalidomide, and dexamethasone; </a:t>
            </a:r>
            <a:r>
              <a:rPr lang="en-IN" sz="800" b="1" err="1"/>
              <a:t>DVRd</a:t>
            </a:r>
            <a:r>
              <a:rPr lang="en-IN" sz="800" b="1"/>
              <a:t>:</a:t>
            </a:r>
            <a:r>
              <a:rPr lang="en-IN" sz="800"/>
              <a:t> daratumumab, bortezomib, lenalidomide, and dexamethasone; </a:t>
            </a:r>
            <a:r>
              <a:rPr lang="en-IN" sz="800" b="1" err="1"/>
              <a:t>DVd</a:t>
            </a:r>
            <a:r>
              <a:rPr lang="en-IN" sz="800" b="1"/>
              <a:t>: </a:t>
            </a:r>
            <a:r>
              <a:rPr lang="en-IN" sz="800"/>
              <a:t>daratumumab, bortezomib, and dexamethasone; </a:t>
            </a:r>
            <a:r>
              <a:rPr lang="en-IN" sz="800" b="1"/>
              <a:t>MRD:</a:t>
            </a:r>
            <a:r>
              <a:rPr lang="en-IN" sz="800"/>
              <a:t> minimal residual disease; </a:t>
            </a:r>
            <a:r>
              <a:rPr lang="en-IN" sz="800" b="1"/>
              <a:t>Pls:</a:t>
            </a:r>
            <a:r>
              <a:rPr lang="en-IN" sz="800"/>
              <a:t> proteasome inhibitors.</a:t>
            </a: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18680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DEEC5-E586-7F12-EC4D-E144CAB7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7B0CD-321F-B205-E56E-F537C7EC2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232708"/>
            <a:ext cx="11461115" cy="2743200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IN" sz="2400" b="1">
                <a:solidFill>
                  <a:srgbClr val="BB13B8"/>
                </a:solidFill>
              </a:rPr>
              <a:t>What are the preferred treatment options for patients with multiple myeloma in the second- and third-line settings?</a:t>
            </a:r>
            <a:br>
              <a:rPr lang="en-IN" sz="2400" b="1">
                <a:solidFill>
                  <a:srgbClr val="BB13B8"/>
                </a:solidFill>
              </a:rPr>
            </a:br>
            <a:endParaRPr lang="en-US" sz="2400" b="1">
              <a:solidFill>
                <a:srgbClr val="BB13B8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4B921E-C201-EE21-720D-F0CB3298B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3B8F07-BB35-4277-8214-4ED7E770A354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467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60C93-3D12-8B14-212E-1CFCB6BFF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08FF9F-551C-6955-CDCC-C0601209AD38}"/>
              </a:ext>
            </a:extLst>
          </p:cNvPr>
          <p:cNvSpPr/>
          <p:nvPr/>
        </p:nvSpPr>
        <p:spPr>
          <a:xfrm>
            <a:off x="521543" y="1224710"/>
            <a:ext cx="10957282" cy="4381433"/>
          </a:xfrm>
          <a:prstGeom prst="roundRect">
            <a:avLst/>
          </a:prstGeom>
          <a:solidFill>
            <a:srgbClr val="FFF0FF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IN" sz="200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D222F43-56C8-F811-F396-A88846AFFBF8}"/>
              </a:ext>
            </a:extLst>
          </p:cNvPr>
          <p:cNvSpPr txBox="1">
            <a:spLocks/>
          </p:cNvSpPr>
          <p:nvPr/>
        </p:nvSpPr>
        <p:spPr>
          <a:xfrm>
            <a:off x="251919" y="223481"/>
            <a:ext cx="11940081" cy="11600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94FFC60-088C-DD05-6FA0-BEFC06B9FFCF}"/>
              </a:ext>
            </a:extLst>
          </p:cNvPr>
          <p:cNvSpPr txBox="1">
            <a:spLocks/>
          </p:cNvSpPr>
          <p:nvPr/>
        </p:nvSpPr>
        <p:spPr>
          <a:xfrm>
            <a:off x="11478827" y="6429374"/>
            <a:ext cx="347413" cy="2821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24</a:t>
            </a:fld>
            <a:endParaRPr lang="en-US" sz="10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C6074-A014-009E-D8E6-3B85148CE1AB}"/>
              </a:ext>
            </a:extLst>
          </p:cNvPr>
          <p:cNvSpPr txBox="1"/>
          <p:nvPr/>
        </p:nvSpPr>
        <p:spPr>
          <a:xfrm>
            <a:off x="1104652" y="1356694"/>
            <a:ext cx="979106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600" b="1"/>
              <a:t>In the second-line setting, </a:t>
            </a:r>
            <a:r>
              <a:rPr lang="en-US" sz="1600"/>
              <a:t>carfilzomib-based combinations are commonly used after frontline </a:t>
            </a:r>
            <a:r>
              <a:rPr lang="en-US" sz="1600" err="1"/>
              <a:t>DVRd</a:t>
            </a:r>
            <a:r>
              <a:rPr lang="en-US" sz="1600"/>
              <a:t>, while rechallenge with prior therapy may be considered following a prolonged remission.</a:t>
            </a:r>
          </a:p>
          <a:p>
            <a:pPr lvl="0" algn="just"/>
            <a:endParaRPr lang="en-US" sz="160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600" err="1"/>
              <a:t>Belantamab</a:t>
            </a:r>
            <a:r>
              <a:rPr lang="en-US" sz="1600"/>
              <a:t>-based ADC combinations are increasingly used in relapsed disease because of their activity, manageable safety profile, and potential for combination with </a:t>
            </a:r>
            <a:r>
              <a:rPr lang="en-US" sz="1600" err="1"/>
              <a:t>mezigdomide</a:t>
            </a:r>
            <a:r>
              <a:rPr lang="en-US" sz="1600"/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US" sz="160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600" b="1"/>
              <a:t>In the third-line setting and beyond, </a:t>
            </a:r>
            <a:r>
              <a:rPr lang="en-US" sz="1600"/>
              <a:t>options include </a:t>
            </a:r>
            <a:r>
              <a:rPr lang="en-US" sz="1600" err="1"/>
              <a:t>BPd</a:t>
            </a:r>
            <a:r>
              <a:rPr lang="en-US" sz="1600"/>
              <a:t>, </a:t>
            </a:r>
            <a:r>
              <a:rPr lang="en-US" sz="1600" err="1"/>
              <a:t>BVd</a:t>
            </a:r>
            <a:r>
              <a:rPr lang="en-US" sz="1600"/>
              <a:t>, bispecific antibodies, and CAR T-cell therapy, although careful patient selection is required because of infection, neurological, and treatment-related risks.</a:t>
            </a:r>
          </a:p>
          <a:p>
            <a:pPr lvl="0" algn="just"/>
            <a:endParaRPr lang="en-US" sz="160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600"/>
              <a:t>Selinexor remains an underused option and may be effective at low weekly doses, particularly in combination with </a:t>
            </a:r>
            <a:r>
              <a:rPr lang="en-US" sz="1600" err="1"/>
              <a:t>mezigdomide</a:t>
            </a:r>
            <a:r>
              <a:rPr lang="en-US" sz="1600"/>
              <a:t>, with proactive management of cytopenias using G-CSF or romiplostim.</a:t>
            </a:r>
          </a:p>
          <a:p>
            <a:pPr lvl="0" algn="just"/>
            <a:endParaRPr lang="en-US" sz="160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600"/>
              <a:t>Mezigdomide was viewed as a flexible backbone across multiple treatment lines, with dose optimization and supportive care considered essential.</a:t>
            </a:r>
            <a:endParaRPr lang="en-IN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20621A-5235-647D-9DBA-391895E6927F}"/>
              </a:ext>
            </a:extLst>
          </p:cNvPr>
          <p:cNvSpPr txBox="1"/>
          <p:nvPr/>
        </p:nvSpPr>
        <p:spPr>
          <a:xfrm>
            <a:off x="251919" y="82021"/>
            <a:ext cx="104234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>
                <a:solidFill>
                  <a:srgbClr val="BE2BBB"/>
                </a:solidFill>
                <a:latin typeface="+mj-lt"/>
                <a:ea typeface="+mj-ea"/>
                <a:cs typeface="+mj-cs"/>
              </a:rPr>
              <a:t>Preferred second- and third-line treatment approaches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9C66B7-A2F6-AFB3-FC11-41B9DB883959}"/>
              </a:ext>
            </a:extLst>
          </p:cNvPr>
          <p:cNvSpPr txBox="1"/>
          <p:nvPr/>
        </p:nvSpPr>
        <p:spPr>
          <a:xfrm>
            <a:off x="1171784" y="594737"/>
            <a:ext cx="965679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700"/>
              <a:t>Treatment selection is guided by duration of prior response, previous drug exposure, patient fitness, and access to advanced therapies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8BE482-A14C-121B-D6D8-CECFCEDEF5F2}"/>
              </a:ext>
            </a:extLst>
          </p:cNvPr>
          <p:cNvSpPr txBox="1"/>
          <p:nvPr/>
        </p:nvSpPr>
        <p:spPr>
          <a:xfrm>
            <a:off x="346220" y="6059958"/>
            <a:ext cx="114995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 b="1"/>
              <a:t>ADC: </a:t>
            </a:r>
            <a:r>
              <a:rPr lang="en-IN" sz="800"/>
              <a:t>antibody–drug conjugate; </a:t>
            </a:r>
            <a:r>
              <a:rPr lang="en-IN" sz="800" b="1" err="1"/>
              <a:t>BPd</a:t>
            </a:r>
            <a:r>
              <a:rPr lang="en-IN" sz="800" b="1"/>
              <a:t>: </a:t>
            </a:r>
            <a:r>
              <a:rPr lang="en-IN" sz="800"/>
              <a:t>bortezomib, pomalidomide, and dexamethasone; </a:t>
            </a:r>
            <a:r>
              <a:rPr lang="en-IN" sz="800" b="1" err="1"/>
              <a:t>BVd</a:t>
            </a:r>
            <a:r>
              <a:rPr lang="en-IN" sz="800" b="1"/>
              <a:t>: </a:t>
            </a:r>
            <a:r>
              <a:rPr lang="en-IN" sz="800"/>
              <a:t>bortezomib, and dexamethasone; </a:t>
            </a:r>
            <a:r>
              <a:rPr lang="en-IN" sz="800" b="1"/>
              <a:t>CAR T-cell: </a:t>
            </a:r>
            <a:r>
              <a:rPr lang="en-IN" sz="800"/>
              <a:t>chimeric antigen receptor T-cell therapy; </a:t>
            </a:r>
            <a:r>
              <a:rPr lang="en-IN" sz="800" b="1" err="1"/>
              <a:t>DVRd</a:t>
            </a:r>
            <a:r>
              <a:rPr lang="en-IN" sz="800" b="1"/>
              <a:t>: </a:t>
            </a:r>
            <a:r>
              <a:rPr lang="en-IN" sz="800"/>
              <a:t>daratumumab, bortezomib, lenalidomide, and dexamethasone; </a:t>
            </a:r>
            <a:r>
              <a:rPr lang="en-IN" sz="800" b="1"/>
              <a:t>G-CSF: </a:t>
            </a:r>
            <a:r>
              <a:rPr lang="en-IN" sz="800"/>
              <a:t>granulocyte colony-stimulating factor.</a:t>
            </a: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24184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B6837-6847-479D-5851-70EFF415B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F511D0D-544D-665D-F6E0-4E32AC072358}"/>
              </a:ext>
            </a:extLst>
          </p:cNvPr>
          <p:cNvSpPr txBox="1">
            <a:spLocks/>
          </p:cNvSpPr>
          <p:nvPr/>
        </p:nvSpPr>
        <p:spPr>
          <a:xfrm>
            <a:off x="251919" y="223481"/>
            <a:ext cx="11940081" cy="11600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>
                <a:solidFill>
                  <a:srgbClr val="BE2BBB"/>
                </a:solidFill>
              </a:rPr>
              <a:t>Guideline use in clinical practice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AFFBE73-C735-D8D4-F50C-E8F7D9D56E32}"/>
              </a:ext>
            </a:extLst>
          </p:cNvPr>
          <p:cNvSpPr txBox="1">
            <a:spLocks/>
          </p:cNvSpPr>
          <p:nvPr/>
        </p:nvSpPr>
        <p:spPr>
          <a:xfrm>
            <a:off x="11469950" y="6429375"/>
            <a:ext cx="356290" cy="2154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25</a:t>
            </a:fld>
            <a:endParaRPr lang="en-US" sz="1000" b="1"/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F67E37CD-4CBF-F6F5-9A71-E1A48ACEB16A}"/>
              </a:ext>
            </a:extLst>
          </p:cNvPr>
          <p:cNvSpPr/>
          <p:nvPr/>
        </p:nvSpPr>
        <p:spPr>
          <a:xfrm>
            <a:off x="645024" y="1146859"/>
            <a:ext cx="11153870" cy="3766335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BE2BBB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NCCN and regional Gulf guidelines are commonly used to guide treatment decisions.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Some centres also refer to </a:t>
            </a:r>
            <a:r>
              <a:rPr lang="en-IN" err="1">
                <a:solidFill>
                  <a:schemeClr val="tx1"/>
                </a:solidFill>
              </a:rPr>
              <a:t>mSMART</a:t>
            </a:r>
            <a:r>
              <a:rPr lang="en-IN">
                <a:solidFill>
                  <a:schemeClr val="tx1"/>
                </a:solidFill>
              </a:rPr>
              <a:t> recommendations.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Guideline implementation is influenced by drug availability, insurance coverage, and local practice constraints.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Advisors highlighted the importance of maintaining and publishing updated region-specific guidelines that reflect real-world clinical practice.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7D609C-ADD9-9C61-AD6F-3A2150E869ED}"/>
              </a:ext>
            </a:extLst>
          </p:cNvPr>
          <p:cNvSpPr txBox="1"/>
          <p:nvPr/>
        </p:nvSpPr>
        <p:spPr>
          <a:xfrm>
            <a:off x="346220" y="6059958"/>
            <a:ext cx="114995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 b="1" err="1"/>
              <a:t>mSMART</a:t>
            </a:r>
            <a:r>
              <a:rPr lang="en-IN" sz="800" b="1"/>
              <a:t>: M</a:t>
            </a:r>
            <a:r>
              <a:rPr lang="en-IN" sz="800"/>
              <a:t>ayo stratification for myeloma and risk-adapted therapy; </a:t>
            </a:r>
            <a:r>
              <a:rPr lang="en-IN" sz="800" b="1"/>
              <a:t>NCCN</a:t>
            </a:r>
            <a:r>
              <a:rPr lang="en-IN" sz="800"/>
              <a:t>: National Comprehensive Cancer Network.</a:t>
            </a: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38818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2A538-86A8-E804-02D8-89C8E45A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D4845A6-F930-8E3B-BEE2-8338260E3414}"/>
              </a:ext>
            </a:extLst>
          </p:cNvPr>
          <p:cNvSpPr txBox="1">
            <a:spLocks/>
          </p:cNvSpPr>
          <p:nvPr/>
        </p:nvSpPr>
        <p:spPr>
          <a:xfrm>
            <a:off x="251919" y="223481"/>
            <a:ext cx="11940081" cy="11600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>
                <a:solidFill>
                  <a:srgbClr val="BE2BBB"/>
                </a:solidFill>
              </a:rPr>
              <a:t>Role of high-dose melphalan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81E3EFCE-9E17-962E-ABB5-585FACCCB26D}"/>
              </a:ext>
            </a:extLst>
          </p:cNvPr>
          <p:cNvSpPr txBox="1">
            <a:spLocks/>
          </p:cNvSpPr>
          <p:nvPr/>
        </p:nvSpPr>
        <p:spPr>
          <a:xfrm>
            <a:off x="11461072" y="6429374"/>
            <a:ext cx="365168" cy="3442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26</a:t>
            </a:fld>
            <a:endParaRPr lang="en-US" sz="1000" b="1"/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50DB8D2A-E022-E03E-3CDA-CC0BDEF7E068}"/>
              </a:ext>
            </a:extLst>
          </p:cNvPr>
          <p:cNvSpPr/>
          <p:nvPr/>
        </p:nvSpPr>
        <p:spPr>
          <a:xfrm>
            <a:off x="489786" y="1212012"/>
            <a:ext cx="11153870" cy="3643018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BE2BBB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High-dose melphalan should be used selectively, particularly in very young patients, because of its potential genetic toxicity and risk of secondary malignancies.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In standard-risk, MRD-negative younger patients, stem-cell collection with deferred transplant may be considered instead of immediate transplantation.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Long-term lenalidomide may also increase MDS risk; however, available evidence suggests a higher incidence of secondary malignancies with high-dose melphalan than with lenalidomide alone.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AEF3BA-D40C-9C93-AFAA-2A605FCBD77C}"/>
              </a:ext>
            </a:extLst>
          </p:cNvPr>
          <p:cNvSpPr txBox="1"/>
          <p:nvPr/>
        </p:nvSpPr>
        <p:spPr>
          <a:xfrm>
            <a:off x="346220" y="6059958"/>
            <a:ext cx="114995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 b="1"/>
              <a:t>MDS: </a:t>
            </a:r>
            <a:r>
              <a:rPr lang="en-IN" sz="800"/>
              <a:t>myelodysplastic syndrome; </a:t>
            </a:r>
            <a:r>
              <a:rPr lang="en-IN" sz="800" b="1"/>
              <a:t>MRD: </a:t>
            </a:r>
            <a:r>
              <a:rPr lang="en-IN" sz="800"/>
              <a:t>minimal residual disease. </a:t>
            </a: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3922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08DA3-90E4-4BEC-298E-0F1F0FA4B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558E680-B4B9-408F-CFFD-A416219E852D}"/>
              </a:ext>
            </a:extLst>
          </p:cNvPr>
          <p:cNvSpPr txBox="1">
            <a:spLocks/>
          </p:cNvSpPr>
          <p:nvPr/>
        </p:nvSpPr>
        <p:spPr>
          <a:xfrm>
            <a:off x="11498366" y="6462342"/>
            <a:ext cx="347413" cy="2821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27</a:t>
            </a:fld>
            <a:endParaRPr lang="en-US" sz="1000" b="1"/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24334C50-24F0-C078-C707-8BB7BAD0D414}"/>
              </a:ext>
            </a:extLst>
          </p:cNvPr>
          <p:cNvSpPr txBox="1">
            <a:spLocks/>
          </p:cNvSpPr>
          <p:nvPr/>
        </p:nvSpPr>
        <p:spPr>
          <a:xfrm>
            <a:off x="251919" y="74396"/>
            <a:ext cx="11940081" cy="11600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Key takeaways</a:t>
            </a:r>
            <a:endParaRPr lang="en-IN" sz="2800">
              <a:solidFill>
                <a:srgbClr val="BE2BBB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2BD5BD9-E2D8-2484-36B4-015B7005BA63}"/>
              </a:ext>
            </a:extLst>
          </p:cNvPr>
          <p:cNvGrpSpPr/>
          <p:nvPr/>
        </p:nvGrpSpPr>
        <p:grpSpPr>
          <a:xfrm>
            <a:off x="533400" y="602564"/>
            <a:ext cx="10437108" cy="777239"/>
            <a:chOff x="533400" y="1295400"/>
            <a:chExt cx="10437108" cy="77723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CFEE0BA-DDA2-1C27-7D3E-700B82252075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solidFill>
              <a:srgbClr val="FDE7FA"/>
            </a:solidFill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0EE469C-36DD-843B-FD94-205AAC2470AF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solidFill>
              <a:srgbClr val="4C525F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448457B-B8AF-DFBD-74B2-D784C7F0D0F0}"/>
              </a:ext>
            </a:extLst>
          </p:cNvPr>
          <p:cNvGrpSpPr/>
          <p:nvPr/>
        </p:nvGrpSpPr>
        <p:grpSpPr>
          <a:xfrm>
            <a:off x="533400" y="2432079"/>
            <a:ext cx="10437108" cy="777239"/>
            <a:chOff x="533400" y="1295400"/>
            <a:chExt cx="10437108" cy="77723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4810EEC-B4CA-5CDF-EC8C-AD644DB918EF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solidFill>
              <a:srgbClr val="FDE7FA"/>
            </a:solidFill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2935056-1ACA-EEA3-9781-4B700C1F10B5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solidFill>
              <a:srgbClr val="4C525F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438E658-EEFA-1A85-10CB-F2AB30AF925C}"/>
              </a:ext>
            </a:extLst>
          </p:cNvPr>
          <p:cNvGrpSpPr/>
          <p:nvPr/>
        </p:nvGrpSpPr>
        <p:grpSpPr>
          <a:xfrm>
            <a:off x="533400" y="3389599"/>
            <a:ext cx="10437108" cy="777239"/>
            <a:chOff x="533400" y="1295400"/>
            <a:chExt cx="10437108" cy="777239"/>
          </a:xfrm>
          <a:solidFill>
            <a:schemeClr val="bg1">
              <a:lumMod val="95000"/>
            </a:schemeClr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463E9C61-563F-E144-36E6-489AAA7D561E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grpFill/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308049C-6820-AFEA-3BF0-345EF990B6EB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13799D4-239D-548C-7DA2-F34C51EA2C9A}"/>
              </a:ext>
            </a:extLst>
          </p:cNvPr>
          <p:cNvGrpSpPr/>
          <p:nvPr/>
        </p:nvGrpSpPr>
        <p:grpSpPr>
          <a:xfrm>
            <a:off x="533400" y="4347118"/>
            <a:ext cx="10437108" cy="777239"/>
            <a:chOff x="533400" y="1295400"/>
            <a:chExt cx="10437108" cy="777239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8815D95-2A05-6610-D2CD-EECFC71603E2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solidFill>
              <a:srgbClr val="FDE7FA"/>
            </a:solidFill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9F71A20-6548-53E7-5C56-1F61AA553BC5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solidFill>
              <a:srgbClr val="4C525F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8FD220-88C5-8167-0AFB-BD11B1C360A4}"/>
              </a:ext>
            </a:extLst>
          </p:cNvPr>
          <p:cNvGrpSpPr/>
          <p:nvPr/>
        </p:nvGrpSpPr>
        <p:grpSpPr>
          <a:xfrm>
            <a:off x="533400" y="1521593"/>
            <a:ext cx="10437108" cy="777239"/>
            <a:chOff x="533400" y="1295400"/>
            <a:chExt cx="10437108" cy="777239"/>
          </a:xfrm>
          <a:solidFill>
            <a:schemeClr val="bg1">
              <a:lumMod val="95000"/>
            </a:schemeClr>
          </a:solid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5133CA4-2E85-8104-5ADD-19BE2489CBEF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grpFill/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9F15A88-21E2-6BA3-7F4A-B0F362D7D345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443871F-612A-8DC1-7C4C-A1B5119F5F92}"/>
              </a:ext>
            </a:extLst>
          </p:cNvPr>
          <p:cNvGrpSpPr/>
          <p:nvPr/>
        </p:nvGrpSpPr>
        <p:grpSpPr>
          <a:xfrm>
            <a:off x="533400" y="5228436"/>
            <a:ext cx="10437108" cy="777239"/>
            <a:chOff x="533400" y="1295400"/>
            <a:chExt cx="10437108" cy="777239"/>
          </a:xfrm>
          <a:solidFill>
            <a:schemeClr val="bg1">
              <a:lumMod val="95000"/>
            </a:schemeClr>
          </a:solidFill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550CC74-36B8-B782-8BC5-18A44CB81855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grpFill/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5117594-EA46-AE56-0B6B-E02092CAD428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aphicFrame>
        <p:nvGraphicFramePr>
          <p:cNvPr id="39" name="Object 38">
            <a:extLst>
              <a:ext uri="{FF2B5EF4-FFF2-40B4-BE49-F238E27FC236}">
                <a16:creationId xmlns:a16="http://schemas.microsoft.com/office/drawing/2014/main" id="{2C6225FE-3E57-22D1-59BE-D4C6396FBE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10470"/>
              </p:ext>
            </p:extLst>
          </p:nvPr>
        </p:nvGraphicFramePr>
        <p:xfrm>
          <a:off x="536739" y="887401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2C6225FE-3E57-22D1-59BE-D4C6396FBE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739" y="887401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241480DC-11FF-B106-4307-8DAD8B8284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418477"/>
              </p:ext>
            </p:extLst>
          </p:nvPr>
        </p:nvGraphicFramePr>
        <p:xfrm>
          <a:off x="531052" y="1790389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241480DC-11FF-B106-4307-8DAD8B8284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1052" y="1790389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57F10589-3519-B905-A28F-28DC79705B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324886"/>
              </p:ext>
            </p:extLst>
          </p:nvPr>
        </p:nvGraphicFramePr>
        <p:xfrm>
          <a:off x="516194" y="5493527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43" name="Object 42">
                        <a:extLst>
                          <a:ext uri="{FF2B5EF4-FFF2-40B4-BE49-F238E27FC236}">
                            <a16:creationId xmlns:a16="http://schemas.microsoft.com/office/drawing/2014/main" id="{57F10589-3519-B905-A28F-28DC79705B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194" y="5493527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4">
            <a:extLst>
              <a:ext uri="{FF2B5EF4-FFF2-40B4-BE49-F238E27FC236}">
                <a16:creationId xmlns:a16="http://schemas.microsoft.com/office/drawing/2014/main" id="{82D7A7E7-F2BE-187C-5F9A-84F7974967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136711"/>
              </p:ext>
            </p:extLst>
          </p:nvPr>
        </p:nvGraphicFramePr>
        <p:xfrm>
          <a:off x="516194" y="4609375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82D7A7E7-F2BE-187C-5F9A-84F7974967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194" y="4609375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6D16288E-ED7A-951B-A479-7A1A557741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00472"/>
              </p:ext>
            </p:extLst>
          </p:nvPr>
        </p:nvGraphicFramePr>
        <p:xfrm>
          <a:off x="531052" y="3651855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47" name="Object 46">
                        <a:extLst>
                          <a:ext uri="{FF2B5EF4-FFF2-40B4-BE49-F238E27FC236}">
                            <a16:creationId xmlns:a16="http://schemas.microsoft.com/office/drawing/2014/main" id="{6D16288E-ED7A-951B-A479-7A1A557741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1052" y="3651855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447456CC-ED6C-7946-DCF3-DFBDD7C879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280494"/>
              </p:ext>
            </p:extLst>
          </p:nvPr>
        </p:nvGraphicFramePr>
        <p:xfrm>
          <a:off x="516194" y="2713253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447456CC-ED6C-7946-DCF3-DFBDD7C879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194" y="2713253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8E1F9AA9-3DDF-992E-6424-6FDB10E585A2}"/>
              </a:ext>
            </a:extLst>
          </p:cNvPr>
          <p:cNvSpPr txBox="1"/>
          <p:nvPr/>
        </p:nvSpPr>
        <p:spPr>
          <a:xfrm>
            <a:off x="1221492" y="694981"/>
            <a:ext cx="93955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/>
              <a:t>MM case volume varies across centres, with some advisors reporting around 10–20 new cases annually.</a:t>
            </a:r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0AC589-133F-76C5-6B59-D7125EA8C45D}"/>
              </a:ext>
            </a:extLst>
          </p:cNvPr>
          <p:cNvSpPr txBox="1"/>
          <p:nvPr/>
        </p:nvSpPr>
        <p:spPr>
          <a:xfrm>
            <a:off x="1221492" y="1585239"/>
            <a:ext cx="9749016" cy="702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 err="1"/>
              <a:t>DVRd</a:t>
            </a:r>
            <a:r>
              <a:rPr lang="en-GB"/>
              <a:t> was commonly identified as the preferred first-line approach for most fit patients followed by consolidation and daratumumab-lenalidomide maintenance.</a:t>
            </a:r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1A924E-6CAB-08CD-A5F7-B0483745AA7E}"/>
              </a:ext>
            </a:extLst>
          </p:cNvPr>
          <p:cNvSpPr txBox="1"/>
          <p:nvPr/>
        </p:nvSpPr>
        <p:spPr>
          <a:xfrm>
            <a:off x="1221492" y="2468340"/>
            <a:ext cx="9273636" cy="702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n-IN"/>
              <a:t>In transplant-ineligible patients, treatment is tailored by frailty, with triplets for frailer patients and quadruplets for fitter patients.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0A0280-0250-18AA-7278-BF187FF74A3C}"/>
              </a:ext>
            </a:extLst>
          </p:cNvPr>
          <p:cNvSpPr txBox="1"/>
          <p:nvPr/>
        </p:nvSpPr>
        <p:spPr>
          <a:xfrm>
            <a:off x="1221491" y="3428905"/>
            <a:ext cx="9749017" cy="702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/>
              <a:t>The role of transplant is evolving. While BMT remains standard practice in some centres, MRD assessment is increasingly influencing decisions.</a:t>
            </a:r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86E2A2-D659-93B2-AE46-1F60B7C0F823}"/>
              </a:ext>
            </a:extLst>
          </p:cNvPr>
          <p:cNvSpPr txBox="1"/>
          <p:nvPr/>
        </p:nvSpPr>
        <p:spPr>
          <a:xfrm>
            <a:off x="1221490" y="4424519"/>
            <a:ext cx="9273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/>
              <a:t>PIs remain an important backbone with bortezomib continues to be widely used, with weekly dosing, supportive care and dose escalation helping to reduce neuropathy.</a:t>
            </a:r>
            <a:endParaRPr lang="en-I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BAF73F-2AC7-2E85-A1A2-5B8DB3701A32}"/>
              </a:ext>
            </a:extLst>
          </p:cNvPr>
          <p:cNvSpPr txBox="1"/>
          <p:nvPr/>
        </p:nvSpPr>
        <p:spPr>
          <a:xfrm>
            <a:off x="1221490" y="5334536"/>
            <a:ext cx="9573890" cy="702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/>
              <a:t>Carfilzomib was </a:t>
            </a:r>
            <a:r>
              <a:rPr lang="en-GB" err="1"/>
              <a:t>favored</a:t>
            </a:r>
            <a:r>
              <a:rPr lang="en-GB"/>
              <a:t> in younger or ultra-high-risk patients, but its use remains cautious due to cardiovascular toxicity and is often reserved for later lines.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914103-87C7-1960-FBD4-9FA6706780FA}"/>
              </a:ext>
            </a:extLst>
          </p:cNvPr>
          <p:cNvSpPr txBox="1"/>
          <p:nvPr/>
        </p:nvSpPr>
        <p:spPr>
          <a:xfrm>
            <a:off x="346219" y="6140770"/>
            <a:ext cx="114995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 b="1"/>
              <a:t>BMT: </a:t>
            </a:r>
            <a:r>
              <a:rPr lang="en-IN" sz="800"/>
              <a:t>bone marrow transplantation; </a:t>
            </a:r>
            <a:r>
              <a:rPr lang="en-IN" sz="800" b="1" err="1"/>
              <a:t>DVRd</a:t>
            </a:r>
            <a:r>
              <a:rPr lang="en-IN" sz="800" b="1"/>
              <a:t>: </a:t>
            </a:r>
            <a:r>
              <a:rPr lang="en-IN" sz="800"/>
              <a:t>daratumumab, bortezomib, lenalidomide, and dexamethasone;</a:t>
            </a:r>
            <a:r>
              <a:rPr lang="en-IN" sz="800" b="1"/>
              <a:t> MM:</a:t>
            </a:r>
            <a:r>
              <a:rPr lang="en-IN" sz="800"/>
              <a:t> multiple myeloma; </a:t>
            </a:r>
            <a:r>
              <a:rPr lang="en-IN" sz="800" b="1"/>
              <a:t>MRD:</a:t>
            </a:r>
            <a:r>
              <a:rPr lang="en-IN" sz="800"/>
              <a:t> minimal residual disease; </a:t>
            </a:r>
            <a:r>
              <a:rPr lang="en-IN" sz="800" b="1"/>
              <a:t>Pls:</a:t>
            </a:r>
            <a:r>
              <a:rPr lang="en-IN" sz="800"/>
              <a:t> proteasome inhibitors.</a:t>
            </a: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21765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D65EA-4364-5291-44AC-DCFC33304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2030848-6690-9594-5F08-B2CA1B28EFB7}"/>
              </a:ext>
            </a:extLst>
          </p:cNvPr>
          <p:cNvSpPr txBox="1">
            <a:spLocks/>
          </p:cNvSpPr>
          <p:nvPr/>
        </p:nvSpPr>
        <p:spPr>
          <a:xfrm>
            <a:off x="11506200" y="6448925"/>
            <a:ext cx="413084" cy="20904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fld id="{330EA680-D336-4FF7-8B7A-9848BB0A1C32}" type="slidenum">
              <a:rPr lang="en-US" sz="1000" b="1" smtClean="0"/>
              <a:pPr algn="just"/>
              <a:t>28</a:t>
            </a:fld>
            <a:endParaRPr lang="en-US" sz="1000" b="1"/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DA713C7D-EA74-55D3-6749-0B0063EBB109}"/>
              </a:ext>
            </a:extLst>
          </p:cNvPr>
          <p:cNvSpPr txBox="1">
            <a:spLocks/>
          </p:cNvSpPr>
          <p:nvPr/>
        </p:nvSpPr>
        <p:spPr>
          <a:xfrm>
            <a:off x="251919" y="223481"/>
            <a:ext cx="11940081" cy="11600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800">
                <a:solidFill>
                  <a:srgbClr val="BE2BBB"/>
                </a:solidFill>
              </a:rPr>
              <a:t>Key takeaways (Contd.)</a:t>
            </a:r>
            <a:endParaRPr lang="en-IN" sz="2800">
              <a:solidFill>
                <a:srgbClr val="BE2BBB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B2F9358-0C7A-D8F2-BBA8-88F030A1E3D4}"/>
              </a:ext>
            </a:extLst>
          </p:cNvPr>
          <p:cNvGrpSpPr/>
          <p:nvPr/>
        </p:nvGrpSpPr>
        <p:grpSpPr>
          <a:xfrm>
            <a:off x="533400" y="841100"/>
            <a:ext cx="10437108" cy="777239"/>
            <a:chOff x="533400" y="1295400"/>
            <a:chExt cx="10437108" cy="77723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BD5E581-A2A8-7AEA-8A44-989FF1E4A71F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solidFill>
              <a:srgbClr val="FDE7FA"/>
            </a:solidFill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430752E-216C-4783-B1ED-09C4BBC5E045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solidFill>
              <a:srgbClr val="4C525F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5EC3C38-8C0C-0DCA-65DE-00E3CA3E3D3C}"/>
              </a:ext>
            </a:extLst>
          </p:cNvPr>
          <p:cNvGrpSpPr/>
          <p:nvPr/>
        </p:nvGrpSpPr>
        <p:grpSpPr>
          <a:xfrm>
            <a:off x="533400" y="2670615"/>
            <a:ext cx="10437108" cy="777239"/>
            <a:chOff x="533400" y="1295400"/>
            <a:chExt cx="10437108" cy="77723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C03D322F-64ED-0C36-8218-9898422BD6DF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solidFill>
              <a:srgbClr val="FDE7FA"/>
            </a:solidFill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B79AD83-43D9-A0AD-5CCE-C068ABE9124E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solidFill>
              <a:srgbClr val="4C525F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6ED0907-53C4-4382-F959-CC5F923C4E1C}"/>
              </a:ext>
            </a:extLst>
          </p:cNvPr>
          <p:cNvGrpSpPr/>
          <p:nvPr/>
        </p:nvGrpSpPr>
        <p:grpSpPr>
          <a:xfrm>
            <a:off x="533400" y="3628135"/>
            <a:ext cx="10437108" cy="777239"/>
            <a:chOff x="533400" y="1295400"/>
            <a:chExt cx="10437108" cy="777239"/>
          </a:xfrm>
          <a:solidFill>
            <a:schemeClr val="bg1">
              <a:lumMod val="95000"/>
            </a:schemeClr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8560763-1C05-5DAC-1C0C-B16E49D2AEBA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grpFill/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9558414-348E-4D51-BBF6-9F4C8B0BC4C3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661227C-E93A-9512-CED2-482396840124}"/>
              </a:ext>
            </a:extLst>
          </p:cNvPr>
          <p:cNvGrpSpPr/>
          <p:nvPr/>
        </p:nvGrpSpPr>
        <p:grpSpPr>
          <a:xfrm>
            <a:off x="533400" y="4585654"/>
            <a:ext cx="10437108" cy="777239"/>
            <a:chOff x="533400" y="1295400"/>
            <a:chExt cx="10437108" cy="777239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2A1F9D55-4FD5-BAC8-867D-362D3ED92C7B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solidFill>
              <a:srgbClr val="FDE7FA"/>
            </a:solidFill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CDCDCB5-DC8D-D99F-28C9-FC46E1C98758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solidFill>
              <a:srgbClr val="4C525F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6A4D658-0BB6-ACED-FE44-1825FB8ACD9C}"/>
              </a:ext>
            </a:extLst>
          </p:cNvPr>
          <p:cNvGrpSpPr/>
          <p:nvPr/>
        </p:nvGrpSpPr>
        <p:grpSpPr>
          <a:xfrm>
            <a:off x="533400" y="1760129"/>
            <a:ext cx="10437108" cy="777239"/>
            <a:chOff x="533400" y="1295400"/>
            <a:chExt cx="10437108" cy="777239"/>
          </a:xfrm>
          <a:solidFill>
            <a:schemeClr val="bg1">
              <a:lumMod val="95000"/>
            </a:schemeClr>
          </a:solid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2D0401E8-9ED8-A57B-F5F3-E1BB4862EB80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grpFill/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7B4FB1E-2D24-0948-D149-05B61E2D749F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aphicFrame>
        <p:nvGraphicFramePr>
          <p:cNvPr id="39" name="Object 38">
            <a:extLst>
              <a:ext uri="{FF2B5EF4-FFF2-40B4-BE49-F238E27FC236}">
                <a16:creationId xmlns:a16="http://schemas.microsoft.com/office/drawing/2014/main" id="{D8CBD040-B2A8-8849-7BD5-31C8DD56D1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739" y="1125937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D8CBD040-B2A8-8849-7BD5-31C8DD56D1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739" y="1125937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CFBFB051-4579-24F6-1D60-87F771E107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052" y="2028925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CFBFB051-4579-24F6-1D60-87F771E107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1052" y="2028925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4">
            <a:extLst>
              <a:ext uri="{FF2B5EF4-FFF2-40B4-BE49-F238E27FC236}">
                <a16:creationId xmlns:a16="http://schemas.microsoft.com/office/drawing/2014/main" id="{A9985914-DBA0-2D29-F2A7-0A889404C5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194" y="4847911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A9985914-DBA0-2D29-F2A7-0A889404C5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194" y="4847911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74AE93CE-265B-800E-ECDE-5FA8216ED0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052" y="3890391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47" name="Object 46">
                        <a:extLst>
                          <a:ext uri="{FF2B5EF4-FFF2-40B4-BE49-F238E27FC236}">
                            <a16:creationId xmlns:a16="http://schemas.microsoft.com/office/drawing/2014/main" id="{74AE93CE-265B-800E-ECDE-5FA8216ED0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1052" y="3890391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4B4D7C4C-5864-334E-A627-15AE95E8BE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194" y="2951789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4B4D7C4C-5864-334E-A627-15AE95E8BE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194" y="2951789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1F82F11D-7622-5648-A42D-FD8EE0992793}"/>
              </a:ext>
            </a:extLst>
          </p:cNvPr>
          <p:cNvSpPr txBox="1"/>
          <p:nvPr/>
        </p:nvSpPr>
        <p:spPr>
          <a:xfrm>
            <a:off x="1149418" y="4673262"/>
            <a:ext cx="95800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/>
              <a:t>Regional guidelines, NCCN guidelines, Gulf recommendations, insurance coverage and drug availability all strongly influence real-world treatment decisions.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C97C62-77E5-A62B-A92E-C7894B1DE5C6}"/>
              </a:ext>
            </a:extLst>
          </p:cNvPr>
          <p:cNvSpPr txBox="1"/>
          <p:nvPr/>
        </p:nvSpPr>
        <p:spPr>
          <a:xfrm>
            <a:off x="1116138" y="933517"/>
            <a:ext cx="9747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/>
              <a:t>In relapsed/refractory settings, treatment decisions remain highly individualized and depend on prior therapy, </a:t>
            </a:r>
            <a:r>
              <a:rPr lang="en-GB" err="1"/>
              <a:t>DoR</a:t>
            </a:r>
            <a:r>
              <a:rPr lang="en-GB"/>
              <a:t>, patient fitness, access, toxicity and reimbursement.</a:t>
            </a:r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56BE3-EBAD-AC2F-A2E1-CFAAC699F23C}"/>
              </a:ext>
            </a:extLst>
          </p:cNvPr>
          <p:cNvSpPr txBox="1"/>
          <p:nvPr/>
        </p:nvSpPr>
        <p:spPr>
          <a:xfrm>
            <a:off x="1113790" y="1823111"/>
            <a:ext cx="98567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err="1"/>
              <a:t>Belantamab</a:t>
            </a:r>
            <a:r>
              <a:rPr lang="en-GB"/>
              <a:t> combinations were viewed positively with advisors sharing growing clinical experience and interest in future </a:t>
            </a:r>
            <a:r>
              <a:rPr lang="en-GB" err="1"/>
              <a:t>mezigdomide</a:t>
            </a:r>
            <a:r>
              <a:rPr lang="en-GB"/>
              <a:t> and </a:t>
            </a:r>
            <a:r>
              <a:rPr lang="en-GB" err="1"/>
              <a:t>belantamab</a:t>
            </a:r>
            <a:r>
              <a:rPr lang="en-GB"/>
              <a:t> combination.</a:t>
            </a:r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B8F44-70F0-711E-ECEE-35B09C5A7E7F}"/>
              </a:ext>
            </a:extLst>
          </p:cNvPr>
          <p:cNvSpPr txBox="1"/>
          <p:nvPr/>
        </p:nvSpPr>
        <p:spPr>
          <a:xfrm>
            <a:off x="1101127" y="2754245"/>
            <a:ext cx="9514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err="1"/>
              <a:t>Bispecifics</a:t>
            </a:r>
            <a:r>
              <a:rPr lang="en-GB"/>
              <a:t> and CAR T were recognised as highly effective options, but concerns remain around infections, CNS events, ICANS, opportunistic infections and real-world safety.</a:t>
            </a: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A12B58-22CB-CFA7-E81E-B3CA112007D6}"/>
              </a:ext>
            </a:extLst>
          </p:cNvPr>
          <p:cNvSpPr txBox="1"/>
          <p:nvPr/>
        </p:nvSpPr>
        <p:spPr>
          <a:xfrm>
            <a:off x="1149418" y="3693588"/>
            <a:ext cx="9406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/>
              <a:t>Selinexor was considered underutilised but valuable when used carefully, with a “go low and go slow” approach and attention to cytopenia management.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1FEAD2-3BF7-29B0-0452-38D5DA209794}"/>
              </a:ext>
            </a:extLst>
          </p:cNvPr>
          <p:cNvSpPr txBox="1"/>
          <p:nvPr/>
        </p:nvSpPr>
        <p:spPr>
          <a:xfrm>
            <a:off x="311553" y="6106854"/>
            <a:ext cx="116933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 b="1"/>
              <a:t>ADCs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IN" sz="800"/>
              <a:t>antibody–drug conjugates; </a:t>
            </a:r>
            <a:r>
              <a:rPr lang="en-IN" sz="800" b="1"/>
              <a:t>CAR T-cell:</a:t>
            </a:r>
            <a:r>
              <a:rPr lang="en-IN" sz="800"/>
              <a:t> chimeric antigen receptor T-cell therapy; </a:t>
            </a:r>
            <a:r>
              <a:rPr lang="en-IN" sz="800" b="1"/>
              <a:t>CELMoDs:</a:t>
            </a:r>
            <a:r>
              <a:rPr lang="en-IN" sz="800"/>
              <a:t> </a:t>
            </a:r>
            <a:r>
              <a:rPr lang="en-IN" sz="800" err="1"/>
              <a:t>cereblon</a:t>
            </a:r>
            <a:r>
              <a:rPr lang="en-IN" sz="800"/>
              <a:t> E3 ligase modulators; </a:t>
            </a:r>
            <a:r>
              <a:rPr lang="en-IN" sz="800" b="1"/>
              <a:t>EMD:</a:t>
            </a:r>
            <a:r>
              <a:rPr lang="en-IN" sz="800"/>
              <a:t> extramedullary disease; </a:t>
            </a:r>
            <a:r>
              <a:rPr lang="en-IN" sz="800" b="1"/>
              <a:t>RRMM:</a:t>
            </a:r>
            <a:r>
              <a:rPr lang="en-IN" sz="800"/>
              <a:t> relapsed/refractory multiple myeloma.</a:t>
            </a: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7475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FB863-DC5B-1CA1-69D0-355F46956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C75A-F99B-E126-48AE-053E41E53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34" y="2580367"/>
            <a:ext cx="12154581" cy="3147561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z="4400" b="1">
                <a:solidFill>
                  <a:srgbClr val="BE2BBB"/>
                </a:solidFill>
              </a:rPr>
              <a:t>Session 2: </a:t>
            </a:r>
            <a:r>
              <a:rPr lang="en-US" sz="4400" b="1" err="1">
                <a:solidFill>
                  <a:srgbClr val="BE2BBB"/>
                </a:solidFill>
              </a:rPr>
              <a:t>CELMoDs</a:t>
            </a:r>
            <a:r>
              <a:rPr lang="en-US" sz="4400" b="1">
                <a:solidFill>
                  <a:srgbClr val="BE2BBB"/>
                </a:solidFill>
              </a:rPr>
              <a:t> (Overview and recent data)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8F1905-4A52-256F-EBE2-B5BECF16D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3B8F07-BB35-4277-8214-4ED7E770A354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566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3ACD5-7667-0E60-9ED2-7F11B3E93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67F54A1-CE87-E661-57FD-13127D74D1DB}"/>
              </a:ext>
            </a:extLst>
          </p:cNvPr>
          <p:cNvSpPr txBox="1">
            <a:spLocks/>
          </p:cNvSpPr>
          <p:nvPr/>
        </p:nvSpPr>
        <p:spPr>
          <a:xfrm>
            <a:off x="359229" y="264511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err="1">
                <a:solidFill>
                  <a:srgbClr val="BE2BBB"/>
                </a:solidFill>
              </a:rPr>
              <a:t>CELMoDs</a:t>
            </a:r>
            <a:r>
              <a:rPr lang="en-US" sz="2800">
                <a:solidFill>
                  <a:srgbClr val="BE2BBB"/>
                </a:solidFill>
              </a:rPr>
              <a:t> development program in MM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F0753C6-655E-4F61-A164-62AE5D264371}"/>
              </a:ext>
            </a:extLst>
          </p:cNvPr>
          <p:cNvSpPr txBox="1">
            <a:spLocks/>
          </p:cNvSpPr>
          <p:nvPr/>
        </p:nvSpPr>
        <p:spPr>
          <a:xfrm>
            <a:off x="11506199" y="6381199"/>
            <a:ext cx="433881" cy="27677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30</a:t>
            </a:fld>
            <a:endParaRPr lang="en-US" sz="1000" b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25AA17-C97A-225C-602A-05CF07586598}"/>
              </a:ext>
            </a:extLst>
          </p:cNvPr>
          <p:cNvSpPr/>
          <p:nvPr/>
        </p:nvSpPr>
        <p:spPr>
          <a:xfrm>
            <a:off x="359229" y="1360438"/>
            <a:ext cx="11104155" cy="41404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IN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36B67B-59CB-A6DC-03AF-3B1AA2E0EF10}"/>
              </a:ext>
            </a:extLst>
          </p:cNvPr>
          <p:cNvSpPr txBox="1"/>
          <p:nvPr/>
        </p:nvSpPr>
        <p:spPr>
          <a:xfrm>
            <a:off x="359230" y="1582851"/>
            <a:ext cx="1078411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b="1"/>
              <a:t>Broad clinical development strategy:</a:t>
            </a:r>
            <a:r>
              <a:rPr lang="en-IN"/>
              <a:t> </a:t>
            </a:r>
            <a:r>
              <a:rPr lang="en-IN" err="1"/>
              <a:t>CELMoD</a:t>
            </a:r>
            <a:r>
              <a:rPr lang="en-IN"/>
              <a:t> trials span the MM treatment continuum, from post-transplant maintenance to heavily pretreated RRMM.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-IN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b="1"/>
              <a:t>Key trials:</a:t>
            </a:r>
            <a:r>
              <a:rPr lang="en-IN"/>
              <a:t> 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IN" b="1"/>
              <a:t>EXCALIBER:</a:t>
            </a:r>
            <a:r>
              <a:rPr lang="en-IN"/>
              <a:t> </a:t>
            </a:r>
            <a:r>
              <a:rPr lang="en-IN" err="1"/>
              <a:t>Iberdomide</a:t>
            </a:r>
            <a:r>
              <a:rPr lang="en-IN"/>
              <a:t> vs lenalidomide in post-ASCT maintenance; </a:t>
            </a:r>
            <a:r>
              <a:rPr lang="en-IN" err="1"/>
              <a:t>iberdomide</a:t>
            </a:r>
            <a:r>
              <a:rPr lang="en-IN"/>
              <a:t>-based RRMM cohort with daratumumab + dexamethasone. 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IN" b="1"/>
              <a:t>SUCCESSOR-1:</a:t>
            </a:r>
            <a:r>
              <a:rPr lang="en-IN"/>
              <a:t> </a:t>
            </a:r>
            <a:r>
              <a:rPr lang="en-IN" err="1"/>
              <a:t>Mezigdomide</a:t>
            </a:r>
            <a:r>
              <a:rPr lang="en-IN"/>
              <a:t> + bortezomib/dexamethasone vs </a:t>
            </a:r>
            <a:r>
              <a:rPr lang="en-IN" err="1"/>
              <a:t>PVd</a:t>
            </a:r>
            <a:r>
              <a:rPr lang="en-IN"/>
              <a:t> in lenalidomide-exposed RRMM. 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IN" b="1"/>
              <a:t>SUCCESSOR-2:</a:t>
            </a:r>
            <a:r>
              <a:rPr lang="en-IN"/>
              <a:t> </a:t>
            </a:r>
            <a:r>
              <a:rPr lang="en-IN" err="1"/>
              <a:t>Mezigdomide</a:t>
            </a:r>
            <a:r>
              <a:rPr lang="en-IN"/>
              <a:t> + carfilzomib/dexamethasone vs carfilzomib/dexamethasone in lenalidomide- and CD38-exposed RRMM.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-IN" b="1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b="1"/>
              <a:t>Expanding evidence base:</a:t>
            </a:r>
            <a:r>
              <a:rPr lang="en-IN"/>
              <a:t> ~40 </a:t>
            </a:r>
            <a:r>
              <a:rPr lang="en-IN" err="1"/>
              <a:t>CELMoD</a:t>
            </a:r>
            <a:r>
              <a:rPr lang="en-IN"/>
              <a:t> trials are evaluating combinations across diverse patient populations, including with T-cell redirecting therapies.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3645D-92B4-EA10-9800-66A346F1723B}"/>
              </a:ext>
            </a:extLst>
          </p:cNvPr>
          <p:cNvSpPr txBox="1"/>
          <p:nvPr/>
        </p:nvSpPr>
        <p:spPr>
          <a:xfrm>
            <a:off x="359229" y="5934812"/>
            <a:ext cx="116933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ASCT: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autologous stem cell transplantation; </a:t>
            </a:r>
            <a:r>
              <a:rPr lang="en-IN" sz="800" b="1"/>
              <a:t>CD38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IN" sz="800"/>
              <a:t>cluster of differentiation 38;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CELMoDs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sz="800" err="1"/>
              <a:t>ce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reblon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E3 ligase modulators;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MM: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multiple myeloma;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PVd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pomalidomide, bortezomib</a:t>
            </a:r>
            <a:r>
              <a:rPr lang="en-US" altLang="en-US" sz="800"/>
              <a:t>, and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dexamethasone;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RRMM: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relapsed/refractory multiple myeloma; </a:t>
            </a:r>
            <a:r>
              <a:rPr lang="en-IN" sz="800" b="1"/>
              <a:t>T-cell: </a:t>
            </a:r>
            <a:r>
              <a:rPr lang="en-IN" sz="800"/>
              <a:t>thymus-derived lymphocyte.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 err="1"/>
              <a:t>Lonial</a:t>
            </a:r>
            <a:r>
              <a:rPr lang="en-IN" sz="800"/>
              <a:t> S et al. Future Oncol. 2025;21(14):1761-1769; Richardson PG et al. J Clin Oncol. 2026;44(17_suppl).</a:t>
            </a:r>
            <a:endParaRPr lang="en-US" altLang="en-US" sz="80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79625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BD8FF-4233-909C-4596-5B01B6C82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252C666-C12B-5046-8B4C-F3FFA7BFE44C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Role of Aiolos and Ikaros in MM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41E6F4E0-3B32-1C16-C389-BB18393330AE}"/>
              </a:ext>
            </a:extLst>
          </p:cNvPr>
          <p:cNvSpPr txBox="1">
            <a:spLocks/>
          </p:cNvSpPr>
          <p:nvPr/>
        </p:nvSpPr>
        <p:spPr>
          <a:xfrm>
            <a:off x="11506199" y="6381199"/>
            <a:ext cx="558421" cy="27677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31</a:t>
            </a:fld>
            <a:endParaRPr lang="en-US" sz="10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44E1F5-DE1F-700A-0CE0-3170097BA0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700"/>
          <a:stretch>
            <a:fillRect/>
          </a:stretch>
        </p:blipFill>
        <p:spPr bwMode="auto">
          <a:xfrm>
            <a:off x="1158684" y="1259373"/>
            <a:ext cx="10126550" cy="4681818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318A3A-2AC5-E839-8C8A-BF347E6165A6}"/>
              </a:ext>
            </a:extLst>
          </p:cNvPr>
          <p:cNvSpPr txBox="1"/>
          <p:nvPr/>
        </p:nvSpPr>
        <p:spPr>
          <a:xfrm>
            <a:off x="1039415" y="766895"/>
            <a:ext cx="117876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baseline="0" err="1">
                <a:latin typeface="Trebuchet MS" panose="020B0603020202020204" pitchFamily="34" charset="0"/>
              </a:rPr>
              <a:t>CELMoDs</a:t>
            </a:r>
            <a:r>
              <a:rPr lang="en-US" sz="1600" b="0" i="0" u="none" strike="noStrike" baseline="0">
                <a:latin typeface="Trebuchet MS" panose="020B0603020202020204" pitchFamily="34" charset="0"/>
              </a:rPr>
              <a:t> target IKZF1 (Ikaros) and IKZF3 (Aiolos) to enhance anti-myeloma activity and immune modulation</a:t>
            </a:r>
            <a:endParaRPr lang="en-US" sz="1600">
              <a:latin typeface="Trebuchet MS" panose="020B06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113658-9875-4363-767D-81158DDBE6E3}"/>
              </a:ext>
            </a:extLst>
          </p:cNvPr>
          <p:cNvSpPr txBox="1"/>
          <p:nvPr/>
        </p:nvSpPr>
        <p:spPr>
          <a:xfrm>
            <a:off x="251919" y="6042645"/>
            <a:ext cx="116933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 b="1" err="1"/>
              <a:t>cMyc</a:t>
            </a:r>
            <a:r>
              <a:rPr lang="en-IN" sz="800" b="1"/>
              <a:t>: </a:t>
            </a:r>
            <a:r>
              <a:rPr lang="en-IN" sz="800"/>
              <a:t>cellular </a:t>
            </a:r>
            <a:r>
              <a:rPr lang="en-IN" sz="800" err="1"/>
              <a:t>myelocytomatosis</a:t>
            </a:r>
            <a:r>
              <a:rPr lang="en-IN" sz="800"/>
              <a:t> oncogene; </a:t>
            </a:r>
            <a:r>
              <a:rPr lang="en-IN" sz="800" b="1"/>
              <a:t>CELMoDs: </a:t>
            </a:r>
            <a:r>
              <a:rPr lang="en-IN" sz="800" err="1"/>
              <a:t>cereblon</a:t>
            </a:r>
            <a:r>
              <a:rPr lang="en-IN" sz="800"/>
              <a:t> E3 ligase modulators;</a:t>
            </a:r>
            <a:r>
              <a:rPr lang="en-IN" sz="800" b="1"/>
              <a:t> I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FN</a:t>
            </a:r>
            <a:r>
              <a:rPr kumimoji="0" lang="el-GR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γ:</a:t>
            </a:r>
            <a:r>
              <a:rPr kumimoji="0" lang="el-GR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IN" sz="800"/>
              <a:t>interferon gamma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IKZF1: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IN" sz="800" err="1"/>
              <a:t>ikaros</a:t>
            </a:r>
            <a:r>
              <a:rPr lang="en-IN" sz="800"/>
              <a:t> family zinc finger protein 1 (</a:t>
            </a:r>
            <a:r>
              <a:rPr lang="en-IN" sz="800" err="1"/>
              <a:t>ikaros</a:t>
            </a:r>
            <a:r>
              <a:rPr lang="en-IN" sz="800"/>
              <a:t>)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IKZF3: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ikaros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family zinc finger protein 3 (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aiolos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IL-2: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interleukin-2;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IRF4: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interferon regulatory factor 4;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ISGs: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interferon-stimulated genes;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MM: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multiple myeloma; </a:t>
            </a:r>
            <a:r>
              <a:rPr lang="en-IN" sz="800" b="1"/>
              <a:t>mRNA:</a:t>
            </a:r>
            <a:r>
              <a:rPr lang="en-IN" sz="800"/>
              <a:t> messenger ribonucleic acid;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NK: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natural killer;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TNF</a:t>
            </a:r>
            <a:r>
              <a:rPr kumimoji="0" lang="el-GR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α:</a:t>
            </a:r>
            <a:r>
              <a:rPr kumimoji="0" lang="el-GR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sz="800"/>
              <a:t>t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umor necrosis factor alpha.</a:t>
            </a:r>
          </a:p>
        </p:txBody>
      </p:sp>
    </p:spTree>
    <p:extLst>
      <p:ext uri="{BB962C8B-B14F-4D97-AF65-F5344CB8AC3E}">
        <p14:creationId xmlns:p14="http://schemas.microsoft.com/office/powerpoint/2010/main" val="28149944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1499A-0335-CFF3-7FB1-04858FEE5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F3B3E36B-B306-FEAE-40BC-AAE174E3346E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err="1">
                <a:solidFill>
                  <a:srgbClr val="BE2BBB"/>
                </a:solidFill>
              </a:rPr>
              <a:t>CELMoD</a:t>
            </a:r>
            <a:r>
              <a:rPr lang="en-US" sz="2800">
                <a:solidFill>
                  <a:srgbClr val="BE2BBB"/>
                </a:solidFill>
              </a:rPr>
              <a:t> agents in MM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102EF11D-F3A1-2EC3-B5BA-D3E3EE8F62DD}"/>
              </a:ext>
            </a:extLst>
          </p:cNvPr>
          <p:cNvSpPr txBox="1">
            <a:spLocks/>
          </p:cNvSpPr>
          <p:nvPr/>
        </p:nvSpPr>
        <p:spPr>
          <a:xfrm>
            <a:off x="11506199" y="6381199"/>
            <a:ext cx="433881" cy="27677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32</a:t>
            </a:fld>
            <a:endParaRPr lang="en-US" sz="10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053FF9-2114-7023-B3A0-352962969E2A}"/>
              </a:ext>
            </a:extLst>
          </p:cNvPr>
          <p:cNvSpPr txBox="1"/>
          <p:nvPr/>
        </p:nvSpPr>
        <p:spPr>
          <a:xfrm>
            <a:off x="251919" y="881510"/>
            <a:ext cx="117876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0" i="0" u="none" strike="noStrike" baseline="0" err="1">
                <a:latin typeface="Trebuchet MS" panose="020B0603020202020204" pitchFamily="34" charset="0"/>
              </a:rPr>
              <a:t>Iberdomide</a:t>
            </a:r>
            <a:r>
              <a:rPr lang="en-US" sz="1600" b="0" i="0" u="none" strike="noStrike" baseline="0">
                <a:latin typeface="Trebuchet MS" panose="020B0603020202020204" pitchFamily="34" charset="0"/>
              </a:rPr>
              <a:t> and Mezigdomide are oral, potent </a:t>
            </a:r>
            <a:r>
              <a:rPr lang="en-US" sz="1600" b="0" i="0" u="none" strike="noStrike" baseline="0" err="1">
                <a:latin typeface="Trebuchet MS" panose="020B0603020202020204" pitchFamily="34" charset="0"/>
              </a:rPr>
              <a:t>CELMoD</a:t>
            </a:r>
            <a:r>
              <a:rPr lang="en-US" sz="1600" b="0" i="0" u="none" strike="noStrike" baseline="0">
                <a:latin typeface="Trebuchet MS" panose="020B0603020202020204" pitchFamily="34" charset="0"/>
              </a:rPr>
              <a:t> compounds that induce rapid and deep degradation of Ikaros and Aiolos, hemopoietic-specific transcription factors important for regulating lymphocyte differentiation</a:t>
            </a:r>
            <a:endParaRPr lang="en-US" sz="1600">
              <a:latin typeface="Trebuchet MS" panose="020B06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AFC9CC-61EA-4317-2F5B-900CE86CB9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420"/>
          <a:stretch>
            <a:fillRect/>
          </a:stretch>
        </p:blipFill>
        <p:spPr bwMode="auto">
          <a:xfrm>
            <a:off x="411939" y="2666933"/>
            <a:ext cx="11254281" cy="3089033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D413B0-4ABD-8231-9B9A-D29F50E39E31}"/>
              </a:ext>
            </a:extLst>
          </p:cNvPr>
          <p:cNvSpPr txBox="1"/>
          <p:nvPr/>
        </p:nvSpPr>
        <p:spPr>
          <a:xfrm>
            <a:off x="411939" y="1528000"/>
            <a:ext cx="112542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/>
              <a:t>Loss of Aiolos and Ikaros is associated with tumoricidal and immune stimulatory effects in MM models.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/>
              <a:t>In pre-clinical models, </a:t>
            </a:r>
            <a:r>
              <a:rPr lang="en-US" sz="1600" err="1"/>
              <a:t>CELMoDs</a:t>
            </a:r>
            <a:r>
              <a:rPr lang="en-US" sz="1600"/>
              <a:t> compared with </a:t>
            </a:r>
            <a:r>
              <a:rPr lang="en-US" sz="1600" err="1"/>
              <a:t>IMiDs</a:t>
            </a:r>
            <a:r>
              <a:rPr lang="en-US" sz="1600"/>
              <a:t>: </a:t>
            </a:r>
            <a:r>
              <a:rPr lang="en-US" sz="1600" b="1"/>
              <a:t>(1)</a:t>
            </a:r>
            <a:r>
              <a:rPr lang="en-US" sz="1600"/>
              <a:t> bind </a:t>
            </a:r>
            <a:r>
              <a:rPr lang="en-US" sz="1600" err="1"/>
              <a:t>cereblon</a:t>
            </a:r>
            <a:r>
              <a:rPr lang="en-US" sz="1600"/>
              <a:t> with unique interactions and higher affinity, </a:t>
            </a:r>
            <a:r>
              <a:rPr lang="en-US" sz="1600" b="1"/>
              <a:t>(2)</a:t>
            </a:r>
            <a:r>
              <a:rPr lang="en-US" sz="1600"/>
              <a:t> induce degradation of Aiolos and Ikaros more potently and efficiently </a:t>
            </a:r>
            <a:r>
              <a:rPr lang="en-US" sz="1600" b="1"/>
              <a:t>(3)</a:t>
            </a:r>
            <a:r>
              <a:rPr lang="en-US" sz="1600"/>
              <a:t> have greater tumoricidal and immune stimulatory activity and </a:t>
            </a:r>
            <a:r>
              <a:rPr lang="en-US" sz="1600" b="1"/>
              <a:t>(4)</a:t>
            </a:r>
            <a:r>
              <a:rPr lang="en-US" sz="1600"/>
              <a:t> overcome LEN- and POM-resistance.</a:t>
            </a:r>
            <a:endParaRPr lang="en-IN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FFF464-334B-5749-3FD5-CF5BCB182F41}"/>
              </a:ext>
            </a:extLst>
          </p:cNvPr>
          <p:cNvSpPr txBox="1"/>
          <p:nvPr/>
        </p:nvSpPr>
        <p:spPr>
          <a:xfrm>
            <a:off x="299069" y="5934812"/>
            <a:ext cx="116933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CELMoD</a:t>
            </a:r>
            <a:r>
              <a:rPr lang="en-US" altLang="en-US" sz="800" b="1"/>
              <a:t>: 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cereblon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E3 ligase modulator;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CRBN</a:t>
            </a:r>
            <a:r>
              <a:rPr lang="en-US" altLang="en-US" sz="800" b="1"/>
              <a:t>: 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cereblon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CUL4: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cullin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4;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DC</a:t>
            </a:r>
            <a:r>
              <a:rPr lang="en-US" altLang="en-US" sz="800" b="1"/>
              <a:t>:</a:t>
            </a:r>
            <a:r>
              <a:rPr lang="en-US" altLang="en-US" sz="800"/>
              <a:t>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dendritic cell;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DDB1: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DNA damage-binding protein 1; </a:t>
            </a:r>
            <a:r>
              <a:rPr lang="en-US" altLang="en-US" sz="800" b="1"/>
              <a:t>E3:</a:t>
            </a:r>
            <a:r>
              <a:rPr lang="en-US" altLang="en-US" sz="800"/>
              <a:t> ubiquitin protein ligase;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IBER: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iberdomide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LEN</a:t>
            </a:r>
            <a:r>
              <a:rPr lang="en-US" altLang="en-US" sz="800" b="1"/>
              <a:t>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lenalidomide;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MM</a:t>
            </a:r>
            <a:r>
              <a:rPr lang="en-US" altLang="en-US" sz="800" b="1"/>
              <a:t>:</a:t>
            </a:r>
            <a:r>
              <a:rPr lang="en-US" altLang="en-US" sz="800"/>
              <a:t>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multiple myeloma;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NK: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natural killer;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POM</a:t>
            </a:r>
            <a:r>
              <a:rPr lang="en-US" altLang="en-US" sz="800" b="1"/>
              <a:t>:</a:t>
            </a:r>
            <a:r>
              <a:rPr lang="en-US" altLang="en-US" sz="800"/>
              <a:t>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pomalidomide;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ROC1: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regulator of cullins-1;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Ub</a:t>
            </a:r>
            <a:r>
              <a:rPr lang="en-US" altLang="en-US" sz="800" b="1"/>
              <a:t>:</a:t>
            </a:r>
            <a:r>
              <a:rPr lang="en-US" altLang="en-US" sz="800"/>
              <a:t>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ubiquitin.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/>
              <a:t>van de Donk NWCJ et al. </a:t>
            </a:r>
            <a:r>
              <a:rPr lang="en-IN" sz="800" err="1"/>
              <a:t>Onco</a:t>
            </a:r>
            <a:r>
              <a:rPr lang="en-IN" sz="800"/>
              <a:t> Targets Ther. 2025;18:921-933.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899454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FC057-9FD3-2EBA-B94A-08088ECE3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E1DAED72-BECA-08C8-85F5-931516F4F4D5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err="1">
                <a:solidFill>
                  <a:srgbClr val="BE2BBB"/>
                </a:solidFill>
              </a:rPr>
              <a:t>CELMoDs</a:t>
            </a:r>
            <a:r>
              <a:rPr lang="en-US" sz="2800">
                <a:solidFill>
                  <a:srgbClr val="BE2BBB"/>
                </a:solidFill>
              </a:rPr>
              <a:t>: Enhanced mechanism over </a:t>
            </a:r>
            <a:r>
              <a:rPr lang="en-US" sz="2800" err="1">
                <a:solidFill>
                  <a:srgbClr val="BE2BBB"/>
                </a:solidFill>
              </a:rPr>
              <a:t>IMiDs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ABB34DCC-1C1F-54C1-2ECA-035075F58E9A}"/>
              </a:ext>
            </a:extLst>
          </p:cNvPr>
          <p:cNvSpPr txBox="1">
            <a:spLocks/>
          </p:cNvSpPr>
          <p:nvPr/>
        </p:nvSpPr>
        <p:spPr>
          <a:xfrm>
            <a:off x="11506199" y="6442531"/>
            <a:ext cx="483639" cy="2154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33</a:t>
            </a:fld>
            <a:endParaRPr lang="en-US" sz="10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F4B6FE-E3D0-29F0-23C2-9F1BECDB94E9}"/>
              </a:ext>
            </a:extLst>
          </p:cNvPr>
          <p:cNvSpPr txBox="1"/>
          <p:nvPr/>
        </p:nvSpPr>
        <p:spPr>
          <a:xfrm>
            <a:off x="202158" y="714104"/>
            <a:ext cx="117876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Lenalidomide and pomalidomide achieve only partial complex closure (</a:t>
            </a:r>
            <a:r>
              <a:rPr lang="en-US"/>
              <a:t>~</a:t>
            </a:r>
            <a:r>
              <a:rPr lang="en-GB"/>
              <a:t>20–25%)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err="1"/>
              <a:t>Iberdomide</a:t>
            </a:r>
            <a:r>
              <a:rPr lang="en-GB"/>
              <a:t> achieves greater engagement (</a:t>
            </a:r>
            <a:r>
              <a:rPr lang="en-US"/>
              <a:t>~</a:t>
            </a:r>
            <a:r>
              <a:rPr lang="en-GB"/>
              <a:t>50%)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err="1"/>
              <a:t>Mezigdomide</a:t>
            </a:r>
            <a:r>
              <a:rPr lang="en-GB"/>
              <a:t> achieves near-complete closure approaching (</a:t>
            </a:r>
            <a:r>
              <a:rPr lang="en-US"/>
              <a:t>~</a:t>
            </a:r>
            <a:r>
              <a:rPr lang="en-GB"/>
              <a:t>100%)</a:t>
            </a:r>
            <a:endParaRPr lang="en-US" sz="1600">
              <a:latin typeface="Trebuchet MS" panose="020B0603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46F7C7-82E8-8B0B-B4F1-44CD103098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322"/>
          <a:stretch>
            <a:fillRect/>
          </a:stretch>
        </p:blipFill>
        <p:spPr bwMode="auto">
          <a:xfrm>
            <a:off x="1696589" y="2214835"/>
            <a:ext cx="8798817" cy="3869101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9B6ACF-01B1-C5E1-831B-891A60CE80DB}"/>
              </a:ext>
            </a:extLst>
          </p:cNvPr>
          <p:cNvSpPr txBox="1"/>
          <p:nvPr/>
        </p:nvSpPr>
        <p:spPr>
          <a:xfrm>
            <a:off x="1126879" y="1788786"/>
            <a:ext cx="9706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err="1"/>
              <a:t>CELMoDs</a:t>
            </a:r>
            <a:r>
              <a:rPr lang="en-US" b="1"/>
              <a:t> bind CRBN uniquely outside of tri-tryp pocket</a:t>
            </a:r>
            <a:endParaRPr lang="en-IN" sz="1600" b="1" baseline="30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CA1809-A70F-83EF-EF64-A7BE259F5BE1}"/>
              </a:ext>
            </a:extLst>
          </p:cNvPr>
          <p:cNvSpPr txBox="1"/>
          <p:nvPr/>
        </p:nvSpPr>
        <p:spPr>
          <a:xfrm>
            <a:off x="296459" y="6146146"/>
            <a:ext cx="116933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 b="1"/>
              <a:t>CELMoDs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IN" sz="800" err="1"/>
              <a:t>cereblon</a:t>
            </a:r>
            <a:r>
              <a:rPr lang="en-IN" sz="800"/>
              <a:t> E3 ligase modulator; </a:t>
            </a:r>
            <a:r>
              <a:rPr lang="en-IN" sz="800" b="1"/>
              <a:t>CRBN: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cereblon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IMiDs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Immunomodulatory drugs.</a:t>
            </a:r>
          </a:p>
        </p:txBody>
      </p:sp>
    </p:spTree>
    <p:extLst>
      <p:ext uri="{BB962C8B-B14F-4D97-AF65-F5344CB8AC3E}">
        <p14:creationId xmlns:p14="http://schemas.microsoft.com/office/powerpoint/2010/main" val="1725606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489B8-795C-BF3B-A783-10965FC22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5DEB90C-C25E-3434-6C50-7F283971CDD0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Molecular advantages of </a:t>
            </a:r>
            <a:r>
              <a:rPr lang="en-US" sz="2800" err="1">
                <a:solidFill>
                  <a:srgbClr val="BE2BBB"/>
                </a:solidFill>
              </a:rPr>
              <a:t>CELMoDs</a:t>
            </a:r>
            <a:r>
              <a:rPr lang="en-US" sz="2800">
                <a:solidFill>
                  <a:srgbClr val="BE2BBB"/>
                </a:solidFill>
              </a:rPr>
              <a:t> over </a:t>
            </a:r>
            <a:r>
              <a:rPr lang="en-US" sz="2800" err="1">
                <a:solidFill>
                  <a:srgbClr val="BE2BBB"/>
                </a:solidFill>
              </a:rPr>
              <a:t>IMiDs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4A7CAF8D-B1A5-23C6-21C5-6B64931D408F}"/>
              </a:ext>
            </a:extLst>
          </p:cNvPr>
          <p:cNvSpPr txBox="1">
            <a:spLocks/>
          </p:cNvSpPr>
          <p:nvPr/>
        </p:nvSpPr>
        <p:spPr>
          <a:xfrm>
            <a:off x="11506199" y="6442531"/>
            <a:ext cx="433881" cy="2154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34</a:t>
            </a:fld>
            <a:endParaRPr lang="en-US" sz="1000" b="1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73A9D3-7ABA-8954-EBAC-CE0076382898}"/>
              </a:ext>
            </a:extLst>
          </p:cNvPr>
          <p:cNvSpPr/>
          <p:nvPr/>
        </p:nvSpPr>
        <p:spPr>
          <a:xfrm>
            <a:off x="251919" y="702657"/>
            <a:ext cx="11574321" cy="15601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IN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3138BC-33B8-406F-95D9-88952CEA0738}"/>
              </a:ext>
            </a:extLst>
          </p:cNvPr>
          <p:cNvSpPr txBox="1"/>
          <p:nvPr/>
        </p:nvSpPr>
        <p:spPr>
          <a:xfrm>
            <a:off x="-31845" y="702657"/>
            <a:ext cx="116933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>
                <a:latin typeface="Trebuchet MS" panose="020B0603020202020204" pitchFamily="34" charset="0"/>
              </a:rPr>
              <a:t>CELMoDs (</a:t>
            </a:r>
            <a:r>
              <a:rPr lang="en-IN" sz="1600" err="1">
                <a:latin typeface="Trebuchet MS" panose="020B0603020202020204" pitchFamily="34" charset="0"/>
              </a:rPr>
              <a:t>iberdomide</a:t>
            </a:r>
            <a:r>
              <a:rPr lang="en-IN" sz="1600">
                <a:latin typeface="Trebuchet MS" panose="020B0603020202020204" pitchFamily="34" charset="0"/>
              </a:rPr>
              <a:t> and </a:t>
            </a:r>
            <a:r>
              <a:rPr lang="en-IN" sz="1600" err="1">
                <a:latin typeface="Trebuchet MS" panose="020B0603020202020204" pitchFamily="34" charset="0"/>
              </a:rPr>
              <a:t>mezigdomide</a:t>
            </a:r>
            <a:r>
              <a:rPr lang="en-IN" sz="1600">
                <a:latin typeface="Trebuchet MS" panose="020B0603020202020204" pitchFamily="34" charset="0"/>
              </a:rPr>
              <a:t>) exhibit superior CRBN binding and activation through single S-isomer design, enabling enhanced Ikaros/Aiolos degradation compared with </a:t>
            </a:r>
            <a:r>
              <a:rPr lang="en-IN" sz="1600" err="1">
                <a:latin typeface="Trebuchet MS" panose="020B0603020202020204" pitchFamily="34" charset="0"/>
              </a:rPr>
              <a:t>IMiDs</a:t>
            </a:r>
            <a:r>
              <a:rPr lang="en-IN" sz="1600">
                <a:latin typeface="Trebuchet MS" panose="020B0603020202020204" pitchFamily="34" charset="0"/>
              </a:rPr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>
                <a:latin typeface="Trebuchet MS" panose="020B0603020202020204" pitchFamily="34" charset="0"/>
              </a:rPr>
              <a:t>Greater CRBN conformational activation drives faster and deeper protein degradation, translating into stronger anti-myeloma activity and efficacy in </a:t>
            </a:r>
            <a:r>
              <a:rPr lang="en-IN" sz="1600" err="1">
                <a:latin typeface="Trebuchet MS" panose="020B0603020202020204" pitchFamily="34" charset="0"/>
              </a:rPr>
              <a:t>IMiD</a:t>
            </a:r>
            <a:r>
              <a:rPr lang="en-IN" sz="1600">
                <a:latin typeface="Trebuchet MS" panose="020B0603020202020204" pitchFamily="34" charset="0"/>
              </a:rPr>
              <a:t>-resistant models.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err="1">
                <a:latin typeface="Trebuchet MS" panose="020B0603020202020204" pitchFamily="34" charset="0"/>
              </a:rPr>
              <a:t>Mezigdomide</a:t>
            </a:r>
            <a:r>
              <a:rPr lang="en-IN" sz="1600">
                <a:latin typeface="Trebuchet MS" panose="020B0603020202020204" pitchFamily="34" charset="0"/>
              </a:rPr>
              <a:t> demonstrated the broadest preclinical activity profile, including tumour cell killing, immune stimulation, and combination potential, supporting its clinical development in RRMM.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E392D-9543-86DA-702A-B76B02D1DDEB}"/>
              </a:ext>
            </a:extLst>
          </p:cNvPr>
          <p:cNvSpPr txBox="1"/>
          <p:nvPr/>
        </p:nvSpPr>
        <p:spPr>
          <a:xfrm>
            <a:off x="251919" y="6036577"/>
            <a:ext cx="11693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CRBN: </a:t>
            </a:r>
            <a:r>
              <a:rPr lang="en-US" altLang="en-US" sz="800" err="1"/>
              <a:t>c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ereblon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CELMoDs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Cereblon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E3 ligase modulators;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IMiDs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immunomodulatory drugs;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RRMM: </a:t>
            </a:r>
            <a:r>
              <a:rPr lang="en-US" altLang="en-US" sz="800" b="1"/>
              <a:t>re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lapsed/refractory multiple myeloma.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/>
              <a:t>Hartley-Brown MA et al. Cancers (Basel). 2024;16(6):1166.</a:t>
            </a:r>
            <a:endParaRPr lang="en-US" altLang="en-US" sz="80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61921C-ACC1-0E0D-9081-F30495FE7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888" y="2414409"/>
            <a:ext cx="7804439" cy="345864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404552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C73D5-6054-B735-6D61-FE6B7E9C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5481C4D-6062-170A-867D-630DCD3A010D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/>
              <a:t>CELMoDs are a distinct class of protein Degraders, not simply next-generation </a:t>
            </a:r>
            <a:r>
              <a:rPr lang="en-IN" sz="2800" err="1"/>
              <a:t>IMiDs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D9D5161-151E-8467-BD18-AC59589DF604}"/>
              </a:ext>
            </a:extLst>
          </p:cNvPr>
          <p:cNvSpPr txBox="1">
            <a:spLocks/>
          </p:cNvSpPr>
          <p:nvPr/>
        </p:nvSpPr>
        <p:spPr>
          <a:xfrm>
            <a:off x="11506199" y="6442531"/>
            <a:ext cx="433881" cy="2154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35</a:t>
            </a:fld>
            <a:endParaRPr lang="en-US" sz="10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91CE00-D02C-E18D-4414-2B936ECB8E7B}"/>
              </a:ext>
            </a:extLst>
          </p:cNvPr>
          <p:cNvSpPr txBox="1"/>
          <p:nvPr/>
        </p:nvSpPr>
        <p:spPr>
          <a:xfrm>
            <a:off x="251919" y="6128769"/>
            <a:ext cx="116933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 b="1"/>
              <a:t>Aiolos:</a:t>
            </a:r>
            <a:r>
              <a:rPr lang="en-IN" sz="800"/>
              <a:t> </a:t>
            </a:r>
            <a:r>
              <a:rPr lang="en-IN" sz="800" err="1"/>
              <a:t>ikaros</a:t>
            </a:r>
            <a:r>
              <a:rPr lang="en-IN" sz="800"/>
              <a:t> family zinc finger protein 3 (IKZF3); </a:t>
            </a:r>
            <a:r>
              <a:rPr lang="en-IN" sz="800" b="1"/>
              <a:t>CRBN:</a:t>
            </a:r>
            <a:r>
              <a:rPr lang="en-IN" sz="800"/>
              <a:t> </a:t>
            </a:r>
            <a:r>
              <a:rPr lang="en-IN" sz="800" err="1"/>
              <a:t>cereblon</a:t>
            </a:r>
            <a:r>
              <a:rPr lang="en-IN" sz="800"/>
              <a:t>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CELMoDs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sz="800" err="1"/>
              <a:t>c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ereblon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E3 ligase modulators;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IMiDs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immunomodulatory drugs</a:t>
            </a:r>
            <a:r>
              <a:rPr lang="en-US" altLang="en-US" sz="800"/>
              <a:t>; </a:t>
            </a:r>
            <a:r>
              <a:rPr lang="en-IN" sz="800" b="1"/>
              <a:t>IBER</a:t>
            </a:r>
            <a:r>
              <a:rPr lang="en-IN" sz="800"/>
              <a:t>: </a:t>
            </a:r>
            <a:r>
              <a:rPr lang="en-IN" sz="800" err="1"/>
              <a:t>iberdomide</a:t>
            </a:r>
            <a:r>
              <a:rPr lang="en-IN" sz="800"/>
              <a:t>; </a:t>
            </a:r>
            <a:r>
              <a:rPr lang="en-IN" sz="800" b="1"/>
              <a:t>LEN:</a:t>
            </a:r>
            <a:r>
              <a:rPr lang="en-IN" sz="800"/>
              <a:t> lenalidomide; </a:t>
            </a:r>
            <a:r>
              <a:rPr lang="en-IN" sz="800" b="1"/>
              <a:t>POM:</a:t>
            </a:r>
            <a:r>
              <a:rPr lang="en-IN" sz="800"/>
              <a:t> pomalidomide; ; </a:t>
            </a:r>
            <a:r>
              <a:rPr lang="en-IN" sz="800" b="1"/>
              <a:t>POM:</a:t>
            </a:r>
            <a:r>
              <a:rPr lang="en-IN" sz="800"/>
              <a:t> pomalidomide; </a:t>
            </a:r>
            <a:r>
              <a:rPr lang="en-IN" sz="800" b="1"/>
              <a:t>MEZI:</a:t>
            </a:r>
            <a:r>
              <a:rPr lang="en-IN" sz="800"/>
              <a:t> </a:t>
            </a:r>
            <a:r>
              <a:rPr lang="en-IN" sz="800" err="1"/>
              <a:t>mezigdomide</a:t>
            </a:r>
            <a:r>
              <a:rPr lang="en-IN" sz="800"/>
              <a:t>.</a:t>
            </a: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D4B1E8-DEAF-76E3-17A2-876F792C1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549" y="1212782"/>
            <a:ext cx="10491650" cy="4639377"/>
          </a:xfrm>
          <a:prstGeom prst="rect">
            <a:avLst/>
          </a:prstGeom>
          <a:ln>
            <a:solidFill>
              <a:srgbClr val="BE2BBB"/>
            </a:solidFill>
          </a:ln>
        </p:spPr>
      </p:pic>
    </p:spTree>
    <p:extLst>
      <p:ext uri="{BB962C8B-B14F-4D97-AF65-F5344CB8AC3E}">
        <p14:creationId xmlns:p14="http://schemas.microsoft.com/office/powerpoint/2010/main" val="35635761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05095-364B-265C-6351-017EEABD4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26571A92-CFDC-DE93-753A-B675209B0807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CC-220-MM-001 (Phase 1b/2a): Study design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1AE164F-BB2C-59E3-D33E-0C145AF4F003}"/>
              </a:ext>
            </a:extLst>
          </p:cNvPr>
          <p:cNvSpPr txBox="1">
            <a:spLocks/>
          </p:cNvSpPr>
          <p:nvPr/>
        </p:nvSpPr>
        <p:spPr>
          <a:xfrm>
            <a:off x="11506200" y="6509205"/>
            <a:ext cx="469262" cy="1487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36</a:t>
            </a:fld>
            <a:endParaRPr lang="en-US" sz="10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315B24-7BA5-6202-C7D8-F65A7A697F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349" r="6992" b="20363"/>
          <a:stretch>
            <a:fillRect/>
          </a:stretch>
        </p:blipFill>
        <p:spPr bwMode="auto">
          <a:xfrm>
            <a:off x="328921" y="1010652"/>
            <a:ext cx="10903761" cy="3738555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F084C6-4A68-9021-249D-4EB192DA6320}"/>
              </a:ext>
            </a:extLst>
          </p:cNvPr>
          <p:cNvSpPr txBox="1"/>
          <p:nvPr/>
        </p:nvSpPr>
        <p:spPr>
          <a:xfrm>
            <a:off x="251919" y="5493405"/>
            <a:ext cx="115162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/>
              <a:t>ASCT:</a:t>
            </a:r>
            <a:r>
              <a:rPr lang="en-IN" sz="800"/>
              <a:t> autologous stem cell transplant; </a:t>
            </a:r>
            <a:r>
              <a:rPr lang="en-IN" sz="800" b="1"/>
              <a:t>BCMA:</a:t>
            </a:r>
            <a:r>
              <a:rPr lang="en-IN" sz="800"/>
              <a:t> B-cell maturation agent; </a:t>
            </a:r>
            <a:r>
              <a:rPr lang="en-IN" sz="800" b="1"/>
              <a:t>BORT:</a:t>
            </a:r>
            <a:r>
              <a:rPr lang="en-IN" sz="800"/>
              <a:t> bortezomib; C, cycle; </a:t>
            </a:r>
            <a:r>
              <a:rPr lang="en-IN" sz="800" b="1"/>
              <a:t>CFZ:</a:t>
            </a:r>
            <a:r>
              <a:rPr lang="en-IN" sz="800"/>
              <a:t> carfilzomib; D, day; </a:t>
            </a:r>
            <a:r>
              <a:rPr lang="en-IN" sz="800" b="1"/>
              <a:t>DARA: </a:t>
            </a:r>
            <a:r>
              <a:rPr lang="en-IN" sz="800"/>
              <a:t>daratumumab; </a:t>
            </a:r>
            <a:r>
              <a:rPr lang="en-IN" sz="800" b="1"/>
              <a:t>DEX:</a:t>
            </a:r>
            <a:r>
              <a:rPr lang="en-IN" sz="800"/>
              <a:t> dexamethasone; </a:t>
            </a:r>
            <a:r>
              <a:rPr lang="en-IN" sz="800" b="1"/>
              <a:t>DOR: </a:t>
            </a:r>
            <a:r>
              <a:rPr lang="en-IN" sz="800"/>
              <a:t>duration of response; </a:t>
            </a:r>
            <a:r>
              <a:rPr lang="en-IN" sz="800" b="1"/>
              <a:t>ECOG PS:</a:t>
            </a:r>
            <a:r>
              <a:rPr lang="en-IN" sz="800"/>
              <a:t> Eastern Cooperative Oncology Group performance status; </a:t>
            </a:r>
            <a:r>
              <a:rPr lang="en-IN" sz="800" b="1"/>
              <a:t>IBER:</a:t>
            </a:r>
            <a:r>
              <a:rPr lang="en-IN" sz="800"/>
              <a:t> </a:t>
            </a:r>
            <a:r>
              <a:rPr lang="en-IN" sz="800" err="1"/>
              <a:t>iberdomide</a:t>
            </a:r>
            <a:r>
              <a:rPr lang="en-IN" sz="800"/>
              <a:t>; </a:t>
            </a:r>
            <a:r>
              <a:rPr lang="en-IN" sz="800" b="1" err="1"/>
              <a:t>IberDd</a:t>
            </a:r>
            <a:r>
              <a:rPr lang="en-IN" sz="800" b="1"/>
              <a:t>:</a:t>
            </a:r>
            <a:r>
              <a:rPr lang="en-IN" sz="800"/>
              <a:t> </a:t>
            </a:r>
            <a:r>
              <a:rPr lang="en-IN" sz="800" err="1"/>
              <a:t>iberdomide</a:t>
            </a:r>
            <a:r>
              <a:rPr lang="en-IN" sz="800"/>
              <a:t>, daratumumab, and dexamethasone; </a:t>
            </a:r>
            <a:r>
              <a:rPr lang="en-IN" sz="800" b="1" err="1"/>
              <a:t>IberKd</a:t>
            </a:r>
            <a:r>
              <a:rPr lang="en-IN" sz="800" b="1"/>
              <a:t>:</a:t>
            </a:r>
            <a:r>
              <a:rPr lang="en-IN" sz="800"/>
              <a:t> </a:t>
            </a:r>
            <a:r>
              <a:rPr lang="en-IN" sz="800" err="1"/>
              <a:t>iberdomide</a:t>
            </a:r>
            <a:r>
              <a:rPr lang="en-IN" sz="800"/>
              <a:t>, carfilzomib, and dexamethasone; </a:t>
            </a:r>
            <a:r>
              <a:rPr lang="en-IN" sz="800" b="1" err="1"/>
              <a:t>IberVd</a:t>
            </a:r>
            <a:r>
              <a:rPr lang="en-IN" sz="800" b="1"/>
              <a:t>:</a:t>
            </a:r>
            <a:r>
              <a:rPr lang="en-IN" sz="800"/>
              <a:t> </a:t>
            </a:r>
            <a:r>
              <a:rPr lang="en-IN" sz="800" err="1"/>
              <a:t>iberdomide</a:t>
            </a:r>
            <a:r>
              <a:rPr lang="en-IN" sz="800"/>
              <a:t>, bortezomib, and dexamethasone; </a:t>
            </a:r>
            <a:r>
              <a:rPr lang="en-IN" sz="800" b="1"/>
              <a:t>LEN:</a:t>
            </a:r>
            <a:r>
              <a:rPr lang="en-IN" sz="800"/>
              <a:t> lenalidomide; </a:t>
            </a:r>
            <a:r>
              <a:rPr lang="en-IN" sz="800" b="1"/>
              <a:t>MM: </a:t>
            </a:r>
            <a:r>
              <a:rPr lang="en-IN" sz="800"/>
              <a:t>multiple myeloma; </a:t>
            </a:r>
            <a:r>
              <a:rPr lang="en-IN" sz="800" b="1"/>
              <a:t>MRD:</a:t>
            </a:r>
            <a:r>
              <a:rPr lang="en-IN" sz="800"/>
              <a:t> minimal residual disease; </a:t>
            </a:r>
            <a:r>
              <a:rPr lang="en-IN" sz="800" b="1"/>
              <a:t>MTD:</a:t>
            </a:r>
            <a:r>
              <a:rPr lang="en-IN" sz="800"/>
              <a:t> maximum tolerated dose; </a:t>
            </a:r>
            <a:r>
              <a:rPr lang="en-IN" sz="800" b="1"/>
              <a:t>NDMM:</a:t>
            </a:r>
            <a:r>
              <a:rPr lang="en-IN" sz="800"/>
              <a:t> newly diagnosed multiple myeloma; </a:t>
            </a:r>
            <a:r>
              <a:rPr lang="en-IN" sz="800" b="1"/>
              <a:t>ORR:</a:t>
            </a:r>
            <a:r>
              <a:rPr lang="en-IN" sz="800"/>
              <a:t> overall response rate; </a:t>
            </a:r>
            <a:r>
              <a:rPr lang="en-IN" sz="800" b="1"/>
              <a:t>OS:</a:t>
            </a:r>
            <a:r>
              <a:rPr lang="en-IN" sz="800"/>
              <a:t> overall survival; </a:t>
            </a:r>
            <a:r>
              <a:rPr lang="en-IN" sz="800" b="1"/>
              <a:t>PFS:</a:t>
            </a:r>
            <a:r>
              <a:rPr lang="en-IN" sz="800"/>
              <a:t> progression-free survival; </a:t>
            </a:r>
            <a:r>
              <a:rPr lang="en-IN" sz="800" b="1"/>
              <a:t>PI: </a:t>
            </a:r>
            <a:r>
              <a:rPr lang="en-IN" sz="800"/>
              <a:t>proteasome inhibitor; </a:t>
            </a:r>
            <a:r>
              <a:rPr lang="en-IN" sz="800" b="1"/>
              <a:t>PK: </a:t>
            </a:r>
            <a:r>
              <a:rPr lang="en-IN" sz="800"/>
              <a:t>pharmacokinetics; </a:t>
            </a:r>
            <a:r>
              <a:rPr lang="en-IN" sz="800" b="1"/>
              <a:t>POM:</a:t>
            </a:r>
            <a:r>
              <a:rPr lang="en-IN" sz="800"/>
              <a:t> pomalidomide; </a:t>
            </a:r>
            <a:r>
              <a:rPr lang="en-IN" sz="800" b="1"/>
              <a:t>PS:</a:t>
            </a:r>
            <a:r>
              <a:rPr lang="en-IN" sz="800"/>
              <a:t> performance status; </a:t>
            </a:r>
            <a:r>
              <a:rPr lang="en-IN" sz="800" b="1"/>
              <a:t>RP2D:</a:t>
            </a:r>
            <a:r>
              <a:rPr lang="en-IN" sz="800"/>
              <a:t> recommended phase 2 dose; </a:t>
            </a:r>
            <a:r>
              <a:rPr lang="en-IN" sz="800" b="1"/>
              <a:t>RRMM:</a:t>
            </a:r>
            <a:r>
              <a:rPr lang="en-IN" sz="800"/>
              <a:t> relapsed/refractory multiple myeloma;</a:t>
            </a:r>
            <a:r>
              <a:rPr lang="en-IN" sz="800" b="1"/>
              <a:t> TE:</a:t>
            </a:r>
            <a:r>
              <a:rPr lang="en-IN" sz="800"/>
              <a:t> transplant eligible; </a:t>
            </a:r>
            <a:r>
              <a:rPr lang="en-IN" sz="800" b="1"/>
              <a:t>TNE:</a:t>
            </a:r>
            <a:r>
              <a:rPr lang="en-IN" sz="800"/>
              <a:t> transplant non-eligible; </a:t>
            </a:r>
            <a:r>
              <a:rPr lang="en-IN" sz="800" b="1"/>
              <a:t>TTR:</a:t>
            </a:r>
            <a:r>
              <a:rPr lang="en-IN" sz="800"/>
              <a:t> time to response; </a:t>
            </a:r>
            <a:r>
              <a:rPr lang="en-IN" sz="800" b="1"/>
              <a:t>VGPR:</a:t>
            </a:r>
            <a:r>
              <a:rPr lang="en-IN" sz="800"/>
              <a:t> very good partial response.</a:t>
            </a:r>
          </a:p>
          <a:p>
            <a:endParaRPr lang="en-IN" sz="800"/>
          </a:p>
          <a:p>
            <a:r>
              <a:rPr lang="en-US" sz="800"/>
              <a:t>ClinicalTrials.gov. https://ClinicalTrials.gov/ct2/show/NCT02773030. Accessed February 11, 2026; CC-220-MM-001 Study Protocol. Celgene Corporation. 2020.</a:t>
            </a:r>
            <a:endParaRPr kumimoji="0" lang="en-US" altLang="en-US" sz="1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163750-BBEB-49CD-F8A4-4DF27164289F}"/>
              </a:ext>
            </a:extLst>
          </p:cNvPr>
          <p:cNvSpPr txBox="1"/>
          <p:nvPr/>
        </p:nvSpPr>
        <p:spPr>
          <a:xfrm>
            <a:off x="251919" y="4920913"/>
            <a:ext cx="11688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err="1"/>
              <a:t>aDEX</a:t>
            </a:r>
            <a:r>
              <a:rPr lang="en-US" sz="800"/>
              <a:t> given at a dose of 40 mg (20 mg in patients aged &gt; 75 years) on days 1, 8, 15, and 22 of each 28-day cycle; </a:t>
            </a:r>
            <a:r>
              <a:rPr lang="en-US" sz="800" err="1"/>
              <a:t>bIBER</a:t>
            </a:r>
            <a:r>
              <a:rPr lang="en-US" sz="800"/>
              <a:t> was given at 1.0, 1.3, or 1.6 mg on D1–14 in C1–8, and D1–21 in C ≥ 9, BORT was started at starting at 1.3 mg/m2 on D1, 4, 8, and 11 in C1–8, and DEX was given at a dose of 20 mg on D1, 2, 4, 5, 8, 9, 11, and 12 in C1–8 (10 mg in patients &gt; 75 years of age), and 40 mg weekly in C ≥ 9 (20 mg in patients &gt; 75 years); </a:t>
            </a:r>
            <a:r>
              <a:rPr lang="en-US" sz="800" err="1"/>
              <a:t>cCohort</a:t>
            </a:r>
            <a:r>
              <a:rPr lang="en-US" sz="800"/>
              <a:t> C (IBER monotherapy expansion) was planned, but not opened; d1.6 mg once a day. </a:t>
            </a:r>
          </a:p>
        </p:txBody>
      </p:sp>
    </p:spTree>
    <p:extLst>
      <p:ext uri="{BB962C8B-B14F-4D97-AF65-F5344CB8AC3E}">
        <p14:creationId xmlns:p14="http://schemas.microsoft.com/office/powerpoint/2010/main" val="28712331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A19C2-DD82-CC66-5FB8-E55A6A126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7F624EE-AF8F-183C-325D-8800BCDA1CE1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Clinical outcomes with </a:t>
            </a:r>
            <a:r>
              <a:rPr lang="en-US" sz="2800" err="1">
                <a:solidFill>
                  <a:srgbClr val="BE2BBB"/>
                </a:solidFill>
              </a:rPr>
              <a:t>iberdomide</a:t>
            </a:r>
            <a:r>
              <a:rPr lang="en-US" sz="2800">
                <a:solidFill>
                  <a:srgbClr val="BE2BBB"/>
                </a:solidFill>
              </a:rPr>
              <a:t> in RRMM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1973F1C-1382-2166-0D69-7A762E1DC36D}"/>
              </a:ext>
            </a:extLst>
          </p:cNvPr>
          <p:cNvSpPr txBox="1">
            <a:spLocks/>
          </p:cNvSpPr>
          <p:nvPr/>
        </p:nvSpPr>
        <p:spPr>
          <a:xfrm>
            <a:off x="11506200" y="6432883"/>
            <a:ext cx="461212" cy="22509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37</a:t>
            </a:fld>
            <a:endParaRPr lang="en-US" sz="10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8E64D2-5CDF-57C0-F5B1-EA6834589037}"/>
              </a:ext>
            </a:extLst>
          </p:cNvPr>
          <p:cNvSpPr txBox="1"/>
          <p:nvPr/>
        </p:nvSpPr>
        <p:spPr>
          <a:xfrm>
            <a:off x="9625" y="627952"/>
            <a:ext cx="115206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err="1"/>
              <a:t>Iberdomide</a:t>
            </a:r>
            <a:r>
              <a:rPr lang="en-IN" sz="1400"/>
              <a:t> demonstrated activity in a </a:t>
            </a:r>
            <a:r>
              <a:rPr lang="en-IN" sz="1400" b="1"/>
              <a:t>highly refractory population</a:t>
            </a:r>
            <a:r>
              <a:rPr lang="en-IN" sz="1400"/>
              <a:t> (median 4–7 prior lines; high triple-class and </a:t>
            </a:r>
            <a:r>
              <a:rPr lang="en-IN" sz="1400" err="1"/>
              <a:t>IMiD</a:t>
            </a:r>
            <a:r>
              <a:rPr lang="en-IN" sz="1400"/>
              <a:t>-refractory rates), with </a:t>
            </a:r>
            <a:r>
              <a:rPr lang="en-IN" sz="1400" b="1"/>
              <a:t>ORR 26–56% and disease control rates up to 88–89%</a:t>
            </a:r>
            <a:r>
              <a:rPr lang="en-IN" sz="140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err="1"/>
              <a:t>Iberdomide</a:t>
            </a:r>
            <a:r>
              <a:rPr lang="en-IN" sz="1400" b="1"/>
              <a:t> + daratumumab (</a:t>
            </a:r>
            <a:r>
              <a:rPr lang="en-IN" sz="1400" b="1" err="1"/>
              <a:t>IberDd</a:t>
            </a:r>
            <a:r>
              <a:rPr lang="en-IN" sz="1400" b="1"/>
              <a:t>)</a:t>
            </a:r>
            <a:r>
              <a:rPr lang="en-IN" sz="1400"/>
              <a:t> showed promising efficacy in late-line RRMM, with </a:t>
            </a:r>
            <a:r>
              <a:rPr lang="en-IN" sz="1400" b="1"/>
              <a:t>ORR 45.9%, clinical benefit rate 54.1%, and disease control rate 89.2%</a:t>
            </a:r>
            <a:r>
              <a:rPr lang="en-IN" sz="140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/>
              <a:t>Responses were durable, with </a:t>
            </a:r>
            <a:r>
              <a:rPr lang="en-IN" sz="1400" b="1"/>
              <a:t>63% ongoing at 12 months and 37% at 24 months</a:t>
            </a:r>
            <a:r>
              <a:rPr lang="en-IN" sz="1400"/>
              <a:t>; </a:t>
            </a:r>
            <a:r>
              <a:rPr lang="en-IN" sz="1400" err="1"/>
              <a:t>mezigdomide</a:t>
            </a:r>
            <a:r>
              <a:rPr lang="en-IN" sz="1400"/>
              <a:t> retained activity against CRBN A365D mutant clones associated with pomalidomide resistance.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48731C-0420-AEE3-3C3D-4BE64888B3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272"/>
          <a:stretch>
            <a:fillRect/>
          </a:stretch>
        </p:blipFill>
        <p:spPr bwMode="auto">
          <a:xfrm>
            <a:off x="1629839" y="2091189"/>
            <a:ext cx="8671056" cy="3806196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03E6B7-C4AE-4E13-2FC4-9D78C26E964A}"/>
              </a:ext>
            </a:extLst>
          </p:cNvPr>
          <p:cNvSpPr txBox="1"/>
          <p:nvPr/>
        </p:nvSpPr>
        <p:spPr>
          <a:xfrm>
            <a:off x="368253" y="5939926"/>
            <a:ext cx="11688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/>
              <a:t>A365D:</a:t>
            </a:r>
            <a:r>
              <a:rPr lang="en-IN" sz="800"/>
              <a:t> alanine to aspartic acid substitution at amino acid 365 (CRBN A365D mutation); </a:t>
            </a:r>
            <a:r>
              <a:rPr lang="en-IN" sz="800" b="1"/>
              <a:t>CBR:</a:t>
            </a:r>
            <a:r>
              <a:rPr lang="en-IN" sz="800"/>
              <a:t> clinical benefit rate; </a:t>
            </a:r>
            <a:r>
              <a:rPr lang="en-IN" sz="800" b="1"/>
              <a:t>CR:</a:t>
            </a:r>
            <a:r>
              <a:rPr lang="en-IN" sz="800"/>
              <a:t> complete response; </a:t>
            </a:r>
            <a:r>
              <a:rPr lang="en-IN" sz="800" b="1"/>
              <a:t>CRBN:</a:t>
            </a:r>
            <a:r>
              <a:rPr lang="en-IN" sz="800"/>
              <a:t> </a:t>
            </a:r>
            <a:r>
              <a:rPr lang="en-IN" sz="800" err="1"/>
              <a:t>cereblon</a:t>
            </a:r>
            <a:r>
              <a:rPr lang="en-IN" sz="800"/>
              <a:t>; </a:t>
            </a:r>
            <a:r>
              <a:rPr lang="en-IN" sz="800" b="1"/>
              <a:t>DCR:</a:t>
            </a:r>
            <a:r>
              <a:rPr lang="en-IN" sz="800"/>
              <a:t> disease control rate; </a:t>
            </a:r>
            <a:r>
              <a:rPr lang="en-IN" sz="800" b="1"/>
              <a:t>DEX:</a:t>
            </a:r>
            <a:r>
              <a:rPr lang="en-IN" sz="800"/>
              <a:t> dexamethasone; </a:t>
            </a:r>
            <a:r>
              <a:rPr lang="en-IN" sz="800" b="1"/>
              <a:t>IBER:</a:t>
            </a:r>
            <a:r>
              <a:rPr lang="en-IN" sz="800"/>
              <a:t> </a:t>
            </a:r>
            <a:r>
              <a:rPr lang="en-IN" sz="800" err="1"/>
              <a:t>iberdomide</a:t>
            </a:r>
            <a:r>
              <a:rPr lang="en-IN" sz="800"/>
              <a:t>; </a:t>
            </a:r>
            <a:r>
              <a:rPr lang="en-IN" sz="800" b="1" err="1"/>
              <a:t>IberDd</a:t>
            </a:r>
            <a:r>
              <a:rPr lang="en-IN" sz="800" b="1"/>
              <a:t>:</a:t>
            </a:r>
            <a:r>
              <a:rPr lang="en-IN" sz="800"/>
              <a:t> </a:t>
            </a:r>
            <a:r>
              <a:rPr lang="en-IN" sz="800" err="1"/>
              <a:t>iberdomide</a:t>
            </a:r>
            <a:r>
              <a:rPr lang="en-IN" sz="800"/>
              <a:t>, daratumumab, and dexamethasone; </a:t>
            </a:r>
            <a:r>
              <a:rPr lang="en-IN" sz="800" b="1" err="1"/>
              <a:t>IberKd</a:t>
            </a:r>
            <a:r>
              <a:rPr lang="en-IN" sz="800" b="1"/>
              <a:t>:</a:t>
            </a:r>
            <a:r>
              <a:rPr lang="en-IN" sz="800"/>
              <a:t> </a:t>
            </a:r>
            <a:r>
              <a:rPr lang="en-IN" sz="800" err="1"/>
              <a:t>iberdomide</a:t>
            </a:r>
            <a:r>
              <a:rPr lang="en-IN" sz="800"/>
              <a:t>, carfilzomib, and dexamethasone; </a:t>
            </a:r>
            <a:r>
              <a:rPr lang="en-IN" sz="800" b="1" err="1"/>
              <a:t>IberVd</a:t>
            </a:r>
            <a:r>
              <a:rPr lang="en-IN" sz="800" b="1"/>
              <a:t>:</a:t>
            </a:r>
            <a:r>
              <a:rPr lang="en-IN" sz="800"/>
              <a:t> </a:t>
            </a:r>
            <a:r>
              <a:rPr lang="en-IN" sz="800" err="1"/>
              <a:t>iberdomide</a:t>
            </a:r>
            <a:r>
              <a:rPr lang="en-IN" sz="800"/>
              <a:t>, bortezomib, and dexamethasone; </a:t>
            </a:r>
            <a:r>
              <a:rPr lang="en-IN" sz="800" b="1" err="1"/>
              <a:t>IMiD</a:t>
            </a:r>
            <a:r>
              <a:rPr lang="en-IN" sz="800" b="1"/>
              <a:t>:</a:t>
            </a:r>
            <a:r>
              <a:rPr lang="en-IN" sz="800"/>
              <a:t> immunomodulatory drug; </a:t>
            </a:r>
            <a:r>
              <a:rPr lang="en-IN" sz="800" b="1"/>
              <a:t>MR:</a:t>
            </a:r>
            <a:r>
              <a:rPr lang="en-IN" sz="800"/>
              <a:t> minimal response; </a:t>
            </a:r>
            <a:r>
              <a:rPr lang="en-IN" sz="800" b="1"/>
              <a:t>ORR:</a:t>
            </a:r>
            <a:r>
              <a:rPr lang="en-IN" sz="800"/>
              <a:t> overall response rate; </a:t>
            </a:r>
            <a:r>
              <a:rPr lang="en-IN" sz="800" b="1"/>
              <a:t>PR:</a:t>
            </a:r>
            <a:r>
              <a:rPr lang="en-IN" sz="800"/>
              <a:t> partial response; </a:t>
            </a:r>
            <a:r>
              <a:rPr lang="en-IN" sz="800" b="1"/>
              <a:t>RRMM:</a:t>
            </a:r>
            <a:r>
              <a:rPr lang="en-IN" sz="800"/>
              <a:t> relapsed/refractory multiple myeloma; </a:t>
            </a:r>
            <a:r>
              <a:rPr lang="en-IN" sz="800" b="1" err="1"/>
              <a:t>sCR</a:t>
            </a:r>
            <a:r>
              <a:rPr lang="en-IN" sz="800" b="1"/>
              <a:t>:</a:t>
            </a:r>
            <a:r>
              <a:rPr lang="en-IN" sz="800"/>
              <a:t> stringent complete response; </a:t>
            </a:r>
            <a:r>
              <a:rPr lang="en-IN" sz="800" b="1"/>
              <a:t>SD:</a:t>
            </a:r>
            <a:r>
              <a:rPr lang="en-IN" sz="800"/>
              <a:t> stable disease; </a:t>
            </a:r>
            <a:r>
              <a:rPr lang="en-IN" sz="800" b="1"/>
              <a:t>VGPR:</a:t>
            </a:r>
            <a:r>
              <a:rPr lang="en-IN" sz="800"/>
              <a:t> very good partial response.</a:t>
            </a:r>
          </a:p>
        </p:txBody>
      </p:sp>
    </p:spTree>
    <p:extLst>
      <p:ext uri="{BB962C8B-B14F-4D97-AF65-F5344CB8AC3E}">
        <p14:creationId xmlns:p14="http://schemas.microsoft.com/office/powerpoint/2010/main" val="14596890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C26D-7394-A801-6203-AD4902B0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C6368C50-2878-F2CE-C7BB-1E58A99BBE8F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err="1">
                <a:solidFill>
                  <a:srgbClr val="BE2BBB"/>
                </a:solidFill>
              </a:rPr>
              <a:t>IberDd</a:t>
            </a:r>
            <a:r>
              <a:rPr lang="en-US" sz="2800">
                <a:solidFill>
                  <a:srgbClr val="BE2BBB"/>
                </a:solidFill>
              </a:rPr>
              <a:t> Efficacy and Safety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21E2376-112D-9110-AC30-541F53E218B2}"/>
              </a:ext>
            </a:extLst>
          </p:cNvPr>
          <p:cNvSpPr txBox="1">
            <a:spLocks/>
          </p:cNvSpPr>
          <p:nvPr/>
        </p:nvSpPr>
        <p:spPr>
          <a:xfrm>
            <a:off x="11506199" y="6481011"/>
            <a:ext cx="439099" cy="1769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38</a:t>
            </a:fld>
            <a:endParaRPr lang="en-US" sz="1000" b="1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43299F-046D-7C31-484B-8E76A25CB227}"/>
              </a:ext>
            </a:extLst>
          </p:cNvPr>
          <p:cNvSpPr/>
          <p:nvPr/>
        </p:nvSpPr>
        <p:spPr>
          <a:xfrm>
            <a:off x="329257" y="936172"/>
            <a:ext cx="11104155" cy="41404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IN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357493-D777-3C86-F750-9C2786A6F49D}"/>
              </a:ext>
            </a:extLst>
          </p:cNvPr>
          <p:cNvSpPr txBox="1"/>
          <p:nvPr/>
        </p:nvSpPr>
        <p:spPr>
          <a:xfrm>
            <a:off x="329257" y="1298250"/>
            <a:ext cx="1078411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b="1" err="1"/>
              <a:t>IberDd</a:t>
            </a:r>
            <a:r>
              <a:rPr lang="en-IN" b="1"/>
              <a:t> (</a:t>
            </a:r>
            <a:r>
              <a:rPr lang="en-IN" b="1" err="1"/>
              <a:t>iberdomide</a:t>
            </a:r>
            <a:r>
              <a:rPr lang="en-IN" b="1"/>
              <a:t> 1.0, 1.3, or 1.6 mg + daratumumab + dexamethasone)</a:t>
            </a:r>
            <a:r>
              <a:rPr lang="en-IN"/>
              <a:t> achieved a sustained ORR of 94.7%, with ≥CR increasing from 22.7% to 44.0%, 57.3%, and 68.0% across 7, 11, 14, and 22 months of follow-up; MRD negativity (10⁻⁵) reached 64.0%, including 56.0% MRD-negative CR.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IN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/>
              <a:t>Compared with </a:t>
            </a:r>
            <a:r>
              <a:rPr lang="en-IN" b="1" err="1"/>
              <a:t>DRd</a:t>
            </a:r>
            <a:r>
              <a:rPr lang="en-IN" b="1"/>
              <a:t> (MAIA)</a:t>
            </a:r>
            <a:r>
              <a:rPr lang="en-IN"/>
              <a:t> and </a:t>
            </a:r>
            <a:r>
              <a:rPr lang="en-IN" b="1"/>
              <a:t>IsaRd (BENEFIT)</a:t>
            </a:r>
            <a:r>
              <a:rPr lang="en-IN"/>
              <a:t>, </a:t>
            </a:r>
            <a:r>
              <a:rPr lang="en-IN" err="1"/>
              <a:t>IberDd</a:t>
            </a:r>
            <a:r>
              <a:rPr lang="en-IN"/>
              <a:t> achieved the highest ORR with ≥CR (94.7%; ≥CR 68.0%) and highest MRD negativity (64.0%), with lower rates of grade 3/4 fatigue, diarrhoea, and grade 3/4 rash (1.3% vs 7% with IsaRd).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IN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b="1"/>
              <a:t>Hematologic toxicities</a:t>
            </a:r>
            <a:r>
              <a:rPr lang="en-IN"/>
              <a:t> included neutropenia (82.7%; grade 4: 44.0%), anaemia (38.7%), and thrombocytopenia (21.3%); nonhematologic TEAEs were generally low grade with no grade 3/4 diarrhoea, supporting advancement into EXCALIBER-RRMM.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A7D6BC-3816-9DEC-6C93-615613A46B65}"/>
              </a:ext>
            </a:extLst>
          </p:cNvPr>
          <p:cNvSpPr txBox="1"/>
          <p:nvPr/>
        </p:nvSpPr>
        <p:spPr>
          <a:xfrm>
            <a:off x="251919" y="6000131"/>
            <a:ext cx="116933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CR: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complete response;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DRd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US" altLang="en-US" sz="800"/>
              <a:t>d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aratumumab, lenalidomide, and dexamethasone;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IsaRd: </a:t>
            </a:r>
            <a:r>
              <a:rPr lang="en-US" altLang="en-US" sz="800" b="1"/>
              <a:t>i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satuximab, lenalidomide, and dexamethasone;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MRD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minimal residual disease;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ORR: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overall response rate;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RRMM: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relapsed/refractory multiple myeloma;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TEAEs: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treatment-emergent adverse events.</a:t>
            </a:r>
          </a:p>
        </p:txBody>
      </p:sp>
    </p:spTree>
    <p:extLst>
      <p:ext uri="{BB962C8B-B14F-4D97-AF65-F5344CB8AC3E}">
        <p14:creationId xmlns:p14="http://schemas.microsoft.com/office/powerpoint/2010/main" val="218703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C11C6-1473-EC11-EBEC-E09AE277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C87939D-AD6C-AB3D-D2D4-5D0770CA320C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EXCALIBER-RRMM (CC-220-MM-002): IBER-Dd vs </a:t>
            </a:r>
            <a:r>
              <a:rPr lang="en-US" sz="2800" err="1">
                <a:solidFill>
                  <a:srgbClr val="BE2BBB"/>
                </a:solidFill>
              </a:rPr>
              <a:t>DVd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DDDA0A7-B923-368C-A6A7-3B4301ABE9E2}"/>
              </a:ext>
            </a:extLst>
          </p:cNvPr>
          <p:cNvSpPr txBox="1">
            <a:spLocks/>
          </p:cNvSpPr>
          <p:nvPr/>
        </p:nvSpPr>
        <p:spPr>
          <a:xfrm>
            <a:off x="11506200" y="6432883"/>
            <a:ext cx="413084" cy="22509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39</a:t>
            </a:fld>
            <a:endParaRPr lang="en-US" sz="10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0A57EF-056B-9EBC-58A7-7855BD5EE9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309"/>
          <a:stretch>
            <a:fillRect/>
          </a:stretch>
        </p:blipFill>
        <p:spPr bwMode="auto">
          <a:xfrm>
            <a:off x="1395170" y="1788750"/>
            <a:ext cx="8731470" cy="3907985"/>
          </a:xfrm>
          <a:prstGeom prst="rect">
            <a:avLst/>
          </a:prstGeom>
          <a:ln>
            <a:solidFill>
              <a:srgbClr val="BE2BBB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2B067A-2DBF-033C-19FC-7F428562AD98}"/>
              </a:ext>
            </a:extLst>
          </p:cNvPr>
          <p:cNvSpPr txBox="1"/>
          <p:nvPr/>
        </p:nvSpPr>
        <p:spPr>
          <a:xfrm>
            <a:off x="535674" y="623350"/>
            <a:ext cx="1113316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err="1"/>
              <a:t>Iberdomide</a:t>
            </a:r>
            <a:r>
              <a:rPr lang="en-IN" sz="1400"/>
              <a:t> has been shown to have synergy with dexamethasone and daratumumab </a:t>
            </a:r>
            <a:r>
              <a:rPr lang="en-IN" sz="1400" i="1"/>
              <a:t>in vitro.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/>
              <a:t>In a phase I/II trial, </a:t>
            </a:r>
            <a:r>
              <a:rPr lang="en-IN" sz="1400" err="1"/>
              <a:t>IberDd</a:t>
            </a:r>
            <a:r>
              <a:rPr lang="en-IN" sz="1400"/>
              <a:t> was well tolerated and demonstrated promising preliminary efficacy in patients with heavily pretreated RRMM, including patients refractory to </a:t>
            </a:r>
            <a:r>
              <a:rPr lang="en-IN" sz="1400" err="1"/>
              <a:t>IMiD</a:t>
            </a:r>
            <a:r>
              <a:rPr lang="en-IN" sz="1400"/>
              <a:t> agents, daratumumab, and PIs.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/>
              <a:t>Outcomes of EXCALIBER-RRMM may establish </a:t>
            </a:r>
            <a:r>
              <a:rPr lang="en-IN" sz="1400" err="1"/>
              <a:t>IberDd</a:t>
            </a:r>
            <a:r>
              <a:rPr lang="en-IN" sz="1400"/>
              <a:t> as a transformative treatment in early-line RRMM and potentially broaden its role in combination regimens across the disease spectrum.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4DC1F1-0E10-E268-260F-8F61E04BFDB2}"/>
              </a:ext>
            </a:extLst>
          </p:cNvPr>
          <p:cNvSpPr txBox="1"/>
          <p:nvPr/>
        </p:nvSpPr>
        <p:spPr>
          <a:xfrm>
            <a:off x="272716" y="5696735"/>
            <a:ext cx="116933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 b="1"/>
              <a:t>CC-220-MM-002:</a:t>
            </a:r>
            <a:r>
              <a:rPr lang="en-IN" sz="800"/>
              <a:t> clinical trial protocol code for the EXCALIBER-RRMM study; </a:t>
            </a:r>
            <a:r>
              <a:rPr lang="en-IN" sz="800" b="1"/>
              <a:t>CD38:</a:t>
            </a:r>
            <a:r>
              <a:rPr lang="en-IN" sz="800"/>
              <a:t> cluster of differentiation 38; </a:t>
            </a:r>
            <a:r>
              <a:rPr lang="en-IN" sz="800" b="1"/>
              <a:t>CR:</a:t>
            </a:r>
            <a:r>
              <a:rPr lang="en-IN" sz="800"/>
              <a:t> complete response; </a:t>
            </a:r>
            <a:r>
              <a:rPr lang="en-IN" sz="800" b="1"/>
              <a:t>DARA:</a:t>
            </a:r>
            <a:r>
              <a:rPr lang="en-IN" sz="800"/>
              <a:t> daratumumab; </a:t>
            </a:r>
            <a:r>
              <a:rPr lang="en-IN" sz="800" b="1"/>
              <a:t>Dd:</a:t>
            </a:r>
            <a:r>
              <a:rPr lang="en-IN" sz="800"/>
              <a:t> daratumumab and dexamethasone; </a:t>
            </a:r>
            <a:r>
              <a:rPr lang="en-IN" sz="800" b="1" err="1"/>
              <a:t>DoR</a:t>
            </a:r>
            <a:r>
              <a:rPr lang="en-IN" sz="800" b="1"/>
              <a:t>:</a:t>
            </a:r>
            <a:r>
              <a:rPr lang="en-IN" sz="800"/>
              <a:t> duration of response; </a:t>
            </a:r>
            <a:r>
              <a:rPr lang="en-IN" sz="800" b="1" err="1"/>
              <a:t>DVd</a:t>
            </a:r>
            <a:r>
              <a:rPr lang="en-IN" sz="800" b="1"/>
              <a:t>:</a:t>
            </a:r>
            <a:r>
              <a:rPr lang="en-IN" sz="800"/>
              <a:t> daratumumab, bortezomib, and dexamethasone; </a:t>
            </a:r>
            <a:r>
              <a:rPr lang="en-IN" sz="800" b="1"/>
              <a:t>EXCALIBER-RRMM:</a:t>
            </a:r>
            <a:r>
              <a:rPr lang="en-IN" sz="800"/>
              <a:t> exploratory clinical trial of </a:t>
            </a:r>
            <a:r>
              <a:rPr lang="en-IN" sz="800" err="1"/>
              <a:t>iberdomide</a:t>
            </a:r>
            <a:r>
              <a:rPr lang="en-IN" sz="800"/>
              <a:t> in relapsed/refractory multiple myeloma (trial name); </a:t>
            </a:r>
            <a:r>
              <a:rPr lang="en-IN" sz="800" b="1"/>
              <a:t>HR-QoL:</a:t>
            </a:r>
            <a:r>
              <a:rPr lang="en-IN" sz="800"/>
              <a:t> health-related quality of life; </a:t>
            </a:r>
            <a:r>
              <a:rPr lang="en-IN" sz="800" b="1"/>
              <a:t>IA1:</a:t>
            </a:r>
            <a:r>
              <a:rPr lang="en-IN" sz="800"/>
              <a:t> interim analysis 1; </a:t>
            </a:r>
            <a:r>
              <a:rPr lang="en-IN" sz="800" b="1"/>
              <a:t>IA2:</a:t>
            </a:r>
            <a:r>
              <a:rPr lang="en-IN" sz="800"/>
              <a:t> interim analysis 2; </a:t>
            </a:r>
            <a:r>
              <a:rPr lang="en-IN" sz="800" b="1"/>
              <a:t>IA3:</a:t>
            </a:r>
            <a:r>
              <a:rPr lang="en-IN" sz="800"/>
              <a:t> interim analysis 3; </a:t>
            </a:r>
            <a:r>
              <a:rPr lang="en-IN" sz="800" b="1"/>
              <a:t>IBER:</a:t>
            </a:r>
            <a:r>
              <a:rPr lang="en-IN" sz="800"/>
              <a:t> </a:t>
            </a:r>
            <a:r>
              <a:rPr lang="en-IN" sz="800" err="1"/>
              <a:t>iberdomide</a:t>
            </a:r>
            <a:r>
              <a:rPr lang="en-IN" sz="800"/>
              <a:t>; </a:t>
            </a:r>
            <a:r>
              <a:rPr lang="en-IN" sz="800" b="1" err="1"/>
              <a:t>IberDd</a:t>
            </a:r>
            <a:r>
              <a:rPr lang="en-IN" sz="800" b="1"/>
              <a:t>:</a:t>
            </a:r>
            <a:r>
              <a:rPr lang="en-IN" sz="800"/>
              <a:t> </a:t>
            </a:r>
            <a:r>
              <a:rPr lang="en-IN" sz="800" err="1"/>
              <a:t>iberdomide</a:t>
            </a:r>
            <a:r>
              <a:rPr lang="en-IN" sz="800"/>
              <a:t>, daratumumab, and dexamethasone; </a:t>
            </a:r>
            <a:r>
              <a:rPr lang="en-IN" sz="800" b="1" err="1"/>
              <a:t>IMiD</a:t>
            </a:r>
            <a:r>
              <a:rPr lang="en-IN" sz="800" b="1"/>
              <a:t>:</a:t>
            </a:r>
            <a:r>
              <a:rPr lang="en-IN" sz="800"/>
              <a:t> immunomodulatory drug; </a:t>
            </a:r>
            <a:r>
              <a:rPr lang="en-IN" sz="800" b="1"/>
              <a:t>ISS:</a:t>
            </a:r>
            <a:r>
              <a:rPr lang="en-IN" sz="800"/>
              <a:t> international staging system; </a:t>
            </a:r>
            <a:r>
              <a:rPr lang="en-IN" sz="800" b="1"/>
              <a:t>MRD:</a:t>
            </a:r>
            <a:r>
              <a:rPr lang="en-IN" sz="800"/>
              <a:t> minimal residual disease; </a:t>
            </a:r>
            <a:r>
              <a:rPr lang="en-IN" sz="800" b="1"/>
              <a:t>ORR:</a:t>
            </a:r>
            <a:r>
              <a:rPr lang="en-IN" sz="800"/>
              <a:t> overall response rate; </a:t>
            </a:r>
            <a:r>
              <a:rPr lang="en-IN" sz="800" b="1"/>
              <a:t>OS:</a:t>
            </a:r>
            <a:r>
              <a:rPr lang="en-IN" sz="800"/>
              <a:t> overall survival; </a:t>
            </a:r>
            <a:r>
              <a:rPr lang="en-IN" sz="800" b="1"/>
              <a:t>PFS:</a:t>
            </a:r>
            <a:r>
              <a:rPr lang="en-IN" sz="800"/>
              <a:t> progression-free survival; </a:t>
            </a:r>
            <a:r>
              <a:rPr lang="en-IN" sz="800" b="1"/>
              <a:t>PFS2:</a:t>
            </a:r>
            <a:r>
              <a:rPr lang="en-IN" sz="800"/>
              <a:t> second progression-free survival; </a:t>
            </a:r>
            <a:r>
              <a:rPr lang="en-IN" sz="800" b="1"/>
              <a:t>PI:</a:t>
            </a:r>
            <a:r>
              <a:rPr lang="en-IN" sz="800"/>
              <a:t> proteasome inhibitor; </a:t>
            </a:r>
            <a:r>
              <a:rPr lang="en-IN" sz="800" b="1"/>
              <a:t>RRMM:</a:t>
            </a:r>
            <a:r>
              <a:rPr lang="en-IN" sz="800"/>
              <a:t> relapsed/refractory multiple myeloma; </a:t>
            </a:r>
            <a:r>
              <a:rPr lang="en-IN" sz="800" b="1"/>
              <a:t>TTP:</a:t>
            </a:r>
            <a:r>
              <a:rPr lang="en-IN" sz="800"/>
              <a:t> time to progression; </a:t>
            </a:r>
            <a:r>
              <a:rPr lang="en-IN" sz="800" b="1"/>
              <a:t>TTNT:</a:t>
            </a:r>
            <a:r>
              <a:rPr lang="en-IN" sz="800"/>
              <a:t> time to next treatment; </a:t>
            </a:r>
            <a:r>
              <a:rPr lang="en-IN" sz="800" b="1"/>
              <a:t>TTR:</a:t>
            </a:r>
            <a:r>
              <a:rPr lang="en-IN" sz="800"/>
              <a:t> time to response.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/>
              <a:t>Lonial S et al. Future Oncol. 2025;21(14):1761-1769.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923556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FA081-34A7-472F-646B-FF0DCF186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2D37340F-B07D-FE9C-FE78-656B30AA2B03}"/>
              </a:ext>
            </a:extLst>
          </p:cNvPr>
          <p:cNvSpPr txBox="1">
            <a:spLocks/>
          </p:cNvSpPr>
          <p:nvPr/>
        </p:nvSpPr>
        <p:spPr>
          <a:xfrm>
            <a:off x="251919" y="175857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CC-92480-MM-001 dose-expansion cohort: MEZI + DEX oral doublet demonstrated efficacy in RRMM patients with multi-class refractory disease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4C4AE609-4D2F-8CD3-A046-BFAE90913DCC}"/>
              </a:ext>
            </a:extLst>
          </p:cNvPr>
          <p:cNvSpPr txBox="1">
            <a:spLocks/>
          </p:cNvSpPr>
          <p:nvPr/>
        </p:nvSpPr>
        <p:spPr>
          <a:xfrm>
            <a:off x="11506199" y="6429375"/>
            <a:ext cx="375825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40</a:t>
            </a:fld>
            <a:endParaRPr lang="en-US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B44E63-19E9-11B0-1BBC-9643471FA558}"/>
              </a:ext>
            </a:extLst>
          </p:cNvPr>
          <p:cNvSpPr txBox="1"/>
          <p:nvPr/>
        </p:nvSpPr>
        <p:spPr>
          <a:xfrm>
            <a:off x="-278983" y="1351211"/>
            <a:ext cx="117851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b="1"/>
              <a:t>CC-92480-MM-001:</a:t>
            </a:r>
            <a:r>
              <a:rPr lang="en-IN" sz="1600"/>
              <a:t> </a:t>
            </a:r>
            <a:r>
              <a:rPr lang="en-IN" sz="1600" err="1"/>
              <a:t>Mezigdomide</a:t>
            </a:r>
            <a:r>
              <a:rPr lang="en-IN" sz="1600"/>
              <a:t> 1 mg (Days 1–21) + dexamethasone evaluated in heavily pretreated triple-class refractory RRMM (median 6 prior lines).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CF5EC0-3800-3431-0D26-B73E87835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886" y="1960599"/>
            <a:ext cx="5362734" cy="34598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BC9AA2-753B-8D7C-669A-51EB82773E2D}"/>
              </a:ext>
            </a:extLst>
          </p:cNvPr>
          <p:cNvSpPr txBox="1"/>
          <p:nvPr/>
        </p:nvSpPr>
        <p:spPr>
          <a:xfrm>
            <a:off x="309975" y="5523333"/>
            <a:ext cx="115162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Mezigdomide is not currently approved in any market and has not been evaluated by any regulatory agency as safe or effective for multiple myeloma.</a:t>
            </a:r>
            <a:endParaRPr lang="en-US" sz="800"/>
          </a:p>
          <a:p>
            <a:r>
              <a:rPr lang="en-US" sz="800"/>
              <a:t>*Data cutoff: 16 September 2022.</a:t>
            </a:r>
            <a:r>
              <a:rPr lang="en-US" sz="800" baseline="30000"/>
              <a:t> †</a:t>
            </a:r>
            <a:r>
              <a:rPr lang="en-US" sz="800"/>
              <a:t>PR or </a:t>
            </a:r>
            <a:r>
              <a:rPr lang="en-US" sz="800" err="1"/>
              <a:t>betterI</a:t>
            </a:r>
            <a:r>
              <a:rPr lang="en-US" sz="800"/>
              <a:t>. </a:t>
            </a:r>
            <a:r>
              <a:rPr lang="en-US" sz="800" baseline="30000"/>
              <a:t>‡</a:t>
            </a:r>
            <a:r>
              <a:rPr lang="en-US" sz="800" err="1"/>
              <a:t>ncluding</a:t>
            </a:r>
            <a:r>
              <a:rPr lang="en-US" sz="800"/>
              <a:t> extramedullary soft tissue only disease as well as soft tissue bone-related plasmacytomas.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87AC80-D159-1559-217E-4401755965E7}"/>
              </a:ext>
            </a:extLst>
          </p:cNvPr>
          <p:cNvSpPr txBox="1"/>
          <p:nvPr/>
        </p:nvSpPr>
        <p:spPr>
          <a:xfrm>
            <a:off x="365760" y="5862769"/>
            <a:ext cx="11516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/>
              <a:t>BCMA:</a:t>
            </a:r>
            <a:r>
              <a:rPr lang="en-IN" sz="800"/>
              <a:t> B cell maturation antigen; </a:t>
            </a:r>
            <a:r>
              <a:rPr lang="en-IN" sz="800" b="1"/>
              <a:t>CR:</a:t>
            </a:r>
            <a:r>
              <a:rPr lang="en-IN" sz="800"/>
              <a:t> complete response; </a:t>
            </a:r>
            <a:r>
              <a:rPr lang="en-IN" sz="800" b="1"/>
              <a:t>DEX:</a:t>
            </a:r>
            <a:r>
              <a:rPr lang="en-IN" sz="800"/>
              <a:t> dexamethasone; </a:t>
            </a:r>
            <a:r>
              <a:rPr lang="en-IN" sz="800" b="1" err="1"/>
              <a:t>DoR</a:t>
            </a:r>
            <a:r>
              <a:rPr lang="en-IN" sz="800" b="1"/>
              <a:t>: </a:t>
            </a:r>
            <a:r>
              <a:rPr lang="en-IN" sz="800"/>
              <a:t>duration of response; </a:t>
            </a:r>
            <a:r>
              <a:rPr lang="en-IN" sz="800" b="1"/>
              <a:t>EMD:</a:t>
            </a:r>
            <a:r>
              <a:rPr lang="en-IN" sz="800"/>
              <a:t> extramedullary disease; </a:t>
            </a:r>
            <a:r>
              <a:rPr lang="en-IN" sz="800" b="1" err="1"/>
              <a:t>IMiD</a:t>
            </a:r>
            <a:r>
              <a:rPr lang="en-IN" sz="800" b="1"/>
              <a:t>:</a:t>
            </a:r>
            <a:r>
              <a:rPr lang="en-IN" sz="800"/>
              <a:t> immunomodulatory drug; </a:t>
            </a:r>
            <a:r>
              <a:rPr lang="en-IN" sz="800" b="1"/>
              <a:t>MEZI:</a:t>
            </a:r>
            <a:r>
              <a:rPr lang="en-IN" sz="800"/>
              <a:t> </a:t>
            </a:r>
            <a:r>
              <a:rPr lang="en-IN" sz="800" err="1"/>
              <a:t>mezigdomide</a:t>
            </a:r>
            <a:r>
              <a:rPr lang="en-IN" sz="800"/>
              <a:t>; </a:t>
            </a:r>
            <a:r>
              <a:rPr lang="en-IN" sz="800" b="1"/>
              <a:t>MR: </a:t>
            </a:r>
            <a:r>
              <a:rPr lang="en-IN" sz="800"/>
              <a:t>minimal response; </a:t>
            </a:r>
            <a:r>
              <a:rPr lang="en-IN" sz="800" b="1"/>
              <a:t>NE:</a:t>
            </a:r>
            <a:r>
              <a:rPr lang="en-IN" sz="800"/>
              <a:t> not evaluable; </a:t>
            </a:r>
            <a:r>
              <a:rPr lang="en-IN" sz="800" b="1"/>
              <a:t>ORR:</a:t>
            </a:r>
            <a:r>
              <a:rPr lang="en-IN" sz="800"/>
              <a:t> overall response rate; </a:t>
            </a:r>
            <a:r>
              <a:rPr lang="en-IN" sz="800" b="1"/>
              <a:t>PD:</a:t>
            </a:r>
            <a:r>
              <a:rPr lang="en-IN" sz="800"/>
              <a:t> progressive disease; </a:t>
            </a:r>
            <a:r>
              <a:rPr lang="en-IN" sz="800" b="1"/>
              <a:t>PET:</a:t>
            </a:r>
            <a:r>
              <a:rPr lang="en-IN" sz="800"/>
              <a:t> positron emission tomography ; </a:t>
            </a:r>
            <a:r>
              <a:rPr lang="en-IN" sz="800" b="1"/>
              <a:t>PR:</a:t>
            </a:r>
            <a:r>
              <a:rPr lang="en-IN" sz="800"/>
              <a:t> partial response;</a:t>
            </a:r>
            <a:r>
              <a:rPr lang="en-IN" sz="800" b="1"/>
              <a:t> RRMM: </a:t>
            </a:r>
            <a:r>
              <a:rPr lang="en-IN" sz="800"/>
              <a:t>relapsed/refractory multiple myeloma; </a:t>
            </a:r>
            <a:r>
              <a:rPr lang="en-IN" sz="800" b="1" err="1"/>
              <a:t>sCR</a:t>
            </a:r>
            <a:r>
              <a:rPr lang="en-IN" sz="800" b="1"/>
              <a:t>:</a:t>
            </a:r>
            <a:r>
              <a:rPr lang="en-IN" sz="800"/>
              <a:t> stringent complete response; </a:t>
            </a:r>
            <a:r>
              <a:rPr lang="en-IN" sz="800" b="1"/>
              <a:t>SD:</a:t>
            </a:r>
            <a:r>
              <a:rPr lang="en-IN" sz="800"/>
              <a:t> stable disease; </a:t>
            </a:r>
            <a:r>
              <a:rPr lang="en-IN" sz="800" b="1"/>
              <a:t>VGPR:</a:t>
            </a:r>
            <a:r>
              <a:rPr lang="en-IN" sz="800"/>
              <a:t> very good partial response. </a:t>
            </a:r>
          </a:p>
          <a:p>
            <a:r>
              <a:rPr lang="en-IN" sz="800"/>
              <a:t>1. Richardson PG et al. Oral presentation at ASH 2022. Abstract 568; 2. Richardson PG et al. Oral presentation at ASCO 2020. Abstract 8500; 3. Data on file. Princeton, NJ: Bristol-Myers Squibb Company.</a:t>
            </a: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565217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C7E50-7B94-D2AD-A984-66790066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CF73E865-A0F0-9485-CB6C-FBF7473BDD82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err="1">
                <a:solidFill>
                  <a:srgbClr val="BE2BBB"/>
                </a:solidFill>
              </a:rPr>
              <a:t>MeziVd</a:t>
            </a:r>
            <a:r>
              <a:rPr lang="en-US" sz="2800">
                <a:solidFill>
                  <a:srgbClr val="BE2BBB"/>
                </a:solidFill>
              </a:rPr>
              <a:t> and </a:t>
            </a:r>
            <a:r>
              <a:rPr lang="en-US" sz="2800" err="1">
                <a:solidFill>
                  <a:srgbClr val="BE2BBB"/>
                </a:solidFill>
              </a:rPr>
              <a:t>MeziKd</a:t>
            </a:r>
            <a:r>
              <a:rPr lang="en-US" sz="2800">
                <a:solidFill>
                  <a:srgbClr val="BE2BBB"/>
                </a:solidFill>
              </a:rPr>
              <a:t> efficacy summary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581F7F9-7805-35F2-815B-7C0D3E4817A6}"/>
              </a:ext>
            </a:extLst>
          </p:cNvPr>
          <p:cNvSpPr txBox="1">
            <a:spLocks/>
          </p:cNvSpPr>
          <p:nvPr/>
        </p:nvSpPr>
        <p:spPr>
          <a:xfrm>
            <a:off x="11506200" y="6441663"/>
            <a:ext cx="445168" cy="2163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41</a:t>
            </a:fld>
            <a:endParaRPr lang="en-US" sz="10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D2556B-E225-ED8D-B0AC-F00F7E91E3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047"/>
          <a:stretch>
            <a:fillRect/>
          </a:stretch>
        </p:blipFill>
        <p:spPr bwMode="auto">
          <a:xfrm>
            <a:off x="479785" y="1169801"/>
            <a:ext cx="11186435" cy="4398477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80577B-E156-98D1-CC7F-75A6650CC81E}"/>
              </a:ext>
            </a:extLst>
          </p:cNvPr>
          <p:cNvSpPr txBox="1"/>
          <p:nvPr/>
        </p:nvSpPr>
        <p:spPr>
          <a:xfrm>
            <a:off x="309975" y="5712583"/>
            <a:ext cx="1151626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Data cutoff: June 28, 2024.aORR refractory to LEN and anti-CD38 </a:t>
            </a:r>
            <a:r>
              <a:rPr lang="en-US" sz="800" err="1"/>
              <a:t>mAbs</a:t>
            </a:r>
            <a:r>
              <a:rPr lang="en-US" sz="800"/>
              <a:t> (data cutoff: May 9, 2024): cohort D = 75.0%. </a:t>
            </a:r>
            <a:r>
              <a:rPr lang="en-US" sz="800" err="1"/>
              <a:t>bMedian</a:t>
            </a:r>
            <a:r>
              <a:rPr lang="en-US" sz="800"/>
              <a:t> number of prior therapies = 2. </a:t>
            </a:r>
            <a:r>
              <a:rPr lang="en-US" sz="800" err="1"/>
              <a:t>eORR</a:t>
            </a:r>
            <a:r>
              <a:rPr lang="en-US" sz="800"/>
              <a:t> refractory to LEN and anti-CD38 </a:t>
            </a:r>
            <a:r>
              <a:rPr lang="en-US" sz="800" err="1"/>
              <a:t>mAbs</a:t>
            </a:r>
            <a:r>
              <a:rPr lang="en-US" sz="800"/>
              <a:t> (data cutoff: May 9, 2024): cohort C = 82.4%.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7B5D9-5815-0B47-3011-817C0658AA2F}"/>
              </a:ext>
            </a:extLst>
          </p:cNvPr>
          <p:cNvSpPr txBox="1"/>
          <p:nvPr/>
        </p:nvSpPr>
        <p:spPr>
          <a:xfrm>
            <a:off x="309975" y="5928027"/>
            <a:ext cx="11516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/>
              <a:t>CD: </a:t>
            </a:r>
            <a:r>
              <a:rPr lang="en-IN" sz="800"/>
              <a:t>clusters of differentiation; </a:t>
            </a:r>
            <a:r>
              <a:rPr lang="en-IN" sz="800" b="1"/>
              <a:t>DOR:</a:t>
            </a:r>
            <a:r>
              <a:rPr lang="en-IN" sz="800"/>
              <a:t> duration of response; </a:t>
            </a:r>
            <a:r>
              <a:rPr lang="en-IN" sz="800" b="1"/>
              <a:t>EHA:</a:t>
            </a:r>
            <a:r>
              <a:rPr lang="en-IN" sz="800"/>
              <a:t> European </a:t>
            </a:r>
            <a:r>
              <a:rPr lang="en-IN" sz="800" err="1"/>
              <a:t>Hematology</a:t>
            </a:r>
            <a:r>
              <a:rPr lang="en-IN" sz="800"/>
              <a:t> Association; </a:t>
            </a:r>
            <a:r>
              <a:rPr lang="en-IN" sz="800" b="1"/>
              <a:t>LEN: </a:t>
            </a:r>
            <a:r>
              <a:rPr lang="en-IN" sz="800"/>
              <a:t>lenalidomide; </a:t>
            </a:r>
            <a:r>
              <a:rPr lang="en-IN" sz="800" b="1" err="1"/>
              <a:t>mAb</a:t>
            </a:r>
            <a:r>
              <a:rPr lang="en-IN" sz="800" b="1"/>
              <a:t>:</a:t>
            </a:r>
            <a:r>
              <a:rPr lang="en-IN" sz="800"/>
              <a:t> monoclonal antibody; </a:t>
            </a:r>
            <a:r>
              <a:rPr lang="en-IN" sz="800" b="1" err="1"/>
              <a:t>Mezi</a:t>
            </a:r>
            <a:r>
              <a:rPr lang="en-IN" sz="800" b="1"/>
              <a:t>: </a:t>
            </a:r>
            <a:r>
              <a:rPr lang="en-IN" sz="800" err="1"/>
              <a:t>mezigdomide</a:t>
            </a:r>
            <a:r>
              <a:rPr lang="en-IN" sz="800"/>
              <a:t>; </a:t>
            </a:r>
            <a:r>
              <a:rPr lang="en-IN" sz="800" b="1"/>
              <a:t>NE: </a:t>
            </a:r>
            <a:r>
              <a:rPr lang="en-IN" sz="800"/>
              <a:t>not evaluable; </a:t>
            </a:r>
            <a:r>
              <a:rPr lang="en-IN" sz="800" b="1"/>
              <a:t>ORR:</a:t>
            </a:r>
            <a:r>
              <a:rPr lang="en-IN" sz="800"/>
              <a:t> overall response rate; </a:t>
            </a:r>
            <a:r>
              <a:rPr lang="en-IN" sz="800" b="1"/>
              <a:t>PFS:</a:t>
            </a:r>
            <a:r>
              <a:rPr lang="en-IN" sz="800"/>
              <a:t> progression-free survival; </a:t>
            </a:r>
            <a:r>
              <a:rPr lang="en-IN" sz="800" b="1" err="1"/>
              <a:t>MeziKd</a:t>
            </a:r>
            <a:r>
              <a:rPr lang="en-IN" sz="800" b="1"/>
              <a:t>:</a:t>
            </a:r>
            <a:r>
              <a:rPr lang="en-IN" sz="800"/>
              <a:t> </a:t>
            </a:r>
            <a:r>
              <a:rPr lang="en-IN" sz="800" err="1"/>
              <a:t>mezigdomidea</a:t>
            </a:r>
            <a:r>
              <a:rPr lang="en-IN" sz="800"/>
              <a:t>, carfilzomib, and dexamethasone; </a:t>
            </a:r>
            <a:r>
              <a:rPr lang="en-IN" sz="800" b="1" err="1"/>
              <a:t>MeziVd</a:t>
            </a:r>
            <a:r>
              <a:rPr lang="en-IN" sz="800" b="1"/>
              <a:t>:</a:t>
            </a:r>
            <a:r>
              <a:rPr lang="en-IN" sz="800"/>
              <a:t> </a:t>
            </a:r>
            <a:r>
              <a:rPr lang="en-IN" sz="800" err="1"/>
              <a:t>mezigdomide</a:t>
            </a:r>
            <a:r>
              <a:rPr lang="en-IN" sz="800"/>
              <a:t>, bortezomib, and dexamethasone; </a:t>
            </a:r>
            <a:r>
              <a:rPr lang="en-IN" sz="800" b="1"/>
              <a:t>RRMM:</a:t>
            </a:r>
            <a:r>
              <a:rPr lang="en-IN" sz="800"/>
              <a:t> relapsed/refractory multiple myeloma.</a:t>
            </a:r>
          </a:p>
          <a:p>
            <a:r>
              <a:rPr lang="en-IN" sz="800" b="1"/>
              <a:t>1.</a:t>
            </a:r>
            <a:r>
              <a:rPr lang="en-IN" sz="800"/>
              <a:t>Sandhu I et al. Presented at EHA Annual Meeting 2025. Abstract PF723.</a:t>
            </a:r>
            <a:endParaRPr kumimoji="0" lang="en-US" altLang="en-US" sz="1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757833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CBBF-3C71-C73D-1904-10DACC294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611F95C-F849-D199-AFEA-4B8C583E3C87}"/>
              </a:ext>
            </a:extLst>
          </p:cNvPr>
          <p:cNvSpPr txBox="1">
            <a:spLocks/>
          </p:cNvSpPr>
          <p:nvPr/>
        </p:nvSpPr>
        <p:spPr>
          <a:xfrm>
            <a:off x="353940" y="365046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SUCCESSOR-1 and SUCCESSOR-2 trial overview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D45E59B-8233-E419-17A8-BF34BFEEADE7}"/>
              </a:ext>
            </a:extLst>
          </p:cNvPr>
          <p:cNvSpPr txBox="1">
            <a:spLocks/>
          </p:cNvSpPr>
          <p:nvPr/>
        </p:nvSpPr>
        <p:spPr>
          <a:xfrm>
            <a:off x="11506199" y="6511519"/>
            <a:ext cx="417437" cy="14645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42</a:t>
            </a:fld>
            <a:endParaRPr lang="en-US" sz="1000" b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061A20-8583-A4FE-BB33-0AD85533ED90}"/>
              </a:ext>
            </a:extLst>
          </p:cNvPr>
          <p:cNvSpPr/>
          <p:nvPr/>
        </p:nvSpPr>
        <p:spPr>
          <a:xfrm>
            <a:off x="723900" y="1824037"/>
            <a:ext cx="3429000" cy="3143250"/>
          </a:xfrm>
          <a:prstGeom prst="roundRect">
            <a:avLst>
              <a:gd name="adj" fmla="val 4902"/>
            </a:avLst>
          </a:prstGeom>
          <a:solidFill>
            <a:srgbClr val="EEE7E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FFB14B-D190-377A-9ED4-B7B708E4D8B5}"/>
              </a:ext>
            </a:extLst>
          </p:cNvPr>
          <p:cNvSpPr txBox="1"/>
          <p:nvPr/>
        </p:nvSpPr>
        <p:spPr>
          <a:xfrm>
            <a:off x="902494" y="2012779"/>
            <a:ext cx="3071812" cy="2832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711200">
              <a:lnSpc>
                <a:spcPct val="125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1600" b="1"/>
              <a:t>SUCCESSOR-1* </a:t>
            </a:r>
            <a:r>
              <a:rPr lang="en-IN" sz="1600"/>
              <a:t>compares </a:t>
            </a:r>
            <a:r>
              <a:rPr lang="en-IN" sz="1600" err="1"/>
              <a:t>MeziVd</a:t>
            </a:r>
            <a:r>
              <a:rPr lang="en-IN" sz="1600"/>
              <a:t> vs </a:t>
            </a:r>
            <a:r>
              <a:rPr lang="en-IN" sz="1600" err="1"/>
              <a:t>PVd</a:t>
            </a:r>
            <a:r>
              <a:rPr lang="en-IN" sz="1600"/>
              <a:t> in early RRMM (1–3 prior lines), enrolling lenalidomide-exposed, pomalidomide-naïve, and bortezomib-non-refractory patients; PFS is the primary endpoint (OS key secondary endpoint).</a:t>
            </a:r>
            <a:endParaRPr lang="en-IN" sz="1600" kern="1200">
              <a:latin typeface="Arial" panose="020B0604020202020204"/>
              <a:ea typeface="+mn-ea"/>
              <a:cs typeface="Arial" panose="020B0604020202020204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6008B5-11C2-F463-EC65-6782AACD20C9}"/>
              </a:ext>
            </a:extLst>
          </p:cNvPr>
          <p:cNvSpPr/>
          <p:nvPr/>
        </p:nvSpPr>
        <p:spPr>
          <a:xfrm>
            <a:off x="4381500" y="1824037"/>
            <a:ext cx="3429000" cy="3143250"/>
          </a:xfrm>
          <a:prstGeom prst="roundRect">
            <a:avLst>
              <a:gd name="adj" fmla="val 4902"/>
            </a:avLst>
          </a:prstGeom>
          <a:solidFill>
            <a:srgbClr val="F5D2F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E2B318-F696-DAAF-6525-0505B49FE4F8}"/>
              </a:ext>
            </a:extLst>
          </p:cNvPr>
          <p:cNvSpPr txBox="1"/>
          <p:nvPr/>
        </p:nvSpPr>
        <p:spPr>
          <a:xfrm>
            <a:off x="4362448" y="1979441"/>
            <a:ext cx="3428999" cy="2524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711200">
              <a:lnSpc>
                <a:spcPct val="125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1600" b="1"/>
              <a:t>SUCCESSOR-2 </a:t>
            </a:r>
            <a:r>
              <a:rPr lang="en-IN" sz="1600"/>
              <a:t>(CA057-008) evaluates </a:t>
            </a:r>
            <a:r>
              <a:rPr lang="en-IN" sz="1600" err="1"/>
              <a:t>MeziKd</a:t>
            </a:r>
            <a:r>
              <a:rPr lang="en-IN" sz="1600"/>
              <a:t> vs </a:t>
            </a:r>
            <a:r>
              <a:rPr lang="en-IN" sz="1600" err="1"/>
              <a:t>Kd</a:t>
            </a:r>
            <a:r>
              <a:rPr lang="en-IN" sz="1600"/>
              <a:t> in RRMM after ≥1 prior line, enrolling ~606 patients with prior lenalidomide and anti-CD38 exposure (excluding prior </a:t>
            </a:r>
            <a:r>
              <a:rPr lang="en-IN" sz="1600" err="1"/>
              <a:t>mezigdomide</a:t>
            </a:r>
            <a:r>
              <a:rPr lang="en-IN" sz="1600"/>
              <a:t>/carfilzomib); PFS is the primary endpoint and OS the key secondary endpoint.</a:t>
            </a:r>
            <a:endParaRPr lang="en-US" sz="1600" kern="1200">
              <a:latin typeface="Arial" panose="020B0604020202020204"/>
              <a:ea typeface="+mn-ea"/>
              <a:cs typeface="Arial" panose="020B0604020202020204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62837FB-CF2B-4BC0-B242-58AE1279CAC8}"/>
              </a:ext>
            </a:extLst>
          </p:cNvPr>
          <p:cNvSpPr/>
          <p:nvPr/>
        </p:nvSpPr>
        <p:spPr>
          <a:xfrm>
            <a:off x="8544391" y="2172900"/>
            <a:ext cx="2923707" cy="2512199"/>
          </a:xfrm>
          <a:prstGeom prst="roundRect">
            <a:avLst>
              <a:gd name="adj" fmla="val 4902"/>
            </a:avLst>
          </a:prstGeom>
          <a:solidFill>
            <a:srgbClr val="EEE7E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3CE492-8E5F-6902-738B-96D48820F8D5}"/>
              </a:ext>
            </a:extLst>
          </p:cNvPr>
          <p:cNvSpPr txBox="1"/>
          <p:nvPr/>
        </p:nvSpPr>
        <p:spPr>
          <a:xfrm>
            <a:off x="8694604" y="2521321"/>
            <a:ext cx="2623280" cy="19165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algn="ctr" defTabSz="711200">
              <a:lnSpc>
                <a:spcPct val="125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1200"/>
              <a:t>In </a:t>
            </a:r>
            <a:r>
              <a:rPr lang="en-IN" sz="1200" b="1"/>
              <a:t>SUCCESSOR-2</a:t>
            </a:r>
            <a:r>
              <a:rPr lang="en-IN" sz="1200"/>
              <a:t>, patients had a median of 2 prior lines across 26 countries; 52.4% remained on </a:t>
            </a:r>
            <a:r>
              <a:rPr lang="en-IN" sz="1200" err="1"/>
              <a:t>MeziKd</a:t>
            </a:r>
            <a:r>
              <a:rPr lang="en-IN" sz="1200"/>
              <a:t> versus 31.4% on </a:t>
            </a:r>
            <a:r>
              <a:rPr lang="en-IN" sz="1200" err="1"/>
              <a:t>Kd</a:t>
            </a:r>
            <a:r>
              <a:rPr lang="en-IN" sz="1200"/>
              <a:t>, with lower discontinuation due to disease progression (29.5% vs 48.7%) and comparable median follow-up (10.5–10.8 months).</a:t>
            </a:r>
            <a:endParaRPr lang="en-US" sz="1200" kern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8B857-8B53-E32C-48E2-C5600AEE2405}"/>
              </a:ext>
            </a:extLst>
          </p:cNvPr>
          <p:cNvSpPr txBox="1"/>
          <p:nvPr/>
        </p:nvSpPr>
        <p:spPr>
          <a:xfrm>
            <a:off x="230257" y="5881457"/>
            <a:ext cx="11693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Anti-CD38: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anti-CD38 monoclonal antibody;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Kd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IN" sz="800"/>
              <a:t>carfilzomib and dexamethasone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MeziKd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IN" sz="800" err="1"/>
              <a:t>mezigdomide</a:t>
            </a:r>
            <a:r>
              <a:rPr lang="en-IN" sz="800"/>
              <a:t>, carfilzomib, and dexamethasone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MeziVd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IN" sz="800" err="1"/>
              <a:t>mezigdomide</a:t>
            </a:r>
            <a:r>
              <a:rPr lang="en-IN" sz="800"/>
              <a:t>, bortezomib, and dexamethasone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OS: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overall survival;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PFS: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progression-free survival;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PVd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IN" sz="800"/>
              <a:t>pomalidomide, bortezomib, and dexamethasone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RRMM: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relapsed/refractory multiple myeloma.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/>
              <a:t>Richardson PG et al. J Clin Oncol. 2026;44(17_suppl).</a:t>
            </a: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7BE41-F2CD-D0D3-A139-96615D83DE56}"/>
              </a:ext>
            </a:extLst>
          </p:cNvPr>
          <p:cNvSpPr txBox="1"/>
          <p:nvPr/>
        </p:nvSpPr>
        <p:spPr>
          <a:xfrm>
            <a:off x="230257" y="5587553"/>
            <a:ext cx="60937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/>
              <a:t>*Results are expected to read out in </a:t>
            </a:r>
            <a:r>
              <a:rPr lang="en-IN" sz="800" b="1" u="none" strike="noStrike">
                <a:effectLst/>
              </a:rPr>
              <a:t>2027</a:t>
            </a:r>
            <a:endParaRPr lang="en-IN" sz="80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709E65-1DB0-ADB1-8829-F32203C31CD7}"/>
              </a:ext>
            </a:extLst>
          </p:cNvPr>
          <p:cNvCxnSpPr/>
          <p:nvPr/>
        </p:nvCxnSpPr>
        <p:spPr>
          <a:xfrm>
            <a:off x="7989757" y="3391913"/>
            <a:ext cx="359764" cy="0"/>
          </a:xfrm>
          <a:prstGeom prst="straightConnector1">
            <a:avLst/>
          </a:prstGeom>
          <a:ln w="12700" cap="sq">
            <a:solidFill>
              <a:srgbClr val="BE2BB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1391649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26C2D-ACC5-16C2-DC85-28D1C1A05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155124B-E1D0-09CE-2E5C-023F4C1581BF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SUCCESSOR-2: Progression-free survival (</a:t>
            </a:r>
            <a:r>
              <a:rPr lang="en-US" sz="2800" err="1">
                <a:solidFill>
                  <a:srgbClr val="BE2BBB"/>
                </a:solidFill>
              </a:rPr>
              <a:t>MeziKd</a:t>
            </a:r>
            <a:r>
              <a:rPr lang="en-US" sz="2800">
                <a:solidFill>
                  <a:srgbClr val="BE2BBB"/>
                </a:solidFill>
              </a:rPr>
              <a:t> vs </a:t>
            </a:r>
            <a:r>
              <a:rPr lang="en-US" sz="2800" err="1">
                <a:solidFill>
                  <a:srgbClr val="BE2BBB"/>
                </a:solidFill>
              </a:rPr>
              <a:t>Kd</a:t>
            </a:r>
            <a:r>
              <a:rPr lang="en-US" sz="2800">
                <a:solidFill>
                  <a:srgbClr val="BE2BBB"/>
                </a:solidFill>
              </a:rPr>
              <a:t>)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DF49331-57A2-5C06-98B5-E9FAA49067BC}"/>
              </a:ext>
            </a:extLst>
          </p:cNvPr>
          <p:cNvSpPr txBox="1">
            <a:spLocks/>
          </p:cNvSpPr>
          <p:nvPr/>
        </p:nvSpPr>
        <p:spPr>
          <a:xfrm>
            <a:off x="11506199" y="6442529"/>
            <a:ext cx="439099" cy="2154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43</a:t>
            </a:fld>
            <a:endParaRPr lang="en-US" sz="10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997CDD-D732-E107-D903-4DC3FA216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51" y="996764"/>
            <a:ext cx="10551962" cy="48644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C04A2E-FC8D-A2DB-530E-DBB4123B83ED}"/>
              </a:ext>
            </a:extLst>
          </p:cNvPr>
          <p:cNvSpPr txBox="1"/>
          <p:nvPr/>
        </p:nvSpPr>
        <p:spPr>
          <a:xfrm>
            <a:off x="251919" y="6080003"/>
            <a:ext cx="11693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CI: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confidence interval;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HR: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hazard ratio;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Kd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carfilzomib and dexamethasone;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MeziKd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mezigdomide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carfilzomib and dexamethasone;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PFS: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progression-free survival.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/>
              <a:t>Richardson PG et al. J Clin Oncol. 2026;44(17_suppl).</a:t>
            </a:r>
            <a:endParaRPr lang="en-US" altLang="en-US" sz="80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658813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B1EFD-062C-E87A-E71B-E656283A2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CD247BD-69B5-72FA-E91A-83BE3743817A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SUCCESSOR-2: </a:t>
            </a:r>
            <a:r>
              <a:rPr lang="en-US" sz="2800" err="1">
                <a:solidFill>
                  <a:srgbClr val="BE2BBB"/>
                </a:solidFill>
              </a:rPr>
              <a:t>MeziKd</a:t>
            </a:r>
            <a:r>
              <a:rPr lang="en-US" sz="2800">
                <a:solidFill>
                  <a:srgbClr val="BE2BBB"/>
                </a:solidFill>
              </a:rPr>
              <a:t> efficacy and safety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24C0578-AA0E-1BFB-7C1A-AC828FCA7378}"/>
              </a:ext>
            </a:extLst>
          </p:cNvPr>
          <p:cNvSpPr txBox="1">
            <a:spLocks/>
          </p:cNvSpPr>
          <p:nvPr/>
        </p:nvSpPr>
        <p:spPr>
          <a:xfrm>
            <a:off x="11506200" y="6361497"/>
            <a:ext cx="436490" cy="29647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44</a:t>
            </a:fld>
            <a:endParaRPr lang="en-US" sz="1000" b="1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E7B1EF-094C-0E5E-9C5E-559EECF8A5F7}"/>
              </a:ext>
            </a:extLst>
          </p:cNvPr>
          <p:cNvSpPr/>
          <p:nvPr/>
        </p:nvSpPr>
        <p:spPr>
          <a:xfrm>
            <a:off x="565863" y="1772518"/>
            <a:ext cx="2559774" cy="344405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Arial" charset="0"/>
                <a:cs typeface="Arial" panose="020B0604020202020204" pitchFamily="34" charset="0"/>
              </a:rPr>
              <a:t>MeziKd</a:t>
            </a: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Arial" charset="0"/>
                <a:cs typeface="Arial" panose="020B0604020202020204" pitchFamily="34" charset="0"/>
              </a:rPr>
              <a:t> more than doubled median PFS versus </a:t>
            </a:r>
            <a:r>
              <a:rPr kumimoji="0" lang="en-US" sz="1600" i="0" u="none" strike="noStrike" kern="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Arial" charset="0"/>
                <a:cs typeface="Arial" panose="020B0604020202020204" pitchFamily="34" charset="0"/>
              </a:rPr>
              <a:t>Kd</a:t>
            </a: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Arial" charset="0"/>
                <a:cs typeface="Arial" panose="020B0604020202020204" pitchFamily="34" charset="0"/>
              </a:rPr>
              <a:t>, with benefit observed across key subgroups, including patients ≥75 years (HR 0.52), lenalidomide-/anti-CD38-refractory disease (HR 0.47), and extraosseous EMD (HR 0.33)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9033A7-0574-FC7B-CB68-17BD274444C7}"/>
              </a:ext>
            </a:extLst>
          </p:cNvPr>
          <p:cNvSpPr/>
          <p:nvPr/>
        </p:nvSpPr>
        <p:spPr>
          <a:xfrm>
            <a:off x="3461398" y="1772518"/>
            <a:ext cx="2559774" cy="3444059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en-IN" sz="1600">
                <a:solidFill>
                  <a:schemeClr val="tx1"/>
                </a:solidFill>
              </a:rPr>
              <a:t>PFS2 was 23.6 vs 13.0 months (HR 0.53); fewer patients received subsequent antimyeloma therapy (24.0% vs 49.7%), including </a:t>
            </a:r>
            <a:r>
              <a:rPr lang="en-IN" sz="1600" err="1">
                <a:solidFill>
                  <a:schemeClr val="tx1"/>
                </a:solidFill>
              </a:rPr>
              <a:t>BsAbs</a:t>
            </a:r>
            <a:r>
              <a:rPr lang="en-IN" sz="1600">
                <a:solidFill>
                  <a:schemeClr val="tx1"/>
                </a:solidFill>
              </a:rPr>
              <a:t> (10.4% vs 44.2%) and pomalidomide (5.6% vs 36.8%)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313A57-41A2-4C08-3617-1F58D02969CE}"/>
              </a:ext>
            </a:extLst>
          </p:cNvPr>
          <p:cNvSpPr/>
          <p:nvPr/>
        </p:nvSpPr>
        <p:spPr>
          <a:xfrm>
            <a:off x="6311963" y="1772518"/>
            <a:ext cx="2559774" cy="3444059"/>
          </a:xfrm>
          <a:prstGeom prst="roundRect">
            <a:avLst/>
          </a:prstGeom>
          <a:solidFill>
            <a:srgbClr val="F5D2F4"/>
          </a:solidFill>
          <a:ln>
            <a:solidFill>
              <a:schemeClr val="accent1"/>
            </a:solidFill>
          </a:ln>
          <a:effectLst/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en-US" sz="1600">
                <a:solidFill>
                  <a:schemeClr val="tx1"/>
                </a:solidFill>
              </a:rPr>
              <a:t>ORR was 80.2% with </a:t>
            </a:r>
            <a:r>
              <a:rPr lang="en-US" sz="1600" err="1">
                <a:solidFill>
                  <a:schemeClr val="tx1"/>
                </a:solidFill>
              </a:rPr>
              <a:t>MeziKd</a:t>
            </a:r>
            <a:r>
              <a:rPr lang="en-US" sz="1600">
                <a:solidFill>
                  <a:schemeClr val="tx1"/>
                </a:solidFill>
              </a:rPr>
              <a:t> vs 53.4% with </a:t>
            </a:r>
            <a:r>
              <a:rPr lang="en-US" sz="1600" err="1">
                <a:solidFill>
                  <a:schemeClr val="tx1"/>
                </a:solidFill>
              </a:rPr>
              <a:t>Kd</a:t>
            </a:r>
            <a:r>
              <a:rPr lang="en-US" sz="1600">
                <a:solidFill>
                  <a:schemeClr val="tx1"/>
                </a:solidFill>
              </a:rPr>
              <a:t>; OS showed HR 0.79 at a median follow-up of 10.6 months</a:t>
            </a:r>
            <a:endParaRPr lang="en-IN" sz="160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C6D343E-1485-321B-A72C-EFAAC39EC9B2}"/>
              </a:ext>
            </a:extLst>
          </p:cNvPr>
          <p:cNvSpPr/>
          <p:nvPr/>
        </p:nvSpPr>
        <p:spPr>
          <a:xfrm>
            <a:off x="9106446" y="1772518"/>
            <a:ext cx="2559774" cy="3444059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  <a:effectLst/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en-US" sz="1600">
                <a:solidFill>
                  <a:schemeClr val="tx1"/>
                </a:solidFill>
              </a:rPr>
              <a:t>Grade 3/4 AEs were more frequent with </a:t>
            </a:r>
            <a:r>
              <a:rPr lang="en-US" sz="1600" err="1">
                <a:solidFill>
                  <a:schemeClr val="tx1"/>
                </a:solidFill>
              </a:rPr>
              <a:t>MeziKd</a:t>
            </a:r>
            <a:r>
              <a:rPr lang="en-US" sz="1600">
                <a:solidFill>
                  <a:schemeClr val="tx1"/>
                </a:solidFill>
              </a:rPr>
              <a:t> (83.7% vs 56.5%), mainly neutropenia (61.1% vs 9.1%), thrombocytopenia (39.2% vs 22.6%), and anemia (26.0% vs 15.1%)</a:t>
            </a:r>
            <a:endParaRPr lang="en-IN" sz="16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2D422-9322-3C6A-C92F-9E60E5B12232}"/>
              </a:ext>
            </a:extLst>
          </p:cNvPr>
          <p:cNvSpPr txBox="1"/>
          <p:nvPr/>
        </p:nvSpPr>
        <p:spPr>
          <a:xfrm>
            <a:off x="249310" y="5924961"/>
            <a:ext cx="116933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AEs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Adverse events;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Anti-CD38: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anti-CD38 monoclonal antibody;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BsAbs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bispecific antibodies;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CI: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confidence interval;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EMD: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extramedullary disease;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HR: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hazard ratio;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Kd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Carfilzomib and dexamethasone; </a:t>
            </a:r>
            <a:r>
              <a:rPr kumimoji="0" lang="en-US" altLang="en-US" sz="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MeziKd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Mezigdomide</a:t>
            </a:r>
            <a:r>
              <a:rPr lang="en-US" altLang="en-US" sz="800"/>
              <a:t>,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carfilzomib, and dexamethasone;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ORR: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overall response rate;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OS: 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overall survival;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PFS: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progression-free survival; 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PFS2:</a:t>
            </a:r>
            <a:r>
              <a:rPr kumimoji="0" lang="en-US" altLang="en-US" sz="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progression-free survival after next line of therapy.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800"/>
              <a:t>Richardson PG et al. J Clin Oncol. 2026;44(17_suppl).</a:t>
            </a:r>
            <a:endParaRPr lang="en-US" altLang="en-US" sz="80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643099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F26A8-ED88-7381-D156-CF8040D14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8882-2CF3-636B-E09F-1B44630F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135" y="2057400"/>
            <a:ext cx="8943767" cy="2743200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z="4400" b="1">
                <a:solidFill>
                  <a:srgbClr val="BE2BBB"/>
                </a:solidFill>
              </a:rPr>
              <a:t>Discussion 2: </a:t>
            </a:r>
            <a:br>
              <a:rPr lang="en-US" sz="4400" b="1">
                <a:solidFill>
                  <a:srgbClr val="BE2BBB"/>
                </a:solidFill>
              </a:rPr>
            </a:br>
            <a:r>
              <a:rPr lang="en-US" sz="4400" b="1">
                <a:solidFill>
                  <a:srgbClr val="BE2BBB"/>
                </a:solidFill>
              </a:rPr>
              <a:t>Perspectives on </a:t>
            </a:r>
            <a:r>
              <a:rPr lang="en-US" sz="4400" b="1" err="1">
                <a:solidFill>
                  <a:srgbClr val="BE2BBB"/>
                </a:solidFill>
              </a:rPr>
              <a:t>CELMoDs</a:t>
            </a:r>
            <a:endParaRPr lang="en-US" sz="4400">
              <a:solidFill>
                <a:srgbClr val="BE2BBB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E2E4AB-14AC-722E-918F-3003B19FA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3B8F07-BB35-4277-8214-4ED7E770A354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674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C5D5D-1D50-2D5C-5988-05A70FC97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619E-60D0-BC5E-E160-09F200EDB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1742607"/>
            <a:ext cx="11461115" cy="2743200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/>
            <a:r>
              <a:rPr lang="en-IN" sz="2800" b="1">
                <a:solidFill>
                  <a:srgbClr val="BB13B8"/>
                </a:solidFill>
              </a:rPr>
              <a:t>How should the efficacy and safety of </a:t>
            </a:r>
            <a:r>
              <a:rPr lang="en-IN" sz="2800" b="1" err="1">
                <a:solidFill>
                  <a:srgbClr val="BB13B8"/>
                </a:solidFill>
              </a:rPr>
              <a:t>IberDd</a:t>
            </a:r>
            <a:r>
              <a:rPr lang="en-IN" sz="2800" b="1">
                <a:solidFill>
                  <a:srgbClr val="BB13B8"/>
                </a:solidFill>
              </a:rPr>
              <a:t> be interpreted compared with currently available second- and third-line treatment options?</a:t>
            </a:r>
            <a:endParaRPr lang="en-US" sz="2800" b="1">
              <a:solidFill>
                <a:srgbClr val="BB13B8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E9A17B-1207-41DF-9DD5-2E536C8AE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3B8F07-BB35-4277-8214-4ED7E770A354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940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133A0F7-2D53-3006-F98F-252075B13BB6}"/>
              </a:ext>
            </a:extLst>
          </p:cNvPr>
          <p:cNvSpPr/>
          <p:nvPr/>
        </p:nvSpPr>
        <p:spPr>
          <a:xfrm>
            <a:off x="280999" y="919263"/>
            <a:ext cx="11532376" cy="4933523"/>
          </a:xfrm>
          <a:prstGeom prst="roundRect">
            <a:avLst/>
          </a:prstGeom>
          <a:solidFill>
            <a:srgbClr val="FFF0FF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IN" sz="200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D390B4E-9B1D-EFD0-BBB1-7495D94D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429375"/>
            <a:ext cx="320040" cy="2286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595454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95454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2A7902-6D07-CA00-8BA9-C1702791EBE3}"/>
              </a:ext>
            </a:extLst>
          </p:cNvPr>
          <p:cNvSpPr txBox="1"/>
          <p:nvPr/>
        </p:nvSpPr>
        <p:spPr>
          <a:xfrm>
            <a:off x="8518950" y="3979648"/>
            <a:ext cx="3156767" cy="10222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en-IN" sz="1400">
                <a:solidFill>
                  <a:srgbClr val="595454">
                    <a:hueOff val="0"/>
                    <a:satOff val="0"/>
                    <a:lumOff val="0"/>
                    <a:alphaOff val="0"/>
                  </a:srgbClr>
                </a:solidFill>
              </a:rPr>
              <a:t>Follow-up and comparative data are needed to define its positioning versus </a:t>
            </a:r>
            <a:r>
              <a:rPr lang="en-IN" sz="1400" err="1">
                <a:solidFill>
                  <a:srgbClr val="595454">
                    <a:hueOff val="0"/>
                    <a:satOff val="0"/>
                    <a:lumOff val="0"/>
                    <a:alphaOff val="0"/>
                  </a:srgbClr>
                </a:solidFill>
              </a:rPr>
              <a:t>belantamab</a:t>
            </a:r>
            <a:r>
              <a:rPr lang="en-IN" sz="1400">
                <a:solidFill>
                  <a:srgbClr val="595454">
                    <a:hueOff val="0"/>
                    <a:satOff val="0"/>
                    <a:lumOff val="0"/>
                    <a:alphaOff val="0"/>
                  </a:srgbClr>
                </a:solidFill>
              </a:rPr>
              <a:t>-based therapies</a:t>
            </a:r>
            <a:endParaRPr lang="en-US" sz="1400">
              <a:solidFill>
                <a:srgbClr val="595454">
                  <a:hueOff val="0"/>
                  <a:satOff val="0"/>
                  <a:lumOff val="0"/>
                  <a:alphaOff val="0"/>
                </a:srgb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E7986F-34F8-ABA1-ED7B-E5E95A9D4AD8}"/>
              </a:ext>
            </a:extLst>
          </p:cNvPr>
          <p:cNvSpPr txBox="1"/>
          <p:nvPr/>
        </p:nvSpPr>
        <p:spPr>
          <a:xfrm>
            <a:off x="1135453" y="1675771"/>
            <a:ext cx="3150440" cy="13454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400">
                <a:solidFill>
                  <a:srgbClr val="595454">
                    <a:hueOff val="0"/>
                    <a:satOff val="0"/>
                    <a:lumOff val="0"/>
                    <a:alphaOff val="0"/>
                  </a:srgbClr>
                </a:solidFill>
              </a:rPr>
              <a:t>Demonstrate manageable </a:t>
            </a:r>
            <a:r>
              <a:rPr lang="en-IN" sz="1400" err="1">
                <a:solidFill>
                  <a:srgbClr val="595454">
                    <a:hueOff val="0"/>
                    <a:satOff val="0"/>
                    <a:lumOff val="0"/>
                    <a:alphaOff val="0"/>
                  </a:srgbClr>
                </a:solidFill>
              </a:rPr>
              <a:t>hematological</a:t>
            </a:r>
            <a:r>
              <a:rPr lang="en-IN" sz="1400">
                <a:solidFill>
                  <a:srgbClr val="595454">
                    <a:hueOff val="0"/>
                    <a:satOff val="0"/>
                    <a:lumOff val="0"/>
                    <a:alphaOff val="0"/>
                  </a:srgbClr>
                </a:solidFill>
              </a:rPr>
              <a:t> toxicity with favorable neurological and gastrointestinal tolerability</a:t>
            </a:r>
            <a:endParaRPr lang="en-US" sz="1400">
              <a:solidFill>
                <a:srgbClr val="595454">
                  <a:hueOff val="0"/>
                  <a:satOff val="0"/>
                  <a:lumOff val="0"/>
                  <a:alphaOff val="0"/>
                </a:srgb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0866B8-EC98-374D-22E7-A78F8FA6B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75" y="194891"/>
            <a:ext cx="10530840" cy="583567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>
                <a:solidFill>
                  <a:srgbClr val="BE2BBB"/>
                </a:solidFill>
              </a:rPr>
              <a:t>Views on efficacy and safety of </a:t>
            </a:r>
            <a:r>
              <a:rPr lang="en-IN" sz="2800" err="1">
                <a:solidFill>
                  <a:srgbClr val="BE2BBB"/>
                </a:solidFill>
              </a:rPr>
              <a:t>IberDd</a:t>
            </a:r>
            <a:r>
              <a:rPr lang="en-US" sz="2800">
                <a:solidFill>
                  <a:srgbClr val="BE2BBB"/>
                </a:solidFill>
              </a:rPr>
              <a:t> </a:t>
            </a:r>
            <a:endParaRPr lang="en-IN" sz="2800">
              <a:solidFill>
                <a:srgbClr val="BE2BBB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EF8E106-29FB-C448-ECF7-6BE1EE3D7EA0}"/>
              </a:ext>
            </a:extLst>
          </p:cNvPr>
          <p:cNvGrpSpPr/>
          <p:nvPr/>
        </p:nvGrpSpPr>
        <p:grpSpPr>
          <a:xfrm flipH="1" flipV="1">
            <a:off x="7273233" y="4318401"/>
            <a:ext cx="1108059" cy="260451"/>
            <a:chOff x="2220087" y="1905000"/>
            <a:chExt cx="1603381" cy="260451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777F9D4-EAEB-6604-F241-06D7AEC67A98}"/>
                </a:ext>
              </a:extLst>
            </p:cNvPr>
            <p:cNvCxnSpPr/>
            <p:nvPr/>
          </p:nvCxnSpPr>
          <p:spPr>
            <a:xfrm>
              <a:off x="2220087" y="1905000"/>
              <a:ext cx="13716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B25922-F508-836F-DBEF-88CB5B5B6AEC}"/>
                </a:ext>
              </a:extLst>
            </p:cNvPr>
            <p:cNvCxnSpPr>
              <a:cxnSpLocks/>
            </p:cNvCxnSpPr>
            <p:nvPr/>
          </p:nvCxnSpPr>
          <p:spPr>
            <a:xfrm>
              <a:off x="3579811" y="1905000"/>
              <a:ext cx="243657" cy="2604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C581888-79F7-38E1-CA77-B890F93981E4}"/>
              </a:ext>
            </a:extLst>
          </p:cNvPr>
          <p:cNvGrpSpPr/>
          <p:nvPr/>
        </p:nvGrpSpPr>
        <p:grpSpPr>
          <a:xfrm rot="10800000" flipV="1">
            <a:off x="7363730" y="2429048"/>
            <a:ext cx="986353" cy="260451"/>
            <a:chOff x="2220086" y="1905000"/>
            <a:chExt cx="1603382" cy="260451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2EE8D8A-703F-4576-E1D9-FEAC07EEA5A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220086" y="1905000"/>
              <a:ext cx="135972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8815A59-CFF3-0046-AA7E-90FDAE5E9CF8}"/>
                </a:ext>
              </a:extLst>
            </p:cNvPr>
            <p:cNvCxnSpPr>
              <a:cxnSpLocks/>
            </p:cNvCxnSpPr>
            <p:nvPr/>
          </p:nvCxnSpPr>
          <p:spPr>
            <a:xfrm>
              <a:off x="3579811" y="1905000"/>
              <a:ext cx="243657" cy="2604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1DB722D-290C-9247-4890-7F2170F4EF59}"/>
              </a:ext>
            </a:extLst>
          </p:cNvPr>
          <p:cNvGrpSpPr/>
          <p:nvPr/>
        </p:nvGrpSpPr>
        <p:grpSpPr>
          <a:xfrm flipV="1">
            <a:off x="3695556" y="4494864"/>
            <a:ext cx="1216005" cy="260451"/>
            <a:chOff x="2220087" y="1905000"/>
            <a:chExt cx="1603381" cy="260451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9EA3E67-6241-892B-0264-C6E635567002}"/>
                </a:ext>
              </a:extLst>
            </p:cNvPr>
            <p:cNvCxnSpPr/>
            <p:nvPr/>
          </p:nvCxnSpPr>
          <p:spPr>
            <a:xfrm>
              <a:off x="2220087" y="1905000"/>
              <a:ext cx="137160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BB157DA-1A35-4F39-A58F-B3A56B0DAC31}"/>
                </a:ext>
              </a:extLst>
            </p:cNvPr>
            <p:cNvCxnSpPr>
              <a:cxnSpLocks/>
            </p:cNvCxnSpPr>
            <p:nvPr/>
          </p:nvCxnSpPr>
          <p:spPr>
            <a:xfrm>
              <a:off x="3579811" y="1905000"/>
              <a:ext cx="243657" cy="2604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CE6F96-C49C-B7D9-82E4-3B20CFFC77A3}"/>
              </a:ext>
            </a:extLst>
          </p:cNvPr>
          <p:cNvGrpSpPr/>
          <p:nvPr/>
        </p:nvGrpSpPr>
        <p:grpSpPr>
          <a:xfrm rot="10800000" flipH="1" flipV="1">
            <a:off x="3742965" y="2379583"/>
            <a:ext cx="1082442" cy="260451"/>
            <a:chOff x="2220086" y="1905000"/>
            <a:chExt cx="1603382" cy="260451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0457A91-1941-1939-A45A-C920502F2541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2220086" y="1905000"/>
              <a:ext cx="135972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A14D4AF-669D-9A1C-C462-062F94DB480D}"/>
                </a:ext>
              </a:extLst>
            </p:cNvPr>
            <p:cNvCxnSpPr>
              <a:cxnSpLocks/>
            </p:cNvCxnSpPr>
            <p:nvPr/>
          </p:nvCxnSpPr>
          <p:spPr>
            <a:xfrm>
              <a:off x="3579811" y="1905000"/>
              <a:ext cx="243657" cy="2604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Oval 9">
            <a:extLst>
              <a:ext uri="{FF2B5EF4-FFF2-40B4-BE49-F238E27FC236}">
                <a16:creationId xmlns:a16="http://schemas.microsoft.com/office/drawing/2014/main" id="{C38CE9A9-8ABC-589A-96E5-0D3A54538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594" y="3839903"/>
            <a:ext cx="1051188" cy="1052141"/>
          </a:xfrm>
          <a:prstGeom prst="ellipse">
            <a:avLst/>
          </a:prstGeom>
          <a:solidFill>
            <a:srgbClr val="FDE8FB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5" name="Oval 10">
            <a:extLst>
              <a:ext uri="{FF2B5EF4-FFF2-40B4-BE49-F238E27FC236}">
                <a16:creationId xmlns:a16="http://schemas.microsoft.com/office/drawing/2014/main" id="{02703B8B-46E1-F935-495E-BE95794E0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253" y="3839904"/>
            <a:ext cx="1050235" cy="1052141"/>
          </a:xfrm>
          <a:prstGeom prst="ellipse">
            <a:avLst/>
          </a:prstGeom>
          <a:solidFill>
            <a:srgbClr val="FDE8FB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6" name="Freeform 11">
            <a:extLst>
              <a:ext uri="{FF2B5EF4-FFF2-40B4-BE49-F238E27FC236}">
                <a16:creationId xmlns:a16="http://schemas.microsoft.com/office/drawing/2014/main" id="{B78CB76D-D6C6-A40B-08D1-7C49989E8D2D}"/>
              </a:ext>
            </a:extLst>
          </p:cNvPr>
          <p:cNvSpPr>
            <a:spLocks/>
          </p:cNvSpPr>
          <p:nvPr/>
        </p:nvSpPr>
        <p:spPr bwMode="auto">
          <a:xfrm>
            <a:off x="5576649" y="2102753"/>
            <a:ext cx="948261" cy="677601"/>
          </a:xfrm>
          <a:custGeom>
            <a:avLst/>
            <a:gdLst>
              <a:gd name="T0" fmla="*/ 1579563 w 492"/>
              <a:gd name="T1" fmla="*/ 0 h 351"/>
              <a:gd name="T2" fmla="*/ 0 w 492"/>
              <a:gd name="T3" fmla="*/ 0 h 351"/>
              <a:gd name="T4" fmla="*/ 179788 w 492"/>
              <a:gd name="T5" fmla="*/ 562748 h 351"/>
              <a:gd name="T6" fmla="*/ 0 w 492"/>
              <a:gd name="T7" fmla="*/ 1125496 h 351"/>
              <a:gd name="T8" fmla="*/ 1579563 w 492"/>
              <a:gd name="T9" fmla="*/ 1128712 h 351"/>
              <a:gd name="T10" fmla="*/ 1399775 w 492"/>
              <a:gd name="T11" fmla="*/ 562748 h 351"/>
              <a:gd name="T12" fmla="*/ 1579563 w 492"/>
              <a:gd name="T13" fmla="*/ 0 h 35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2" h="351">
                <a:moveTo>
                  <a:pt x="492" y="0"/>
                </a:moveTo>
                <a:cubicBezTo>
                  <a:pt x="299" y="96"/>
                  <a:pt x="193" y="96"/>
                  <a:pt x="0" y="0"/>
                </a:cubicBezTo>
                <a:cubicBezTo>
                  <a:pt x="35" y="50"/>
                  <a:pt x="56" y="110"/>
                  <a:pt x="56" y="175"/>
                </a:cubicBezTo>
                <a:cubicBezTo>
                  <a:pt x="56" y="241"/>
                  <a:pt x="35" y="301"/>
                  <a:pt x="0" y="350"/>
                </a:cubicBezTo>
                <a:cubicBezTo>
                  <a:pt x="193" y="255"/>
                  <a:pt x="299" y="255"/>
                  <a:pt x="492" y="351"/>
                </a:cubicBezTo>
                <a:cubicBezTo>
                  <a:pt x="457" y="301"/>
                  <a:pt x="436" y="241"/>
                  <a:pt x="436" y="175"/>
                </a:cubicBezTo>
                <a:cubicBezTo>
                  <a:pt x="436" y="110"/>
                  <a:pt x="457" y="50"/>
                  <a:pt x="492" y="0"/>
                </a:cubicBezTo>
                <a:close/>
              </a:path>
            </a:pathLst>
          </a:custGeom>
          <a:solidFill>
            <a:srgbClr val="BE2BB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7" name="Freeform 12">
            <a:extLst>
              <a:ext uri="{FF2B5EF4-FFF2-40B4-BE49-F238E27FC236}">
                <a16:creationId xmlns:a16="http://schemas.microsoft.com/office/drawing/2014/main" id="{9682CBB7-A0DB-EB65-9D1A-746B2F6323DD}"/>
              </a:ext>
            </a:extLst>
          </p:cNvPr>
          <p:cNvSpPr>
            <a:spLocks/>
          </p:cNvSpPr>
          <p:nvPr/>
        </p:nvSpPr>
        <p:spPr bwMode="auto">
          <a:xfrm>
            <a:off x="5576649" y="4014523"/>
            <a:ext cx="948261" cy="677601"/>
          </a:xfrm>
          <a:custGeom>
            <a:avLst/>
            <a:gdLst>
              <a:gd name="T0" fmla="*/ 1399775 w 492"/>
              <a:gd name="T1" fmla="*/ 565964 h 351"/>
              <a:gd name="T2" fmla="*/ 1579563 w 492"/>
              <a:gd name="T3" fmla="*/ 0 h 351"/>
              <a:gd name="T4" fmla="*/ 0 w 492"/>
              <a:gd name="T5" fmla="*/ 0 h 351"/>
              <a:gd name="T6" fmla="*/ 179788 w 492"/>
              <a:gd name="T7" fmla="*/ 565964 h 351"/>
              <a:gd name="T8" fmla="*/ 0 w 492"/>
              <a:gd name="T9" fmla="*/ 1128712 h 351"/>
              <a:gd name="T10" fmla="*/ 1579563 w 492"/>
              <a:gd name="T11" fmla="*/ 1128712 h 351"/>
              <a:gd name="T12" fmla="*/ 1399775 w 492"/>
              <a:gd name="T13" fmla="*/ 565964 h 35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2" h="351">
                <a:moveTo>
                  <a:pt x="436" y="176"/>
                </a:moveTo>
                <a:cubicBezTo>
                  <a:pt x="436" y="110"/>
                  <a:pt x="457" y="50"/>
                  <a:pt x="492" y="0"/>
                </a:cubicBezTo>
                <a:cubicBezTo>
                  <a:pt x="299" y="96"/>
                  <a:pt x="193" y="96"/>
                  <a:pt x="0" y="0"/>
                </a:cubicBezTo>
                <a:cubicBezTo>
                  <a:pt x="35" y="50"/>
                  <a:pt x="56" y="110"/>
                  <a:pt x="56" y="176"/>
                </a:cubicBezTo>
                <a:cubicBezTo>
                  <a:pt x="56" y="241"/>
                  <a:pt x="35" y="301"/>
                  <a:pt x="0" y="351"/>
                </a:cubicBezTo>
                <a:cubicBezTo>
                  <a:pt x="193" y="255"/>
                  <a:pt x="299" y="255"/>
                  <a:pt x="492" y="351"/>
                </a:cubicBezTo>
                <a:cubicBezTo>
                  <a:pt x="457" y="301"/>
                  <a:pt x="436" y="241"/>
                  <a:pt x="436" y="176"/>
                </a:cubicBezTo>
                <a:close/>
              </a:path>
            </a:pathLst>
          </a:custGeom>
          <a:solidFill>
            <a:srgbClr val="BE2BB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8" name="Freeform 13">
            <a:extLst>
              <a:ext uri="{FF2B5EF4-FFF2-40B4-BE49-F238E27FC236}">
                <a16:creationId xmlns:a16="http://schemas.microsoft.com/office/drawing/2014/main" id="{AB5FA0EF-C5C6-DBD5-EDF0-278E74B40204}"/>
              </a:ext>
            </a:extLst>
          </p:cNvPr>
          <p:cNvSpPr>
            <a:spLocks/>
          </p:cNvSpPr>
          <p:nvPr/>
        </p:nvSpPr>
        <p:spPr bwMode="auto">
          <a:xfrm>
            <a:off x="4757047" y="2922355"/>
            <a:ext cx="676648" cy="950166"/>
          </a:xfrm>
          <a:custGeom>
            <a:avLst/>
            <a:gdLst>
              <a:gd name="T0" fmla="*/ 0 w 351"/>
              <a:gd name="T1" fmla="*/ 1582737 h 492"/>
              <a:gd name="T2" fmla="*/ 561957 w 351"/>
              <a:gd name="T3" fmla="*/ 1402588 h 492"/>
              <a:gd name="T4" fmla="*/ 1127125 w 351"/>
              <a:gd name="T5" fmla="*/ 1582737 h 492"/>
              <a:gd name="T6" fmla="*/ 1127125 w 351"/>
              <a:gd name="T7" fmla="*/ 0 h 492"/>
              <a:gd name="T8" fmla="*/ 561957 w 351"/>
              <a:gd name="T9" fmla="*/ 180149 h 492"/>
              <a:gd name="T10" fmla="*/ 0 w 351"/>
              <a:gd name="T11" fmla="*/ 0 h 492"/>
              <a:gd name="T12" fmla="*/ 0 w 351"/>
              <a:gd name="T13" fmla="*/ 1582737 h 4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51" h="492">
                <a:moveTo>
                  <a:pt x="0" y="492"/>
                </a:moveTo>
                <a:cubicBezTo>
                  <a:pt x="50" y="457"/>
                  <a:pt x="110" y="436"/>
                  <a:pt x="175" y="436"/>
                </a:cubicBezTo>
                <a:cubicBezTo>
                  <a:pt x="241" y="436"/>
                  <a:pt x="301" y="457"/>
                  <a:pt x="351" y="492"/>
                </a:cubicBezTo>
                <a:cubicBezTo>
                  <a:pt x="255" y="299"/>
                  <a:pt x="255" y="193"/>
                  <a:pt x="351" y="0"/>
                </a:cubicBezTo>
                <a:cubicBezTo>
                  <a:pt x="301" y="35"/>
                  <a:pt x="241" y="56"/>
                  <a:pt x="175" y="56"/>
                </a:cubicBezTo>
                <a:cubicBezTo>
                  <a:pt x="110" y="56"/>
                  <a:pt x="50" y="35"/>
                  <a:pt x="0" y="0"/>
                </a:cubicBezTo>
                <a:cubicBezTo>
                  <a:pt x="96" y="193"/>
                  <a:pt x="96" y="299"/>
                  <a:pt x="0" y="492"/>
                </a:cubicBezTo>
                <a:close/>
              </a:path>
            </a:pathLst>
          </a:custGeom>
          <a:solidFill>
            <a:srgbClr val="BE2BB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9" name="Freeform 14">
            <a:extLst>
              <a:ext uri="{FF2B5EF4-FFF2-40B4-BE49-F238E27FC236}">
                <a16:creationId xmlns:a16="http://schemas.microsoft.com/office/drawing/2014/main" id="{EF61C8FA-F5A1-86AB-9181-9ECFE35BF920}"/>
              </a:ext>
            </a:extLst>
          </p:cNvPr>
          <p:cNvSpPr>
            <a:spLocks/>
          </p:cNvSpPr>
          <p:nvPr/>
        </p:nvSpPr>
        <p:spPr bwMode="auto">
          <a:xfrm>
            <a:off x="6667864" y="2922355"/>
            <a:ext cx="676648" cy="950166"/>
          </a:xfrm>
          <a:custGeom>
            <a:avLst/>
            <a:gdLst>
              <a:gd name="T0" fmla="*/ 1127125 w 351"/>
              <a:gd name="T1" fmla="*/ 0 h 492"/>
              <a:gd name="T2" fmla="*/ 565168 w 351"/>
              <a:gd name="T3" fmla="*/ 180149 h 492"/>
              <a:gd name="T4" fmla="*/ 3211 w 351"/>
              <a:gd name="T5" fmla="*/ 0 h 492"/>
              <a:gd name="T6" fmla="*/ 0 w 351"/>
              <a:gd name="T7" fmla="*/ 1582737 h 492"/>
              <a:gd name="T8" fmla="*/ 565168 w 351"/>
              <a:gd name="T9" fmla="*/ 1402588 h 492"/>
              <a:gd name="T10" fmla="*/ 1127125 w 351"/>
              <a:gd name="T11" fmla="*/ 1582737 h 492"/>
              <a:gd name="T12" fmla="*/ 1127125 w 351"/>
              <a:gd name="T13" fmla="*/ 0 h 4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51" h="492">
                <a:moveTo>
                  <a:pt x="351" y="0"/>
                </a:moveTo>
                <a:cubicBezTo>
                  <a:pt x="301" y="35"/>
                  <a:pt x="241" y="56"/>
                  <a:pt x="176" y="56"/>
                </a:cubicBezTo>
                <a:cubicBezTo>
                  <a:pt x="110" y="56"/>
                  <a:pt x="50" y="35"/>
                  <a:pt x="1" y="0"/>
                </a:cubicBezTo>
                <a:cubicBezTo>
                  <a:pt x="96" y="193"/>
                  <a:pt x="96" y="299"/>
                  <a:pt x="0" y="492"/>
                </a:cubicBezTo>
                <a:cubicBezTo>
                  <a:pt x="50" y="457"/>
                  <a:pt x="110" y="436"/>
                  <a:pt x="176" y="436"/>
                </a:cubicBezTo>
                <a:cubicBezTo>
                  <a:pt x="241" y="436"/>
                  <a:pt x="301" y="457"/>
                  <a:pt x="351" y="492"/>
                </a:cubicBezTo>
                <a:cubicBezTo>
                  <a:pt x="255" y="299"/>
                  <a:pt x="255" y="193"/>
                  <a:pt x="351" y="0"/>
                </a:cubicBezTo>
                <a:close/>
              </a:path>
            </a:pathLst>
          </a:custGeom>
          <a:solidFill>
            <a:srgbClr val="BE2BBB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312AFC-69CF-1703-F630-5E047F20672A}"/>
              </a:ext>
            </a:extLst>
          </p:cNvPr>
          <p:cNvCxnSpPr/>
          <p:nvPr/>
        </p:nvCxnSpPr>
        <p:spPr>
          <a:xfrm>
            <a:off x="0" y="6466332"/>
            <a:ext cx="12192000" cy="0"/>
          </a:xfrm>
          <a:prstGeom prst="line">
            <a:avLst/>
          </a:prstGeom>
          <a:ln w="12700" cap="sq"/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889DC7A-84D6-6257-CFF2-FAC7F7371876}"/>
              </a:ext>
            </a:extLst>
          </p:cNvPr>
          <p:cNvSpPr txBox="1"/>
          <p:nvPr/>
        </p:nvSpPr>
        <p:spPr>
          <a:xfrm>
            <a:off x="8506509" y="1837353"/>
            <a:ext cx="3150440" cy="10222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400">
                <a:solidFill>
                  <a:srgbClr val="595454">
                    <a:hueOff val="0"/>
                    <a:satOff val="0"/>
                    <a:lumOff val="0"/>
                    <a:alphaOff val="0"/>
                  </a:srgbClr>
                </a:solidFill>
              </a:rPr>
              <a:t>Dosing generally ranges from 0.75 to 1.3 mg, depending on the regimen and tolerability</a:t>
            </a:r>
            <a:endParaRPr lang="en-US" sz="1400">
              <a:solidFill>
                <a:srgbClr val="595454">
                  <a:hueOff val="0"/>
                  <a:satOff val="0"/>
                  <a:lumOff val="0"/>
                  <a:alphaOff val="0"/>
                </a:srgbClr>
              </a:solidFill>
            </a:endParaRPr>
          </a:p>
        </p:txBody>
      </p:sp>
      <p:sp>
        <p:nvSpPr>
          <p:cNvPr id="15" name="Oval 10">
            <a:extLst>
              <a:ext uri="{FF2B5EF4-FFF2-40B4-BE49-F238E27FC236}">
                <a16:creationId xmlns:a16="http://schemas.microsoft.com/office/drawing/2014/main" id="{1F220CEC-813D-4CB9-3CD5-FB2465AA1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3384" y="1929970"/>
            <a:ext cx="1050235" cy="1052141"/>
          </a:xfrm>
          <a:prstGeom prst="ellipse">
            <a:avLst/>
          </a:prstGeom>
          <a:solidFill>
            <a:srgbClr val="FDE8FB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8" name="Oval 10">
            <a:extLst>
              <a:ext uri="{FF2B5EF4-FFF2-40B4-BE49-F238E27FC236}">
                <a16:creationId xmlns:a16="http://schemas.microsoft.com/office/drawing/2014/main" id="{3DE39C82-2D6B-70D0-9DB8-C7B3B2A83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761" y="1915482"/>
            <a:ext cx="1050235" cy="1052141"/>
          </a:xfrm>
          <a:prstGeom prst="ellipse">
            <a:avLst/>
          </a:prstGeom>
          <a:solidFill>
            <a:srgbClr val="FDE8FB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EE7C62-21AB-6011-CFEC-26549A5AC5F8}"/>
              </a:ext>
            </a:extLst>
          </p:cNvPr>
          <p:cNvSpPr txBox="1"/>
          <p:nvPr/>
        </p:nvSpPr>
        <p:spPr>
          <a:xfrm>
            <a:off x="1135453" y="4302813"/>
            <a:ext cx="2820498" cy="10222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400"/>
              <a:t>Neutropenia can be managed with G-CSF and dose modification</a:t>
            </a:r>
            <a:endParaRPr lang="en-US" sz="1400">
              <a:solidFill>
                <a:srgbClr val="595454">
                  <a:hueOff val="0"/>
                  <a:satOff val="0"/>
                  <a:lumOff val="0"/>
                  <a:alphaOff val="0"/>
                </a:srgb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41C717-A868-0632-1FC3-B4023D1EB7BE}"/>
              </a:ext>
            </a:extLst>
          </p:cNvPr>
          <p:cNvSpPr txBox="1"/>
          <p:nvPr/>
        </p:nvSpPr>
        <p:spPr>
          <a:xfrm>
            <a:off x="280999" y="6126214"/>
            <a:ext cx="61318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/>
              <a:t>G-CSF:</a:t>
            </a:r>
            <a:r>
              <a:rPr lang="en-IN" sz="800"/>
              <a:t> granulocyte colony-stimulating factor; </a:t>
            </a:r>
            <a:r>
              <a:rPr lang="en-IN" sz="800" b="1"/>
              <a:t>IberDd:</a:t>
            </a:r>
            <a:r>
              <a:rPr lang="en-IN" sz="800"/>
              <a:t> </a:t>
            </a:r>
            <a:r>
              <a:rPr lang="en-IN" sz="800" err="1"/>
              <a:t>iberdomide</a:t>
            </a:r>
            <a:r>
              <a:rPr lang="en-IN" sz="800"/>
              <a:t>, daratumumab, and dexamethasone.</a:t>
            </a:r>
          </a:p>
        </p:txBody>
      </p:sp>
    </p:spTree>
    <p:extLst>
      <p:ext uri="{BB962C8B-B14F-4D97-AF65-F5344CB8AC3E}">
        <p14:creationId xmlns:p14="http://schemas.microsoft.com/office/powerpoint/2010/main" val="110082143"/>
      </p:ext>
    </p:extLst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473EB-00F8-5005-DEBA-53E9A02EC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E9B55-0815-9D85-D718-5E03308E1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18" y="2398059"/>
            <a:ext cx="11461115" cy="2743200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IN" sz="2800" b="1">
                <a:solidFill>
                  <a:srgbClr val="BB13B8"/>
                </a:solidFill>
              </a:rPr>
              <a:t>How do CELMoDs differ from traditional </a:t>
            </a:r>
            <a:r>
              <a:rPr lang="en-IN" sz="2800" b="1" err="1">
                <a:solidFill>
                  <a:srgbClr val="BB13B8"/>
                </a:solidFill>
              </a:rPr>
              <a:t>IMiDs</a:t>
            </a:r>
            <a:r>
              <a:rPr lang="en-IN" sz="2800" b="1">
                <a:solidFill>
                  <a:srgbClr val="BB13B8"/>
                </a:solidFill>
              </a:rPr>
              <a:t>?</a:t>
            </a:r>
            <a:br>
              <a:rPr lang="en-IN" sz="2800" b="1">
                <a:solidFill>
                  <a:srgbClr val="BB13B8"/>
                </a:solidFill>
              </a:rPr>
            </a:br>
            <a:endParaRPr lang="en-US" sz="2800" b="1">
              <a:solidFill>
                <a:srgbClr val="BB13B8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1E7D42-4B62-F3C7-7B41-03A480DBA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3B8F07-BB35-4277-8214-4ED7E770A354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317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D1C95-003C-B35D-F753-C5D8FA3E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77A12AB-7ED3-B9AA-45E5-9974C9F9B375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>
                <a:solidFill>
                  <a:srgbClr val="BB13B8"/>
                </a:solidFill>
              </a:rPr>
              <a:t>CELMoDs vs </a:t>
            </a:r>
            <a:r>
              <a:rPr lang="en-IN" sz="2800" err="1">
                <a:solidFill>
                  <a:srgbClr val="BB13B8"/>
                </a:solidFill>
              </a:rPr>
              <a:t>IMiDs</a:t>
            </a:r>
            <a:endParaRPr lang="en-IN" sz="2800">
              <a:solidFill>
                <a:srgbClr val="BB13B8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5AC7ECB5-AEB0-157C-C983-23B8BAA8DB26}"/>
              </a:ext>
            </a:extLst>
          </p:cNvPr>
          <p:cNvSpPr txBox="1">
            <a:spLocks/>
          </p:cNvSpPr>
          <p:nvPr/>
        </p:nvSpPr>
        <p:spPr>
          <a:xfrm>
            <a:off x="11506200" y="6442531"/>
            <a:ext cx="436490" cy="2154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49</a:t>
            </a:fld>
            <a:endParaRPr lang="en-US" sz="1000" b="1"/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907491A2-D4CC-8340-7AB5-AFB97D92606A}"/>
              </a:ext>
            </a:extLst>
          </p:cNvPr>
          <p:cNvSpPr/>
          <p:nvPr/>
        </p:nvSpPr>
        <p:spPr>
          <a:xfrm>
            <a:off x="519065" y="1050879"/>
            <a:ext cx="11153870" cy="4339988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BE2BBB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CELMoDs are a distinct therapeutic class, not simply next-generation </a:t>
            </a:r>
            <a:r>
              <a:rPr lang="en-IN" err="1">
                <a:solidFill>
                  <a:schemeClr val="tx1"/>
                </a:solidFill>
              </a:rPr>
              <a:t>IMiDs</a:t>
            </a:r>
            <a:r>
              <a:rPr lang="en-IN">
                <a:solidFill>
                  <a:schemeClr val="tx1"/>
                </a:solidFill>
              </a:rPr>
              <a:t>, and may remain effective in lenalidomide- or pomalidomide-refractory patients.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Oral </a:t>
            </a:r>
            <a:r>
              <a:rPr lang="en-IN" err="1">
                <a:solidFill>
                  <a:schemeClr val="tx1"/>
                </a:solidFill>
              </a:rPr>
              <a:t>iberdomide</a:t>
            </a:r>
            <a:r>
              <a:rPr lang="en-IN">
                <a:solidFill>
                  <a:schemeClr val="tx1"/>
                </a:solidFill>
              </a:rPr>
              <a:t> combined with monthly subcutaneous daratumumab could offer a convenient, fixed treatment schedule.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Anti-CD38 maintenance remains important, although </a:t>
            </a:r>
            <a:r>
              <a:rPr lang="en-IN" err="1">
                <a:solidFill>
                  <a:schemeClr val="tx1"/>
                </a:solidFill>
              </a:rPr>
              <a:t>iberdomide</a:t>
            </a:r>
            <a:r>
              <a:rPr lang="en-IN">
                <a:solidFill>
                  <a:schemeClr val="tx1"/>
                </a:solidFill>
              </a:rPr>
              <a:t>-based combinations may influence its future duration and role.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 err="1">
                <a:solidFill>
                  <a:schemeClr val="tx1"/>
                </a:solidFill>
              </a:rPr>
              <a:t>Iberdomide</a:t>
            </a:r>
            <a:r>
              <a:rPr lang="en-IN">
                <a:solidFill>
                  <a:schemeClr val="tx1"/>
                </a:solidFill>
              </a:rPr>
              <a:t> may offer improved tolerability, lower secondary malignancy risk, and greater efficacy, including in high-risk disease.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8483E-CEB4-A3E4-91A5-93C4C1586E03}"/>
              </a:ext>
            </a:extLst>
          </p:cNvPr>
          <p:cNvSpPr txBox="1"/>
          <p:nvPr/>
        </p:nvSpPr>
        <p:spPr>
          <a:xfrm>
            <a:off x="251919" y="6077924"/>
            <a:ext cx="112542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800" b="1"/>
              <a:t>Anti-CD38:</a:t>
            </a:r>
            <a:r>
              <a:rPr lang="en-IN" sz="800"/>
              <a:t> anti-cluster of differentiation 38; </a:t>
            </a:r>
            <a:r>
              <a:rPr lang="en-IN" sz="800" b="1"/>
              <a:t>CELMoDs:</a:t>
            </a:r>
            <a:r>
              <a:rPr lang="en-IN" sz="800"/>
              <a:t> </a:t>
            </a:r>
            <a:r>
              <a:rPr lang="en-IN" sz="800" err="1"/>
              <a:t>cereblon</a:t>
            </a:r>
            <a:r>
              <a:rPr lang="en-IN" sz="800"/>
              <a:t> E3 ligase modulators; </a:t>
            </a:r>
            <a:r>
              <a:rPr lang="en-IN" sz="800" b="1"/>
              <a:t>CD38:</a:t>
            </a:r>
            <a:r>
              <a:rPr lang="en-IN" sz="800"/>
              <a:t> cluster of differentiation 38; </a:t>
            </a:r>
            <a:r>
              <a:rPr lang="en-IN" sz="800" b="1" err="1"/>
              <a:t>IMiDs</a:t>
            </a:r>
            <a:r>
              <a:rPr lang="en-IN" sz="800" b="1"/>
              <a:t>:</a:t>
            </a:r>
            <a:r>
              <a:rPr lang="en-IN" sz="800"/>
              <a:t> immunomodulatory drugs.  </a:t>
            </a:r>
          </a:p>
        </p:txBody>
      </p:sp>
    </p:spTree>
    <p:extLst>
      <p:ext uri="{BB962C8B-B14F-4D97-AF65-F5344CB8AC3E}">
        <p14:creationId xmlns:p14="http://schemas.microsoft.com/office/powerpoint/2010/main" val="7169354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9DE4F-E4F0-C4A3-2FCF-8BC4ED1D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6203-7AF8-5A60-099C-D926DE4EB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442" y="1930154"/>
            <a:ext cx="11461115" cy="2743200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/>
            <a:r>
              <a:rPr lang="en-US" sz="2800" b="1">
                <a:solidFill>
                  <a:srgbClr val="BB13B8"/>
                </a:solidFill>
              </a:rPr>
              <a:t>How should the efficacy, safety and clinical positioning of </a:t>
            </a:r>
            <a:r>
              <a:rPr lang="en-US" sz="2800" b="1" err="1">
                <a:solidFill>
                  <a:srgbClr val="BB13B8"/>
                </a:solidFill>
              </a:rPr>
              <a:t>mezigdomide</a:t>
            </a:r>
            <a:r>
              <a:rPr lang="en-US" sz="2800" b="1">
                <a:solidFill>
                  <a:srgbClr val="BB13B8"/>
                </a:solidFill>
              </a:rPr>
              <a:t> be interpreted?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4EDB0-12C5-6D3A-01F9-5E92A0F4E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3B8F07-BB35-4277-8214-4ED7E770A354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553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3D4EB-328E-A709-FB14-67AE7802C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49DDB13-9333-212E-B85B-CE9B9E14FED2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1D49D40-724A-9BC2-6AFD-D874FA803B4A}"/>
              </a:ext>
            </a:extLst>
          </p:cNvPr>
          <p:cNvSpPr txBox="1">
            <a:spLocks/>
          </p:cNvSpPr>
          <p:nvPr/>
        </p:nvSpPr>
        <p:spPr>
          <a:xfrm>
            <a:off x="11506200" y="6442529"/>
            <a:ext cx="436490" cy="2154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51</a:t>
            </a:fld>
            <a:endParaRPr lang="en-US" sz="1000" b="1"/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E84350E7-B8E9-CEBE-188B-F30531FA728F}"/>
              </a:ext>
            </a:extLst>
          </p:cNvPr>
          <p:cNvSpPr/>
          <p:nvPr/>
        </p:nvSpPr>
        <p:spPr>
          <a:xfrm>
            <a:off x="352330" y="936172"/>
            <a:ext cx="11153870" cy="3911165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BE2BBB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 err="1">
                <a:solidFill>
                  <a:schemeClr val="tx1"/>
                </a:solidFill>
              </a:rPr>
              <a:t>Mezigdomide</a:t>
            </a:r>
            <a:r>
              <a:rPr lang="en-IN">
                <a:solidFill>
                  <a:schemeClr val="tx1"/>
                </a:solidFill>
              </a:rPr>
              <a:t> demonstrated encouraging efficacy and a manageable safety profile, although longer follow-up and broader clinical experience are needed.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Neutropenia and infection risk appear manageable with proactive supportive care, including G-CSF, PCP prophylaxis, close monitoring and early intervention.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Regional differences in infection rates may reflect variations in BMI, pharmacokinetics, supportive care and healthcare practices, requiring further investigation.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CELMoDs may provide a practical option where TCEs or CAR T-cell therapy are inaccessible, with </a:t>
            </a:r>
            <a:r>
              <a:rPr lang="en-IN" err="1">
                <a:solidFill>
                  <a:schemeClr val="tx1"/>
                </a:solidFill>
              </a:rPr>
              <a:t>mezigdomide</a:t>
            </a:r>
            <a:r>
              <a:rPr lang="en-IN">
                <a:solidFill>
                  <a:schemeClr val="tx1"/>
                </a:solidFill>
              </a:rPr>
              <a:t>–ADC combinations viewed as a promising future strategy.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C9499D3B-276F-7505-F76C-5856E8A77647}"/>
              </a:ext>
            </a:extLst>
          </p:cNvPr>
          <p:cNvSpPr txBox="1">
            <a:spLocks/>
          </p:cNvSpPr>
          <p:nvPr/>
        </p:nvSpPr>
        <p:spPr>
          <a:xfrm>
            <a:off x="352330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>
                <a:solidFill>
                  <a:srgbClr val="BB13B8"/>
                </a:solidFill>
              </a:rPr>
              <a:t>Views of efficacy and safety of </a:t>
            </a:r>
            <a:r>
              <a:rPr lang="en-IN" sz="2800" err="1">
                <a:solidFill>
                  <a:srgbClr val="BB13B8"/>
                </a:solidFill>
              </a:rPr>
              <a:t>mezigdomide</a:t>
            </a:r>
            <a:endParaRPr lang="en-IN" sz="2800">
              <a:solidFill>
                <a:srgbClr val="BB13B8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84AF33-BB45-437A-BC58-462C5BCBBF56}"/>
              </a:ext>
            </a:extLst>
          </p:cNvPr>
          <p:cNvSpPr txBox="1"/>
          <p:nvPr/>
        </p:nvSpPr>
        <p:spPr>
          <a:xfrm>
            <a:off x="251919" y="6077924"/>
            <a:ext cx="120404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/>
              <a:t> ADC:</a:t>
            </a:r>
            <a:r>
              <a:rPr lang="en-IN" sz="800"/>
              <a:t> antibody-drug conjugate; </a:t>
            </a:r>
            <a:r>
              <a:rPr lang="en-IN" sz="800" b="1"/>
              <a:t>BMI:</a:t>
            </a:r>
            <a:r>
              <a:rPr lang="en-IN" sz="800"/>
              <a:t> body mass index; </a:t>
            </a:r>
            <a:r>
              <a:rPr lang="en-IN" sz="800" b="1"/>
              <a:t>CAR T-cell:</a:t>
            </a:r>
            <a:r>
              <a:rPr lang="en-IN" sz="800"/>
              <a:t> chimeric antigen receptor T-cell; </a:t>
            </a:r>
            <a:r>
              <a:rPr lang="en-IN" sz="800" b="1"/>
              <a:t>CELMoDs:</a:t>
            </a:r>
            <a:r>
              <a:rPr lang="en-IN" sz="800"/>
              <a:t> </a:t>
            </a:r>
            <a:r>
              <a:rPr lang="en-IN" sz="800" err="1"/>
              <a:t>cereblon</a:t>
            </a:r>
            <a:r>
              <a:rPr lang="en-IN" sz="800"/>
              <a:t> E3 ligase modulators; </a:t>
            </a:r>
            <a:r>
              <a:rPr lang="en-IN" sz="800" b="1"/>
              <a:t>G-CSF:</a:t>
            </a:r>
            <a:r>
              <a:rPr lang="en-IN" sz="800"/>
              <a:t> granulocyte colony-stimulating factor; </a:t>
            </a:r>
            <a:r>
              <a:rPr lang="en-IN" sz="800" b="1"/>
              <a:t>PCP:</a:t>
            </a:r>
            <a:r>
              <a:rPr lang="en-IN" sz="800"/>
              <a:t> </a:t>
            </a:r>
            <a:r>
              <a:rPr lang="en-IN" sz="800" i="1"/>
              <a:t>Pneumocystis jirovecii </a:t>
            </a:r>
            <a:r>
              <a:rPr lang="en-IN" sz="800"/>
              <a:t>pneumonia; </a:t>
            </a:r>
            <a:r>
              <a:rPr lang="en-IN" sz="800" b="1"/>
              <a:t>TCEs:</a:t>
            </a:r>
            <a:r>
              <a:rPr lang="en-IN" sz="800"/>
              <a:t> T-cell engagers. </a:t>
            </a:r>
          </a:p>
          <a:p>
            <a:pPr lvl="0"/>
            <a:r>
              <a:rPr lang="en-IN" sz="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56162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0890C-5CBD-AF09-DF57-371E2AAD5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6BED4-BD60-F309-5779-B7EEF13E1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442" y="1930154"/>
            <a:ext cx="11461115" cy="2743200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z="2800" b="1">
                <a:solidFill>
                  <a:srgbClr val="BB13B8"/>
                </a:solidFill>
              </a:rPr>
              <a:t>Which patient profiles are most suitable for </a:t>
            </a:r>
            <a:r>
              <a:rPr lang="en-US" sz="2800" b="1" err="1">
                <a:solidFill>
                  <a:srgbClr val="BB13B8"/>
                </a:solidFill>
              </a:rPr>
              <a:t>IberDd</a:t>
            </a:r>
            <a:r>
              <a:rPr lang="en-US" sz="2800" b="1">
                <a:solidFill>
                  <a:srgbClr val="BB13B8"/>
                </a:solidFill>
              </a:rPr>
              <a:t> or </a:t>
            </a:r>
            <a:r>
              <a:rPr lang="en-US" sz="2800" b="1" err="1">
                <a:solidFill>
                  <a:srgbClr val="BB13B8"/>
                </a:solidFill>
              </a:rPr>
              <a:t>mezigdomide</a:t>
            </a:r>
            <a:r>
              <a:rPr lang="en-US" sz="2800" b="1">
                <a:solidFill>
                  <a:srgbClr val="BB13B8"/>
                </a:solidFill>
              </a:rPr>
              <a:t>-based combinations, and how should </a:t>
            </a:r>
            <a:r>
              <a:rPr lang="en-US" sz="2800" b="1" err="1">
                <a:solidFill>
                  <a:srgbClr val="BB13B8"/>
                </a:solidFill>
              </a:rPr>
              <a:t>CELMoDs</a:t>
            </a:r>
            <a:r>
              <a:rPr lang="en-US" sz="2800" b="1">
                <a:solidFill>
                  <a:srgbClr val="BB13B8"/>
                </a:solidFill>
              </a:rPr>
              <a:t> be sequenced relative to ADCs and T-cell–engaging therapies?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9C896F-02FD-736B-D94D-B4B15F743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3B8F07-BB35-4277-8214-4ED7E770A354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419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ECD2A-EE9E-810D-3994-A2D49A7F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78C1676B-AB46-9A51-0418-8A5C55392882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BE2BBB"/>
                </a:solidFill>
              </a:rPr>
              <a:t>Patient selection and sequencing of </a:t>
            </a:r>
            <a:r>
              <a:rPr lang="en-US" sz="2800" err="1">
                <a:solidFill>
                  <a:srgbClr val="BE2BBB"/>
                </a:solidFill>
              </a:rPr>
              <a:t>CELMoD</a:t>
            </a:r>
            <a:r>
              <a:rPr lang="en-US" sz="2800">
                <a:solidFill>
                  <a:srgbClr val="BE2BBB"/>
                </a:solidFill>
              </a:rPr>
              <a:t>-based therapy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DC731C6-F7FA-376E-ACE5-6D844ADD6350}"/>
              </a:ext>
            </a:extLst>
          </p:cNvPr>
          <p:cNvSpPr txBox="1">
            <a:spLocks/>
          </p:cNvSpPr>
          <p:nvPr/>
        </p:nvSpPr>
        <p:spPr>
          <a:xfrm>
            <a:off x="11506200" y="6442529"/>
            <a:ext cx="436490" cy="2154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53</a:t>
            </a:fld>
            <a:endParaRPr lang="en-US" sz="1000" b="1"/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1D13506E-61AB-833F-3D92-33D5ECB16164}"/>
              </a:ext>
            </a:extLst>
          </p:cNvPr>
          <p:cNvSpPr/>
          <p:nvPr/>
        </p:nvSpPr>
        <p:spPr>
          <a:xfrm>
            <a:off x="251919" y="750627"/>
            <a:ext cx="11457860" cy="5054555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BE2BBB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 err="1">
                <a:solidFill>
                  <a:schemeClr val="tx1"/>
                </a:solidFill>
              </a:rPr>
              <a:t>IberDd</a:t>
            </a:r>
            <a:r>
              <a:rPr lang="en-IN">
                <a:solidFill>
                  <a:schemeClr val="tx1"/>
                </a:solidFill>
              </a:rPr>
              <a:t> may be suitable after frontline triplet therapy, while </a:t>
            </a:r>
            <a:r>
              <a:rPr lang="en-IN" err="1">
                <a:solidFill>
                  <a:schemeClr val="tx1"/>
                </a:solidFill>
              </a:rPr>
              <a:t>mezigdomide</a:t>
            </a:r>
            <a:r>
              <a:rPr lang="en-IN">
                <a:solidFill>
                  <a:schemeClr val="tx1"/>
                </a:solidFill>
              </a:rPr>
              <a:t>-based regimens may be preferred following quadruplet exposure.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CELMoDs could be positioned in the second- or third-line setting, particularly before bispecific antibodies or CAR T-cell therapy because of their more manageable safety profile and practical delivery.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ADC–</a:t>
            </a:r>
            <a:r>
              <a:rPr lang="en-IN" err="1">
                <a:solidFill>
                  <a:schemeClr val="tx1"/>
                </a:solidFill>
              </a:rPr>
              <a:t>CELMoD</a:t>
            </a:r>
            <a:r>
              <a:rPr lang="en-IN">
                <a:solidFill>
                  <a:schemeClr val="tx1"/>
                </a:solidFill>
              </a:rPr>
              <a:t> combinations were viewed as a promising early-relapse strategy, especially in daratumumab- or lenalidomide-refractory patients.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CELMoDs may be particularly valuable where access to CAR T-cell therapy or bispecific antibodies is limited.</a:t>
            </a: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Cytopenias are generally manageable with supportive care, and IVIG requirements appear lower than with T-cell–directed therapies.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0E9C39-C6A8-BCAC-F196-7068F9904727}"/>
              </a:ext>
            </a:extLst>
          </p:cNvPr>
          <p:cNvSpPr txBox="1"/>
          <p:nvPr/>
        </p:nvSpPr>
        <p:spPr>
          <a:xfrm>
            <a:off x="251919" y="6077924"/>
            <a:ext cx="117599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CAR T: c</a:t>
            </a:r>
            <a:r>
              <a:rPr lang="en-US" sz="800"/>
              <a:t>himeric antigen receptor T-cell therapy; </a:t>
            </a:r>
            <a:r>
              <a:rPr lang="en-IN" sz="800" b="1"/>
              <a:t>CELMoDs:</a:t>
            </a:r>
            <a:r>
              <a:rPr lang="en-IN" sz="800"/>
              <a:t> </a:t>
            </a:r>
            <a:r>
              <a:rPr lang="en-IN" sz="800" err="1"/>
              <a:t>Cereblon</a:t>
            </a:r>
            <a:r>
              <a:rPr lang="en-IN" sz="800"/>
              <a:t> E3 Ligase Modulators; </a:t>
            </a:r>
            <a:r>
              <a:rPr lang="en-IN" sz="800" b="1" err="1"/>
              <a:t>IberDd</a:t>
            </a:r>
            <a:r>
              <a:rPr lang="en-IN" sz="800" b="1"/>
              <a:t>:</a:t>
            </a:r>
            <a:r>
              <a:rPr lang="en-IN" sz="800"/>
              <a:t> </a:t>
            </a:r>
            <a:r>
              <a:rPr lang="en-IN" sz="800" err="1"/>
              <a:t>iberdomide</a:t>
            </a:r>
            <a:r>
              <a:rPr lang="en-IN" sz="800"/>
              <a:t>, daratumumab, and dexamethasone; IVIG: intravenous immunoglobulin. </a:t>
            </a:r>
          </a:p>
        </p:txBody>
      </p:sp>
    </p:spTree>
    <p:extLst>
      <p:ext uri="{BB962C8B-B14F-4D97-AF65-F5344CB8AC3E}">
        <p14:creationId xmlns:p14="http://schemas.microsoft.com/office/powerpoint/2010/main" val="4575766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E1041-7760-C341-8967-45DB6AF3C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D958E-34E0-98BE-26E6-03854311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442" y="1930154"/>
            <a:ext cx="11461115" cy="2743200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IN" sz="2800" b="1">
                <a:solidFill>
                  <a:srgbClr val="BB13B8"/>
                </a:solidFill>
              </a:rPr>
              <a:t>Could CELMoDs eventually replace current treatment standards in multiple myeloma?</a:t>
            </a:r>
            <a:endParaRPr lang="en-US" sz="2800" b="1">
              <a:solidFill>
                <a:srgbClr val="BB13B8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254B5-F74E-2D04-91E6-810BD19CAD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3B8F07-BB35-4277-8214-4ED7E770A354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80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CBEC1-027E-68C4-3866-0B409D0B5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7DF49DF-EBB3-D094-9BA8-AABDBE7D8CEE}"/>
              </a:ext>
            </a:extLst>
          </p:cNvPr>
          <p:cNvSpPr txBox="1">
            <a:spLocks/>
          </p:cNvSpPr>
          <p:nvPr/>
        </p:nvSpPr>
        <p:spPr>
          <a:xfrm>
            <a:off x="251919" y="223482"/>
            <a:ext cx="11940081" cy="7126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err="1">
                <a:solidFill>
                  <a:srgbClr val="BE2BBB"/>
                </a:solidFill>
              </a:rPr>
              <a:t>CELMoDs</a:t>
            </a:r>
            <a:r>
              <a:rPr lang="en-US" sz="2800">
                <a:solidFill>
                  <a:srgbClr val="BE2BBB"/>
                </a:solidFill>
              </a:rPr>
              <a:t> for all seasons</a:t>
            </a:r>
            <a:endParaRPr lang="en-IN" sz="2800">
              <a:solidFill>
                <a:srgbClr val="BE2BBB"/>
              </a:solidFill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D344EB7-C65C-A34A-F094-694C244A3C18}"/>
              </a:ext>
            </a:extLst>
          </p:cNvPr>
          <p:cNvSpPr txBox="1">
            <a:spLocks/>
          </p:cNvSpPr>
          <p:nvPr/>
        </p:nvSpPr>
        <p:spPr>
          <a:xfrm>
            <a:off x="11506200" y="6442529"/>
            <a:ext cx="436490" cy="2154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30EA680-D336-4FF7-8B7A-9848BB0A1C32}" type="slidenum">
              <a:rPr lang="en-US" sz="1000" b="1" smtClean="0"/>
              <a:pPr algn="r"/>
              <a:t>55</a:t>
            </a:fld>
            <a:endParaRPr lang="en-US" sz="1000" b="1"/>
          </a:p>
        </p:txBody>
      </p:sp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493BBC48-CB38-BF92-6D4A-4D1BF5303632}"/>
              </a:ext>
            </a:extLst>
          </p:cNvPr>
          <p:cNvSpPr/>
          <p:nvPr/>
        </p:nvSpPr>
        <p:spPr>
          <a:xfrm>
            <a:off x="352330" y="1059100"/>
            <a:ext cx="11153870" cy="4195288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>
            <a:solidFill>
              <a:srgbClr val="BE2BBB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err="1">
                <a:solidFill>
                  <a:schemeClr val="tx1"/>
                </a:solidFill>
              </a:rPr>
              <a:t>Iberdomide</a:t>
            </a:r>
            <a:r>
              <a:rPr lang="en-IN">
                <a:solidFill>
                  <a:schemeClr val="tx1"/>
                </a:solidFill>
              </a:rPr>
              <a:t> may move into frontline therapy, potentially replacing lenalidomide because of improved tolerability, lower secondary malignancy risk and activity in high-risk disease.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err="1">
                <a:solidFill>
                  <a:schemeClr val="tx1"/>
                </a:solidFill>
              </a:rPr>
              <a:t>Mezigdomide</a:t>
            </a:r>
            <a:r>
              <a:rPr lang="en-IN">
                <a:solidFill>
                  <a:schemeClr val="tx1"/>
                </a:solidFill>
              </a:rPr>
              <a:t> is expected to be positioned strategically in relapse and may move earlier as further combination data emerge.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ADCs may remain preferred initially because of greater clinical experience, while CELMoDs could be sequenced before TCEs, </a:t>
            </a:r>
            <a:r>
              <a:rPr lang="en-IN" err="1">
                <a:solidFill>
                  <a:schemeClr val="tx1"/>
                </a:solidFill>
              </a:rPr>
              <a:t>BsAbs</a:t>
            </a:r>
            <a:r>
              <a:rPr lang="en-IN">
                <a:solidFill>
                  <a:schemeClr val="tx1"/>
                </a:solidFill>
              </a:rPr>
              <a:t>, and CAR T-cell therapy.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>
                <a:solidFill>
                  <a:schemeClr val="tx1"/>
                </a:solidFill>
              </a:rPr>
              <a:t>Infection risk appears manageable with proactive monitoring and PCP prophylaxis, with further evidence awaited from ongoing </a:t>
            </a:r>
            <a:r>
              <a:rPr lang="en-IN" err="1">
                <a:solidFill>
                  <a:schemeClr val="tx1"/>
                </a:solidFill>
              </a:rPr>
              <a:t>mezigdomide</a:t>
            </a:r>
            <a:r>
              <a:rPr lang="en-IN">
                <a:solidFill>
                  <a:schemeClr val="tx1"/>
                </a:solidFill>
              </a:rPr>
              <a:t> combination studies.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B8AD3D-8CBB-8946-AB80-1FD3001A3098}"/>
              </a:ext>
            </a:extLst>
          </p:cNvPr>
          <p:cNvSpPr txBox="1"/>
          <p:nvPr/>
        </p:nvSpPr>
        <p:spPr>
          <a:xfrm>
            <a:off x="342170" y="6075680"/>
            <a:ext cx="1116403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/>
              <a:t>ADCs:</a:t>
            </a:r>
            <a:r>
              <a:rPr lang="en-IN" sz="800"/>
              <a:t> antibody–drug conjugates; </a:t>
            </a:r>
            <a:r>
              <a:rPr lang="en-IN" sz="800" b="1" err="1"/>
              <a:t>BsAbs</a:t>
            </a:r>
            <a:r>
              <a:rPr lang="en-IN" sz="800" b="1"/>
              <a:t>:</a:t>
            </a:r>
            <a:r>
              <a:rPr lang="en-IN" sz="800"/>
              <a:t> bispecific antibodies; </a:t>
            </a:r>
            <a:r>
              <a:rPr lang="en-IN" sz="800" b="1"/>
              <a:t>CAR T-cell therapy:</a:t>
            </a:r>
            <a:r>
              <a:rPr lang="en-IN" sz="800"/>
              <a:t> chimeric antigen receptor T-cell therapy; </a:t>
            </a:r>
            <a:r>
              <a:rPr lang="en-IN" sz="800" b="1"/>
              <a:t>CELMoDs:</a:t>
            </a:r>
            <a:r>
              <a:rPr lang="en-IN" sz="800"/>
              <a:t> </a:t>
            </a:r>
            <a:r>
              <a:rPr lang="en-IN" sz="800" err="1"/>
              <a:t>cereblon</a:t>
            </a:r>
            <a:r>
              <a:rPr lang="en-IN" sz="800"/>
              <a:t> E3 ligase modulators; </a:t>
            </a:r>
            <a:r>
              <a:rPr lang="en-IN" sz="800" b="1"/>
              <a:t>PCP:</a:t>
            </a:r>
            <a:r>
              <a:rPr lang="en-IN" sz="800"/>
              <a:t> </a:t>
            </a:r>
            <a:r>
              <a:rPr lang="en-IN" sz="800" i="1"/>
              <a:t>Pneumocystis jirovecii</a:t>
            </a:r>
            <a:r>
              <a:rPr lang="en-IN" sz="800"/>
              <a:t> pneumonia; </a:t>
            </a:r>
            <a:r>
              <a:rPr lang="en-IN" sz="800" b="1"/>
              <a:t>TCEs:</a:t>
            </a:r>
            <a:r>
              <a:rPr lang="en-IN" sz="800"/>
              <a:t> T-cell engagers.</a:t>
            </a:r>
          </a:p>
        </p:txBody>
      </p:sp>
    </p:spTree>
    <p:extLst>
      <p:ext uri="{BB962C8B-B14F-4D97-AF65-F5344CB8AC3E}">
        <p14:creationId xmlns:p14="http://schemas.microsoft.com/office/powerpoint/2010/main" val="21513601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C1E12-349B-3D44-6576-E98480E2A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5D0D456F-8AD9-CFCE-7411-9DAB3EA6E0CE}"/>
              </a:ext>
            </a:extLst>
          </p:cNvPr>
          <p:cNvSpPr txBox="1">
            <a:spLocks/>
          </p:cNvSpPr>
          <p:nvPr/>
        </p:nvSpPr>
        <p:spPr>
          <a:xfrm>
            <a:off x="11478827" y="6124568"/>
            <a:ext cx="347413" cy="2821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fld id="{330EA680-D336-4FF7-8B7A-9848BB0A1C32}" type="slidenum">
              <a:rPr lang="en-US" sz="1000" b="1" smtClean="0"/>
              <a:pPr algn="just"/>
              <a:t>56</a:t>
            </a:fld>
            <a:endParaRPr lang="en-US" sz="1000" b="1"/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4C4A04B2-7252-1613-1DB0-B77B241C1C3D}"/>
              </a:ext>
            </a:extLst>
          </p:cNvPr>
          <p:cNvSpPr txBox="1">
            <a:spLocks/>
          </p:cNvSpPr>
          <p:nvPr/>
        </p:nvSpPr>
        <p:spPr>
          <a:xfrm>
            <a:off x="251919" y="43370"/>
            <a:ext cx="11940081" cy="11600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800">
                <a:solidFill>
                  <a:srgbClr val="BE2BBB"/>
                </a:solidFill>
              </a:rPr>
              <a:t>Key takeaways</a:t>
            </a:r>
            <a:endParaRPr lang="en-IN" sz="2800">
              <a:solidFill>
                <a:srgbClr val="BE2BBB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85C018-1C4C-CAB3-E7B3-CD4357B38071}"/>
              </a:ext>
            </a:extLst>
          </p:cNvPr>
          <p:cNvGrpSpPr/>
          <p:nvPr/>
        </p:nvGrpSpPr>
        <p:grpSpPr>
          <a:xfrm>
            <a:off x="533400" y="536294"/>
            <a:ext cx="10437108" cy="777239"/>
            <a:chOff x="533400" y="1295400"/>
            <a:chExt cx="10437108" cy="77723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48A75879-E0B5-1A01-8B4B-DBC0CED99735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solidFill>
              <a:srgbClr val="FDE7FA"/>
            </a:solidFill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C0F10A1-56E7-9A7A-1C6D-C8578F816312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solidFill>
              <a:srgbClr val="4C525F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1892F7B-7151-7E9B-F42A-1728E9B3263B}"/>
              </a:ext>
            </a:extLst>
          </p:cNvPr>
          <p:cNvGrpSpPr/>
          <p:nvPr/>
        </p:nvGrpSpPr>
        <p:grpSpPr>
          <a:xfrm>
            <a:off x="533400" y="2365809"/>
            <a:ext cx="10437108" cy="777239"/>
            <a:chOff x="533400" y="1295400"/>
            <a:chExt cx="10437108" cy="77723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D15785E-65D7-569F-FC13-1B8F46A80A84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solidFill>
              <a:srgbClr val="FDE7FA"/>
            </a:solidFill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EF1B82A-5101-BA6D-7DA9-CACA94650D00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solidFill>
              <a:srgbClr val="4C525F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7258833-7755-3D24-081A-5B5347F959AD}"/>
              </a:ext>
            </a:extLst>
          </p:cNvPr>
          <p:cNvGrpSpPr/>
          <p:nvPr/>
        </p:nvGrpSpPr>
        <p:grpSpPr>
          <a:xfrm>
            <a:off x="533400" y="3323329"/>
            <a:ext cx="10437108" cy="777239"/>
            <a:chOff x="533400" y="1295400"/>
            <a:chExt cx="10437108" cy="777239"/>
          </a:xfrm>
          <a:solidFill>
            <a:schemeClr val="bg1">
              <a:lumMod val="95000"/>
            </a:schemeClr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8F202A5-409E-7F28-3067-0FBD125A81BF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grpFill/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12D9265-AACE-8E6C-0A90-2A9F39729BE4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579F52F-0C51-DE63-ACD5-38DFD85CC751}"/>
              </a:ext>
            </a:extLst>
          </p:cNvPr>
          <p:cNvGrpSpPr/>
          <p:nvPr/>
        </p:nvGrpSpPr>
        <p:grpSpPr>
          <a:xfrm>
            <a:off x="533400" y="4280848"/>
            <a:ext cx="10437108" cy="777239"/>
            <a:chOff x="533400" y="1295400"/>
            <a:chExt cx="10437108" cy="777239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DE508A5-10B9-AF28-4425-9DB8A11E18DD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solidFill>
              <a:srgbClr val="FDE7FA"/>
            </a:solidFill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6A98E80-7C47-EF8C-0A2B-A34C24124A6E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solidFill>
              <a:srgbClr val="4C525F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7D7763F-800C-7794-38C2-7FDD9833B46B}"/>
              </a:ext>
            </a:extLst>
          </p:cNvPr>
          <p:cNvGrpSpPr/>
          <p:nvPr/>
        </p:nvGrpSpPr>
        <p:grpSpPr>
          <a:xfrm>
            <a:off x="533400" y="1455323"/>
            <a:ext cx="10437108" cy="777239"/>
            <a:chOff x="533400" y="1295400"/>
            <a:chExt cx="10437108" cy="777239"/>
          </a:xfrm>
          <a:solidFill>
            <a:schemeClr val="bg1">
              <a:lumMod val="95000"/>
            </a:schemeClr>
          </a:solid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24052CA5-A57C-5919-9D52-DB397E49F2AA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grpFill/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7887FC8-91B3-8F9C-680F-53F160BBA900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AF2FEFB-89ED-BC6B-944C-41A6265E03B0}"/>
              </a:ext>
            </a:extLst>
          </p:cNvPr>
          <p:cNvGrpSpPr/>
          <p:nvPr/>
        </p:nvGrpSpPr>
        <p:grpSpPr>
          <a:xfrm>
            <a:off x="533400" y="5162166"/>
            <a:ext cx="10437108" cy="777239"/>
            <a:chOff x="533400" y="1295400"/>
            <a:chExt cx="10437108" cy="777239"/>
          </a:xfrm>
          <a:solidFill>
            <a:schemeClr val="bg1">
              <a:lumMod val="95000"/>
            </a:schemeClr>
          </a:solidFill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2E86FC28-2B80-72A3-1DE8-C6FB232D8997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grpFill/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5BB9E8F-F92A-016D-C654-A30CED9973FA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aphicFrame>
        <p:nvGraphicFramePr>
          <p:cNvPr id="39" name="Object 38">
            <a:extLst>
              <a:ext uri="{FF2B5EF4-FFF2-40B4-BE49-F238E27FC236}">
                <a16:creationId xmlns:a16="http://schemas.microsoft.com/office/drawing/2014/main" id="{A7A602D7-C878-3AF7-977D-904CD198D2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066941"/>
              </p:ext>
            </p:extLst>
          </p:nvPr>
        </p:nvGraphicFramePr>
        <p:xfrm>
          <a:off x="536739" y="821131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A7A602D7-C878-3AF7-977D-904CD198D2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739" y="821131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FB6FC791-6C00-AA6C-D437-F63EEA2C26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2516795"/>
              </p:ext>
            </p:extLst>
          </p:nvPr>
        </p:nvGraphicFramePr>
        <p:xfrm>
          <a:off x="531052" y="1724119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FB6FC791-6C00-AA6C-D437-F63EEA2C26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1052" y="1724119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EB5E2721-1568-B998-9BA3-5533BB42CC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916426"/>
              </p:ext>
            </p:extLst>
          </p:nvPr>
        </p:nvGraphicFramePr>
        <p:xfrm>
          <a:off x="516194" y="5427257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43" name="Object 42">
                        <a:extLst>
                          <a:ext uri="{FF2B5EF4-FFF2-40B4-BE49-F238E27FC236}">
                            <a16:creationId xmlns:a16="http://schemas.microsoft.com/office/drawing/2014/main" id="{EB5E2721-1568-B998-9BA3-5533BB42CC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194" y="5427257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4">
            <a:extLst>
              <a:ext uri="{FF2B5EF4-FFF2-40B4-BE49-F238E27FC236}">
                <a16:creationId xmlns:a16="http://schemas.microsoft.com/office/drawing/2014/main" id="{82FB128B-C39F-B8C1-2E3F-AA07727B74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299887"/>
              </p:ext>
            </p:extLst>
          </p:nvPr>
        </p:nvGraphicFramePr>
        <p:xfrm>
          <a:off x="516194" y="4543105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82FB128B-C39F-B8C1-2E3F-AA07727B74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194" y="4543105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CD5E5989-061B-E4A6-F26D-04DE18B6B0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498681"/>
              </p:ext>
            </p:extLst>
          </p:nvPr>
        </p:nvGraphicFramePr>
        <p:xfrm>
          <a:off x="531052" y="3585585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47" name="Object 46">
                        <a:extLst>
                          <a:ext uri="{FF2B5EF4-FFF2-40B4-BE49-F238E27FC236}">
                            <a16:creationId xmlns:a16="http://schemas.microsoft.com/office/drawing/2014/main" id="{CD5E5989-061B-E4A6-F26D-04DE18B6B0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1052" y="3585585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97B69312-CABB-59C3-D993-0E735F2AAD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925797"/>
              </p:ext>
            </p:extLst>
          </p:nvPr>
        </p:nvGraphicFramePr>
        <p:xfrm>
          <a:off x="516194" y="2646983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97B69312-CABB-59C3-D993-0E735F2AA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194" y="2646983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899EE5F7-8EAA-4BC5-F0A0-BA8BB81BFC43}"/>
              </a:ext>
            </a:extLst>
          </p:cNvPr>
          <p:cNvSpPr txBox="1"/>
          <p:nvPr/>
        </p:nvSpPr>
        <p:spPr>
          <a:xfrm>
            <a:off x="1221492" y="628711"/>
            <a:ext cx="93955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err="1"/>
              <a:t>Iberdomide</a:t>
            </a:r>
            <a:r>
              <a:rPr lang="en-US"/>
              <a:t> was viewed as a distinct </a:t>
            </a:r>
            <a:r>
              <a:rPr lang="en-US" err="1"/>
              <a:t>CELMoD</a:t>
            </a:r>
            <a:r>
              <a:rPr lang="en-US"/>
              <a:t> rather than simply a next-generation </a:t>
            </a:r>
            <a:r>
              <a:rPr lang="en-US" err="1"/>
              <a:t>IMiD</a:t>
            </a:r>
            <a:r>
              <a:rPr lang="en-US"/>
              <a:t>, with potential use in lenalidomide or pomalidomide refractory patients.</a:t>
            </a:r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B80EDD-FF26-3C73-3CA3-51C2736D8E63}"/>
              </a:ext>
            </a:extLst>
          </p:cNvPr>
          <p:cNvSpPr txBox="1"/>
          <p:nvPr/>
        </p:nvSpPr>
        <p:spPr>
          <a:xfrm>
            <a:off x="1221492" y="1518969"/>
            <a:ext cx="9749016" cy="702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US"/>
              <a:t>The safety profile of </a:t>
            </a:r>
            <a:r>
              <a:rPr lang="en-US" err="1"/>
              <a:t>iberdomide</a:t>
            </a:r>
            <a:r>
              <a:rPr lang="en-US"/>
              <a:t> was considered </a:t>
            </a:r>
            <a:r>
              <a:rPr lang="en-US" err="1"/>
              <a:t>favourable</a:t>
            </a:r>
            <a:r>
              <a:rPr lang="en-US"/>
              <a:t> with limited neurological toxicity and good GI tolerability.</a:t>
            </a:r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E9458E-A8F5-801A-8917-13B06FD8B9B5}"/>
              </a:ext>
            </a:extLst>
          </p:cNvPr>
          <p:cNvSpPr txBox="1"/>
          <p:nvPr/>
        </p:nvSpPr>
        <p:spPr>
          <a:xfrm>
            <a:off x="1221492" y="2402070"/>
            <a:ext cx="9510676" cy="702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US"/>
              <a:t>Neutropenia with </a:t>
            </a:r>
            <a:r>
              <a:rPr lang="en-US" err="1"/>
              <a:t>iberdomide</a:t>
            </a:r>
            <a:r>
              <a:rPr lang="en-US"/>
              <a:t> was considered manageable with dose adjustment and G-CSF support, while stem cell or T-cell collection is not expected to be affected.</a:t>
            </a:r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B68A92D-2282-BF37-6027-3DA54D1B0DAA}"/>
              </a:ext>
            </a:extLst>
          </p:cNvPr>
          <p:cNvSpPr txBox="1"/>
          <p:nvPr/>
        </p:nvSpPr>
        <p:spPr>
          <a:xfrm>
            <a:off x="1221491" y="3362635"/>
            <a:ext cx="9749017" cy="702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US" err="1"/>
              <a:t>IberDd</a:t>
            </a:r>
            <a:r>
              <a:rPr lang="en-US"/>
              <a:t> was considered a convenient option with oral </a:t>
            </a:r>
            <a:r>
              <a:rPr lang="en-US" err="1"/>
              <a:t>iberdomide</a:t>
            </a:r>
            <a:r>
              <a:rPr lang="en-US"/>
              <a:t> and monthly SC daratumumab, offering a more patient-friendly schedule.</a:t>
            </a:r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207B18F-259D-A61C-06AC-4648D4C9AA87}"/>
              </a:ext>
            </a:extLst>
          </p:cNvPr>
          <p:cNvSpPr txBox="1"/>
          <p:nvPr/>
        </p:nvSpPr>
        <p:spPr>
          <a:xfrm>
            <a:off x="1221490" y="4358249"/>
            <a:ext cx="95106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err="1"/>
              <a:t>Mezigdomide</a:t>
            </a:r>
            <a:r>
              <a:rPr lang="en-US"/>
              <a:t> data were considered encouraging, although longer follow-up and broader experience are needed to better define safety and infection risk.</a:t>
            </a:r>
            <a:endParaRPr lang="en-I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F9CFE6-30FD-83B5-FDF2-565FE46A7F81}"/>
              </a:ext>
            </a:extLst>
          </p:cNvPr>
          <p:cNvSpPr txBox="1"/>
          <p:nvPr/>
        </p:nvSpPr>
        <p:spPr>
          <a:xfrm>
            <a:off x="1221489" y="5268266"/>
            <a:ext cx="9510679" cy="702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US"/>
              <a:t>Infection risk with </a:t>
            </a:r>
            <a:r>
              <a:rPr lang="en-US" err="1"/>
              <a:t>mezigdomide</a:t>
            </a:r>
            <a:r>
              <a:rPr lang="en-US"/>
              <a:t> was viewed as manageable with proactive monitoring, G-CSF, PCP prophylaxis and early intervention.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87374D-014E-0E18-5313-65823A9B3B24}"/>
              </a:ext>
            </a:extLst>
          </p:cNvPr>
          <p:cNvSpPr txBox="1"/>
          <p:nvPr/>
        </p:nvSpPr>
        <p:spPr>
          <a:xfrm>
            <a:off x="298506" y="6096774"/>
            <a:ext cx="115949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800" b="1" err="1"/>
              <a:t>CELMoD</a:t>
            </a:r>
            <a:r>
              <a:rPr lang="en-IN" sz="800" b="1"/>
              <a:t>:</a:t>
            </a:r>
            <a:r>
              <a:rPr lang="en-IN" sz="800"/>
              <a:t> </a:t>
            </a:r>
            <a:r>
              <a:rPr lang="en-IN" sz="800" err="1"/>
              <a:t>cereblon</a:t>
            </a:r>
            <a:r>
              <a:rPr lang="en-IN" sz="800"/>
              <a:t> E3 ligase modulator; </a:t>
            </a:r>
            <a:r>
              <a:rPr lang="en-IN" sz="800" b="1"/>
              <a:t>G-CSF:</a:t>
            </a:r>
            <a:r>
              <a:rPr lang="en-IN" sz="800"/>
              <a:t> granulocyte colony-stimulating factor; </a:t>
            </a:r>
            <a:r>
              <a:rPr lang="en-IN" sz="800" b="1"/>
              <a:t>GI:</a:t>
            </a:r>
            <a:r>
              <a:rPr lang="en-IN" sz="800"/>
              <a:t> gastrointestinal; </a:t>
            </a:r>
            <a:r>
              <a:rPr lang="en-IN" sz="800" b="1" err="1"/>
              <a:t>IberDd</a:t>
            </a:r>
            <a:r>
              <a:rPr lang="en-IN" sz="800" b="1"/>
              <a:t>:</a:t>
            </a:r>
            <a:r>
              <a:rPr lang="en-IN" sz="800"/>
              <a:t> </a:t>
            </a:r>
            <a:r>
              <a:rPr lang="en-IN" sz="800" err="1"/>
              <a:t>iberdomide</a:t>
            </a:r>
            <a:r>
              <a:rPr lang="en-IN" sz="800"/>
              <a:t>, daratumumab, and dexamethasone; </a:t>
            </a:r>
            <a:r>
              <a:rPr lang="en-IN" sz="800" b="1" err="1"/>
              <a:t>IMiD</a:t>
            </a:r>
            <a:r>
              <a:rPr lang="en-IN" sz="800" b="1"/>
              <a:t>:</a:t>
            </a:r>
            <a:r>
              <a:rPr lang="en-IN" sz="800"/>
              <a:t> immunomodulatory drug; </a:t>
            </a:r>
            <a:r>
              <a:rPr lang="en-IN" sz="800" b="1"/>
              <a:t>PCP:</a:t>
            </a:r>
            <a:r>
              <a:rPr lang="en-IN" sz="800"/>
              <a:t> </a:t>
            </a:r>
            <a:r>
              <a:rPr lang="en-IN" sz="800" i="1"/>
              <a:t>Pneumocystis jirovecii</a:t>
            </a:r>
            <a:r>
              <a:rPr lang="en-IN" sz="800"/>
              <a:t> pneumonia. </a:t>
            </a:r>
          </a:p>
        </p:txBody>
      </p:sp>
    </p:spTree>
    <p:extLst>
      <p:ext uri="{BB962C8B-B14F-4D97-AF65-F5344CB8AC3E}">
        <p14:creationId xmlns:p14="http://schemas.microsoft.com/office/powerpoint/2010/main" val="1414730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04E0B-69C6-8DE1-3052-0BBEBE590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353FC021-9EC5-037D-B9B4-9F41204D1283}"/>
              </a:ext>
            </a:extLst>
          </p:cNvPr>
          <p:cNvSpPr txBox="1">
            <a:spLocks/>
          </p:cNvSpPr>
          <p:nvPr/>
        </p:nvSpPr>
        <p:spPr>
          <a:xfrm>
            <a:off x="11506200" y="6448925"/>
            <a:ext cx="413084" cy="20904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fld id="{330EA680-D336-4FF7-8B7A-9848BB0A1C32}" type="slidenum">
              <a:rPr lang="en-US" sz="1000" b="1" smtClean="0"/>
              <a:pPr algn="just"/>
              <a:t>57</a:t>
            </a:fld>
            <a:endParaRPr lang="en-US" sz="1000" b="1"/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631D425B-759E-9F5C-CE38-919FC20A5D87}"/>
              </a:ext>
            </a:extLst>
          </p:cNvPr>
          <p:cNvSpPr txBox="1">
            <a:spLocks/>
          </p:cNvSpPr>
          <p:nvPr/>
        </p:nvSpPr>
        <p:spPr>
          <a:xfrm>
            <a:off x="251919" y="223481"/>
            <a:ext cx="11940081" cy="11600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800">
                <a:solidFill>
                  <a:srgbClr val="BE2BBB"/>
                </a:solidFill>
              </a:rPr>
              <a:t>Key takeaways (Contd.)</a:t>
            </a:r>
            <a:endParaRPr lang="en-IN" sz="2800">
              <a:solidFill>
                <a:srgbClr val="BE2BBB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195A05E-4DB8-87B8-FCC9-B56DC058D98A}"/>
              </a:ext>
            </a:extLst>
          </p:cNvPr>
          <p:cNvGrpSpPr/>
          <p:nvPr/>
        </p:nvGrpSpPr>
        <p:grpSpPr>
          <a:xfrm>
            <a:off x="628934" y="1720764"/>
            <a:ext cx="10437108" cy="777239"/>
            <a:chOff x="533400" y="1295400"/>
            <a:chExt cx="10437108" cy="77723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C178283-5FA0-A690-097A-C57B5822C558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solidFill>
              <a:srgbClr val="FDE7FA"/>
            </a:solidFill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FB9E7E3-ECF9-1DA6-C563-3ED27B1851CE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solidFill>
              <a:srgbClr val="4C525F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E05BD9-A3A8-6F4E-E15F-98EE5D3C6F85}"/>
              </a:ext>
            </a:extLst>
          </p:cNvPr>
          <p:cNvGrpSpPr/>
          <p:nvPr/>
        </p:nvGrpSpPr>
        <p:grpSpPr>
          <a:xfrm>
            <a:off x="628934" y="3550279"/>
            <a:ext cx="10437108" cy="777239"/>
            <a:chOff x="533400" y="1295400"/>
            <a:chExt cx="10437108" cy="77723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5489BB8-8ADD-3890-57E8-DCC1067DA56F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solidFill>
              <a:srgbClr val="FDE7FA"/>
            </a:solidFill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4C479AC-49DF-9905-25D9-3C4AD7BF3AF1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solidFill>
              <a:srgbClr val="4C525F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8F1EA6E-A4F7-E050-0619-12083BB94BD9}"/>
              </a:ext>
            </a:extLst>
          </p:cNvPr>
          <p:cNvGrpSpPr/>
          <p:nvPr/>
        </p:nvGrpSpPr>
        <p:grpSpPr>
          <a:xfrm>
            <a:off x="628934" y="2639793"/>
            <a:ext cx="10437108" cy="777239"/>
            <a:chOff x="533400" y="1295400"/>
            <a:chExt cx="10437108" cy="777239"/>
          </a:xfrm>
          <a:solidFill>
            <a:schemeClr val="bg1">
              <a:lumMod val="95000"/>
            </a:schemeClr>
          </a:solid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8668611F-8588-C5E7-12EA-B655CB1986F4}"/>
                </a:ext>
              </a:extLst>
            </p:cNvPr>
            <p:cNvSpPr/>
            <p:nvPr/>
          </p:nvSpPr>
          <p:spPr>
            <a:xfrm>
              <a:off x="609600" y="1295400"/>
              <a:ext cx="10360908" cy="777239"/>
            </a:xfrm>
            <a:prstGeom prst="roundRect">
              <a:avLst>
                <a:gd name="adj" fmla="val 10539"/>
              </a:avLst>
            </a:prstGeom>
            <a:grpFill/>
            <a:ln w="19050">
              <a:solidFill>
                <a:srgbClr val="BD2BBA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B731E2F-756F-403D-A3A7-28EF2A5E0583}"/>
                </a:ext>
              </a:extLst>
            </p:cNvPr>
            <p:cNvSpPr/>
            <p:nvPr/>
          </p:nvSpPr>
          <p:spPr>
            <a:xfrm>
              <a:off x="533400" y="1607819"/>
              <a:ext cx="152400" cy="152400"/>
            </a:xfrm>
            <a:prstGeom prst="ellipse">
              <a:avLst/>
            </a:prstGeom>
            <a:grp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graphicFrame>
        <p:nvGraphicFramePr>
          <p:cNvPr id="39" name="Object 38">
            <a:extLst>
              <a:ext uri="{FF2B5EF4-FFF2-40B4-BE49-F238E27FC236}">
                <a16:creationId xmlns:a16="http://schemas.microsoft.com/office/drawing/2014/main" id="{F8E97E7E-9D5A-451F-AD25-1E8803D893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742721"/>
              </p:ext>
            </p:extLst>
          </p:nvPr>
        </p:nvGraphicFramePr>
        <p:xfrm>
          <a:off x="632273" y="2005601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F8E97E7E-9D5A-451F-AD25-1E8803D893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2273" y="2005601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AF40DB99-3496-83F4-B669-0168F7E647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430653"/>
              </p:ext>
            </p:extLst>
          </p:nvPr>
        </p:nvGraphicFramePr>
        <p:xfrm>
          <a:off x="626586" y="2908589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AF40DB99-3496-83F4-B669-0168F7E647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6586" y="2908589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76544801-2621-8D58-76F6-50397A9DB1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286522"/>
              </p:ext>
            </p:extLst>
          </p:nvPr>
        </p:nvGraphicFramePr>
        <p:xfrm>
          <a:off x="611728" y="3831453"/>
          <a:ext cx="506538" cy="23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4927092" imgH="2319909" progId="CorelDraw.Graphic.24">
                  <p:embed/>
                </p:oleObj>
              </mc:Choice>
              <mc:Fallback>
                <p:oleObj name="CorelDRAW" r:id="rId3" imgW="4927092" imgH="2319909" progId="CorelDraw.Graphic.24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76544801-2621-8D58-76F6-50397A9DB1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728" y="3831453"/>
                        <a:ext cx="506538" cy="238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887CFF7-9C8E-C327-6FA3-B975877C8F02}"/>
              </a:ext>
            </a:extLst>
          </p:cNvPr>
          <p:cNvSpPr txBox="1"/>
          <p:nvPr/>
        </p:nvSpPr>
        <p:spPr>
          <a:xfrm>
            <a:off x="1211671" y="1813181"/>
            <a:ext cx="96745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/>
              <a:t>Advisors felt </a:t>
            </a:r>
            <a:r>
              <a:rPr lang="en-US" err="1"/>
              <a:t>CELMoDs</a:t>
            </a:r>
            <a:r>
              <a:rPr lang="en-US"/>
              <a:t> could be positioned before BsAbs and CAR T, given concerns around infections, toxicity, access and practicality with T-cell-directed therapies.</a:t>
            </a:r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AFDA10-93EE-AA2E-ABA9-B853E0B1C571}"/>
              </a:ext>
            </a:extLst>
          </p:cNvPr>
          <p:cNvSpPr txBox="1"/>
          <p:nvPr/>
        </p:nvSpPr>
        <p:spPr>
          <a:xfrm>
            <a:off x="1209324" y="2702775"/>
            <a:ext cx="9771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/>
              <a:t>ADC–</a:t>
            </a:r>
            <a:r>
              <a:rPr lang="en-US" err="1"/>
              <a:t>CELMoD</a:t>
            </a:r>
            <a:r>
              <a:rPr lang="en-US"/>
              <a:t> combinations, particularly </a:t>
            </a:r>
            <a:r>
              <a:rPr lang="en-US" err="1"/>
              <a:t>belantamab</a:t>
            </a:r>
            <a:r>
              <a:rPr lang="en-US"/>
              <a:t> plus </a:t>
            </a:r>
            <a:r>
              <a:rPr lang="en-US" err="1"/>
              <a:t>mezigdomide</a:t>
            </a:r>
            <a:r>
              <a:rPr lang="en-US"/>
              <a:t>, were viewed as highly promising future strategies, especially in early relapse.</a:t>
            </a:r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0A7632-F1B5-12A1-1C29-88700E226AD4}"/>
              </a:ext>
            </a:extLst>
          </p:cNvPr>
          <p:cNvSpPr txBox="1"/>
          <p:nvPr/>
        </p:nvSpPr>
        <p:spPr>
          <a:xfrm>
            <a:off x="1196660" y="3633909"/>
            <a:ext cx="9689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/>
              <a:t>Overall, </a:t>
            </a:r>
            <a:r>
              <a:rPr lang="en-US" err="1"/>
              <a:t>iberdomide</a:t>
            </a:r>
            <a:r>
              <a:rPr lang="en-US"/>
              <a:t> was seen as likely to move earlier, potentially into frontline therapy, while </a:t>
            </a:r>
            <a:r>
              <a:rPr lang="en-US" err="1"/>
              <a:t>mezigdomide</a:t>
            </a:r>
            <a:r>
              <a:rPr lang="en-US"/>
              <a:t> may play a major role in relapse.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A96B40-DBE9-854D-0FBE-8BD769C323E9}"/>
              </a:ext>
            </a:extLst>
          </p:cNvPr>
          <p:cNvSpPr txBox="1"/>
          <p:nvPr/>
        </p:nvSpPr>
        <p:spPr>
          <a:xfrm>
            <a:off x="324853" y="6096659"/>
            <a:ext cx="111813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/>
              <a:t>ADCs:</a:t>
            </a:r>
            <a:r>
              <a:rPr lang="en-IN" sz="800"/>
              <a:t> antibody–drug conjugates; </a:t>
            </a:r>
            <a:r>
              <a:rPr lang="en-IN" sz="800" b="1" err="1"/>
              <a:t>BsAbs</a:t>
            </a:r>
            <a:r>
              <a:rPr lang="en-IN" sz="800" b="1"/>
              <a:t>:</a:t>
            </a:r>
            <a:r>
              <a:rPr lang="en-IN" sz="800"/>
              <a:t> bispecific antibodies; </a:t>
            </a:r>
            <a:r>
              <a:rPr lang="en-IN" sz="800" b="1"/>
              <a:t>CAR T:</a:t>
            </a:r>
            <a:r>
              <a:rPr lang="en-IN" sz="800"/>
              <a:t> chimeric antigen receptor T-cell therapy; </a:t>
            </a:r>
            <a:r>
              <a:rPr lang="en-IN" sz="800" b="1"/>
              <a:t>CELMoDs:</a:t>
            </a:r>
            <a:r>
              <a:rPr lang="en-IN" sz="800"/>
              <a:t> </a:t>
            </a:r>
            <a:r>
              <a:rPr lang="en-IN" sz="800" err="1"/>
              <a:t>cereblon</a:t>
            </a:r>
            <a:r>
              <a:rPr lang="en-IN" sz="800"/>
              <a:t> E3 ligase modulators.</a:t>
            </a:r>
          </a:p>
        </p:txBody>
      </p:sp>
    </p:spTree>
    <p:extLst>
      <p:ext uri="{BB962C8B-B14F-4D97-AF65-F5344CB8AC3E}">
        <p14:creationId xmlns:p14="http://schemas.microsoft.com/office/powerpoint/2010/main" val="16927998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129F7-1CB9-DBD0-7D76-49BCC4CE3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734" y="2137299"/>
            <a:ext cx="6168841" cy="2743200"/>
          </a:xfrm>
        </p:spPr>
        <p:txBody>
          <a:bodyPr anchor="ctr"/>
          <a:lstStyle/>
          <a:p>
            <a:r>
              <a:rPr lang="en-US" sz="9600" b="1">
                <a:solidFill>
                  <a:schemeClr val="accent1"/>
                </a:solidFill>
              </a:rPr>
              <a:t>Thank You</a:t>
            </a:r>
            <a:endParaRPr lang="en-IN" sz="9600" b="1">
              <a:solidFill>
                <a:schemeClr val="accent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4F9A4E-4AF4-4157-5567-428FA9283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3B8F07-BB35-4277-8214-4ED7E770A354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710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ESMO 2017 template">
  <a:themeElements>
    <a:clrScheme name="BMS NEW GRAY">
      <a:dk1>
        <a:srgbClr val="433F3F"/>
      </a:dk1>
      <a:lt1>
        <a:srgbClr val="FFFFFF"/>
      </a:lt1>
      <a:dk2>
        <a:srgbClr val="A69F9F"/>
      </a:dk2>
      <a:lt2>
        <a:srgbClr val="EEE7E7"/>
      </a:lt2>
      <a:accent1>
        <a:srgbClr val="BE2BBB"/>
      </a:accent1>
      <a:accent2>
        <a:srgbClr val="009FBA"/>
      </a:accent2>
      <a:accent3>
        <a:srgbClr val="59FFB9"/>
      </a:accent3>
      <a:accent4>
        <a:srgbClr val="FDA97D"/>
      </a:accent4>
      <a:accent5>
        <a:srgbClr val="FFD186"/>
      </a:accent5>
      <a:accent6>
        <a:srgbClr val="CB7C78"/>
      </a:accent6>
      <a:hlink>
        <a:srgbClr val="433F3F"/>
      </a:hlink>
      <a:folHlink>
        <a:srgbClr val="433F3F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ESMO 2017 template">
  <a:themeElements>
    <a:clrScheme name="BMS palette 2">
      <a:dk1>
        <a:srgbClr val="595454"/>
      </a:dk1>
      <a:lt1>
        <a:srgbClr val="FFFFFF"/>
      </a:lt1>
      <a:dk2>
        <a:srgbClr val="A69F9F"/>
      </a:dk2>
      <a:lt2>
        <a:srgbClr val="EEE7E7"/>
      </a:lt2>
      <a:accent1>
        <a:srgbClr val="BE2BBB"/>
      </a:accent1>
      <a:accent2>
        <a:srgbClr val="009FBA"/>
      </a:accent2>
      <a:accent3>
        <a:srgbClr val="1DCE9B"/>
      </a:accent3>
      <a:accent4>
        <a:srgbClr val="BA4422"/>
      </a:accent4>
      <a:accent5>
        <a:srgbClr val="FFAC25"/>
      </a:accent5>
      <a:accent6>
        <a:srgbClr val="A67C6A"/>
      </a:accent6>
      <a:hlink>
        <a:srgbClr val="595454"/>
      </a:hlink>
      <a:folHlink>
        <a:srgbClr val="595454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3_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  <a:extLst>
    <a:ext uri="{05A4C25C-085E-4340-85A3-A5531E510DB2}">
      <thm15:themeFamily xmlns:thm15="http://schemas.microsoft.com/office/thememl/2012/main" name="BMS PowerPoint Template 28Feb2020" id="{0895FA39-87D9-4FFB-AE45-CFAF2734F0F6}" vid="{A72F8218-4743-4B1B-A885-BA1DCF34E058}"/>
    </a:ext>
  </a:extLst>
</a:theme>
</file>

<file path=ppt/theme/theme4.xml><?xml version="1.0" encoding="utf-8"?>
<a:theme xmlns:a="http://schemas.openxmlformats.org/drawingml/2006/main" name="BMS">
  <a:themeElements>
    <a:clrScheme name="Custom 49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BE2BBB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  <a:extLst>
    <a:ext uri="{05A4C25C-085E-4340-85A3-A5531E510DB2}">
      <thm15:themeFamily xmlns:thm15="http://schemas.microsoft.com/office/thememl/2012/main" name="BMS" id="{882C9A5A-739A-4BE5-BACE-A6E6A66967F1}" vid="{88F24E8E-E50A-4F61-9504-291776F8A39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4DD1C2D-9CC5-774E-8E46-3DC910934999}">
  <we:reference id="wa104381063" version="1.0.0.1" store="en-GB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73965D6F660429613181BFFF80CCC" ma:contentTypeVersion="17" ma:contentTypeDescription="Create a new document." ma:contentTypeScope="" ma:versionID="9a5ff18222e97418c19f9b79ec75e2ba">
  <xsd:schema xmlns:xsd="http://www.w3.org/2001/XMLSchema" xmlns:xs="http://www.w3.org/2001/XMLSchema" xmlns:p="http://schemas.microsoft.com/office/2006/metadata/properties" xmlns:ns3="15bb031b-5386-45e4-b443-c41cd59db712" xmlns:ns4="d0cb52b0-44e5-4af9-9c05-9f81beec39f7" targetNamespace="http://schemas.microsoft.com/office/2006/metadata/properties" ma:root="true" ma:fieldsID="9364c536a2d6689a7c4c26248ca4c7a0" ns3:_="" ns4:_="">
    <xsd:import namespace="15bb031b-5386-45e4-b443-c41cd59db712"/>
    <xsd:import namespace="d0cb52b0-44e5-4af9-9c05-9f81beec39f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bb031b-5386-45e4-b443-c41cd59db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cb52b0-44e5-4af9-9c05-9f81beec39f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5bb031b-5386-45e4-b443-c41cd59db712" xsi:nil="true"/>
  </documentManagement>
</p:properties>
</file>

<file path=customXml/itemProps1.xml><?xml version="1.0" encoding="utf-8"?>
<ds:datastoreItem xmlns:ds="http://schemas.openxmlformats.org/officeDocument/2006/customXml" ds:itemID="{CBEFF332-BF9F-4E6F-A511-93E923D19CC8}">
  <ds:schemaRefs>
    <ds:schemaRef ds:uri="15bb031b-5386-45e4-b443-c41cd59db712"/>
    <ds:schemaRef ds:uri="d0cb52b0-44e5-4af9-9c05-9f81beec39f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CC96F1C-28D5-4B66-9007-E1ED30B43A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9136BF-F0DE-4862-9226-5E8E4E87FBDD}">
  <ds:schemaRefs>
    <ds:schemaRef ds:uri="15bb031b-5386-45e4-b443-c41cd59db712"/>
    <ds:schemaRef ds:uri="d0cb52b0-44e5-4af9-9c05-9f81beec39f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083284c-1e8a-4711-9a00-66dc6299c579}" enabled="0" method="" siteId="{1083284c-1e8a-4711-9a00-66dc6299c579}" removed="1"/>
  <clbl:label id="{71e34cb8-3a56-4fd5-a259-4acadab6e4ac}" enabled="0" method="" siteId="{71e34cb8-3a56-4fd5-a259-4acadab6e4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58</Slides>
  <Notes>30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58</vt:i4>
      </vt:variant>
    </vt:vector>
  </HeadingPairs>
  <TitlesOfParts>
    <vt:vector size="62" baseType="lpstr">
      <vt:lpstr>1_ESMO 2017 template</vt:lpstr>
      <vt:lpstr>2_ESMO 2017 template</vt:lpstr>
      <vt:lpstr>3_Bristol Myers Squibb</vt:lpstr>
      <vt:lpstr>BMS</vt:lpstr>
      <vt:lpstr>BMS CELMoD Advisory Board Meeting UAE</vt:lpstr>
      <vt:lpstr>Meeting 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Session 1: MM disease burden/unmet medical needs and current treatment landscape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Discussion 1:  Epidemiology and local practice </vt:lpstr>
      <vt:lpstr>What is the number of new multiple myeloma cases you see in your center annually?  </vt:lpstr>
      <vt:lpstr>PowerPoint Presentation</vt:lpstr>
      <vt:lpstr>What is your current treatment approach for patients with multiple myeloma? </vt:lpstr>
      <vt:lpstr>PowerPoint Presentation</vt:lpstr>
      <vt:lpstr>What are the preferred treatment options for patients with multiple myeloma in the second- and third-line settings?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Session 2: CELMoDs (Overview and recent data)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Discussion 2:  Perspectives on CELMoDs</vt:lpstr>
      <vt:lpstr>How should the efficacy and safety of IberDd be interpreted compared with currently available second- and third-line treatment options?</vt:lpstr>
      <vt:lpstr>Views on efficacy and safety of IberDd </vt:lpstr>
      <vt:lpstr>How do CELMoDs differ from traditional IMiDs? </vt:lpstr>
      <vt:lpstr>PowerPoint Presentation</vt:lpstr>
      <vt:lpstr>How should the efficacy, safety and clinical positioning of mezigdomide be interpreted?</vt:lpstr>
      <vt:lpstr>PowerPoint Presentation</vt:lpstr>
      <vt:lpstr>Which patient profiles are most suitable for IberDd or mezigdomide-based combinations, and how should CELMoDs be sequenced relative to ADCs and T-cell–engaging therapies?</vt:lpstr>
      <vt:lpstr>PowerPoint Presentation</vt:lpstr>
      <vt:lpstr>Could CELMoDs eventually replace current treatment standards in multiple myeloma?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HCC Ad board Deck - MEA</dc:title>
  <dc:creator>Scientific Writer</dc:creator>
  <cp:revision>1</cp:revision>
  <dcterms:created xsi:type="dcterms:W3CDTF">2024-03-27T18:17:35Z</dcterms:created>
  <dcterms:modified xsi:type="dcterms:W3CDTF">2026-08-04T13:58:47Z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0x01010011F73965D6F660429613181BFFF80CCC</vt:lpwstr>
  </property>
</Properties>
</file>